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60349"/>
            <a:ext cx="7049134" cy="2240915"/>
          </a:xfrm>
          <a:custGeom>
            <a:avLst/>
            <a:gdLst/>
            <a:ahLst/>
            <a:cxnLst/>
            <a:rect l="l" t="t" r="r" b="b"/>
            <a:pathLst>
              <a:path w="7049134" h="2240915">
                <a:moveTo>
                  <a:pt x="7048574" y="0"/>
                </a:moveTo>
                <a:lnTo>
                  <a:pt x="0" y="0"/>
                </a:lnTo>
                <a:lnTo>
                  <a:pt x="0" y="2240400"/>
                </a:lnTo>
                <a:lnTo>
                  <a:pt x="7048574" y="2240400"/>
                </a:lnTo>
                <a:lnTo>
                  <a:pt x="7048574" y="0"/>
                </a:lnTo>
                <a:close/>
              </a:path>
            </a:pathLst>
          </a:custGeom>
          <a:solidFill>
            <a:srgbClr val="BA4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82625" y="3374824"/>
            <a:ext cx="4862195" cy="2063750"/>
          </a:xfrm>
          <a:custGeom>
            <a:avLst/>
            <a:gdLst/>
            <a:ahLst/>
            <a:cxnLst/>
            <a:rect l="l" t="t" r="r" b="b"/>
            <a:pathLst>
              <a:path w="4862195" h="2063750">
                <a:moveTo>
                  <a:pt x="4861934" y="0"/>
                </a:moveTo>
                <a:lnTo>
                  <a:pt x="0" y="0"/>
                </a:lnTo>
                <a:lnTo>
                  <a:pt x="0" y="2063282"/>
                </a:lnTo>
                <a:lnTo>
                  <a:pt x="4861934" y="2063282"/>
                </a:lnTo>
                <a:lnTo>
                  <a:pt x="4861934" y="0"/>
                </a:lnTo>
                <a:close/>
              </a:path>
            </a:pathLst>
          </a:custGeom>
          <a:solidFill>
            <a:srgbClr val="0067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424" y="3193441"/>
            <a:ext cx="3641090" cy="436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F0E7408-E066-08C9-E390-FBD5FB8171BD}"/>
              </a:ext>
            </a:extLst>
          </p:cNvPr>
          <p:cNvSpPr txBox="1"/>
          <p:nvPr userDrawn="1"/>
        </p:nvSpPr>
        <p:spPr>
          <a:xfrm>
            <a:off x="7110923" y="6667437"/>
            <a:ext cx="1500976" cy="1974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buClr>
                <a:srgbClr val="006699"/>
              </a:buClr>
              <a:buSzPct val="110416"/>
              <a:tabLst>
                <a:tab pos="581025" algn="l"/>
              </a:tabLst>
            </a:pPr>
            <a:r>
              <a:rPr lang="en-GB" sz="1400" baseline="1157" dirty="0">
                <a:solidFill>
                  <a:schemeClr val="bg1">
                    <a:lumMod val="50000"/>
                  </a:schemeClr>
                </a:solidFill>
                <a:latin typeface="Microsoft Sans Serif"/>
                <a:cs typeface="Microsoft Sans Serif"/>
              </a:rPr>
              <a:t>Courtesy of S&amp; P – TU Wien</a:t>
            </a:r>
            <a:endParaRPr sz="1400" baseline="1157" dirty="0">
              <a:solidFill>
                <a:schemeClr val="bg1">
                  <a:lumMod val="50000"/>
                </a:schemeClr>
              </a:solidFill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-32001"/>
            <a:ext cx="8611899" cy="1504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641" y="1466179"/>
            <a:ext cx="8252459" cy="3087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73007" y="6598175"/>
            <a:ext cx="248920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16AAC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97A4A11-0DB3-2C3B-24D7-3E87F96B2210}"/>
              </a:ext>
            </a:extLst>
          </p:cNvPr>
          <p:cNvSpPr txBox="1"/>
          <p:nvPr userDrawn="1"/>
        </p:nvSpPr>
        <p:spPr>
          <a:xfrm>
            <a:off x="7110923" y="6667437"/>
            <a:ext cx="1500976" cy="1974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buClr>
                <a:srgbClr val="006699"/>
              </a:buClr>
              <a:buSzPct val="110416"/>
              <a:tabLst>
                <a:tab pos="581025" algn="l"/>
              </a:tabLst>
            </a:pPr>
            <a:r>
              <a:rPr lang="en-GB" sz="1400" baseline="1157" dirty="0">
                <a:solidFill>
                  <a:schemeClr val="bg1">
                    <a:lumMod val="50000"/>
                  </a:schemeClr>
                </a:solidFill>
                <a:latin typeface="Microsoft Sans Serif"/>
                <a:cs typeface="Microsoft Sans Serif"/>
              </a:rPr>
              <a:t>Courtesy of S&amp; P – TU Wien</a:t>
            </a:r>
            <a:endParaRPr sz="1400" baseline="1157" dirty="0">
              <a:solidFill>
                <a:schemeClr val="bg1">
                  <a:lumMod val="50000"/>
                </a:schemeClr>
              </a:solidFill>
              <a:latin typeface="Microsoft Sans Serif"/>
              <a:cs typeface="Microsoft Sans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.spalazzi@univpm.i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20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2.png"/><Relationship Id="rId5" Type="http://schemas.openxmlformats.org/officeDocument/2006/relationships/image" Target="../media/image20.png"/><Relationship Id="rId10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2.png"/><Relationship Id="rId5" Type="http://schemas.openxmlformats.org/officeDocument/2006/relationships/image" Target="../media/image20.png"/><Relationship Id="rId10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9.png"/><Relationship Id="rId5" Type="http://schemas.openxmlformats.org/officeDocument/2006/relationships/image" Target="../media/image20.png"/><Relationship Id="rId10" Type="http://schemas.openxmlformats.org/officeDocument/2006/relationships/image" Target="../media/image47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44.png"/><Relationship Id="rId12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9.png"/><Relationship Id="rId5" Type="http://schemas.openxmlformats.org/officeDocument/2006/relationships/image" Target="../media/image20.png"/><Relationship Id="rId10" Type="http://schemas.openxmlformats.org/officeDocument/2006/relationships/image" Target="../media/image47.png"/><Relationship Id="rId4" Type="http://schemas.openxmlformats.org/officeDocument/2006/relationships/image" Target="../media/image51.png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4951" y="2198462"/>
            <a:ext cx="7753350" cy="2461260"/>
          </a:xfrm>
          <a:custGeom>
            <a:avLst/>
            <a:gdLst/>
            <a:ahLst/>
            <a:cxnLst/>
            <a:rect l="l" t="t" r="r" b="b"/>
            <a:pathLst>
              <a:path w="7753350" h="2461260">
                <a:moveTo>
                  <a:pt x="7753306" y="0"/>
                </a:moveTo>
                <a:lnTo>
                  <a:pt x="0" y="0"/>
                </a:lnTo>
                <a:lnTo>
                  <a:pt x="0" y="2461074"/>
                </a:lnTo>
                <a:lnTo>
                  <a:pt x="7753306" y="2461074"/>
                </a:lnTo>
                <a:lnTo>
                  <a:pt x="7753306" y="0"/>
                </a:lnTo>
                <a:close/>
              </a:path>
            </a:pathLst>
          </a:custGeom>
          <a:solidFill>
            <a:srgbClr val="0067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35284" y="4135718"/>
            <a:ext cx="4008754" cy="1443990"/>
          </a:xfrm>
          <a:custGeom>
            <a:avLst/>
            <a:gdLst/>
            <a:ahLst/>
            <a:cxnLst/>
            <a:rect l="l" t="t" r="r" b="b"/>
            <a:pathLst>
              <a:path w="4008754" h="1443989">
                <a:moveTo>
                  <a:pt x="4008715" y="0"/>
                </a:moveTo>
                <a:lnTo>
                  <a:pt x="0" y="0"/>
                </a:lnTo>
                <a:lnTo>
                  <a:pt x="0" y="1443555"/>
                </a:lnTo>
                <a:lnTo>
                  <a:pt x="4008715" y="1443555"/>
                </a:lnTo>
                <a:lnTo>
                  <a:pt x="4008715" y="0"/>
                </a:lnTo>
                <a:close/>
              </a:path>
            </a:pathLst>
          </a:custGeom>
          <a:solidFill>
            <a:srgbClr val="BA4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951" y="2198462"/>
            <a:ext cx="7753350" cy="1912702"/>
          </a:xfrm>
          <a:prstGeom prst="rect">
            <a:avLst/>
          </a:prstGeom>
          <a:solidFill>
            <a:srgbClr val="006798"/>
          </a:solidFill>
        </p:spPr>
        <p:txBody>
          <a:bodyPr vert="horz" wrap="square" lIns="0" tIns="552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lang="en-GB" sz="2000" spc="-10" dirty="0">
                <a:solidFill>
                  <a:srgbClr val="FFFFFF"/>
                </a:solidFill>
                <a:latin typeface="Arial MT"/>
                <a:cs typeface="Arial MT"/>
              </a:rPr>
              <a:t>Prof. Luca Spalazzi</a:t>
            </a:r>
            <a:endParaRPr sz="2000" dirty="0">
              <a:latin typeface="Arial MT"/>
              <a:cs typeface="Arial MT"/>
            </a:endParaRPr>
          </a:p>
          <a:p>
            <a:pPr marL="234315">
              <a:lnSpc>
                <a:spcPct val="100000"/>
              </a:lnSpc>
              <a:spcBef>
                <a:spcPts val="475"/>
              </a:spcBef>
            </a:pPr>
            <a:r>
              <a:rPr lang="en-GB" sz="1600" u="sng" spc="-1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  <a:hlinkClick r:id="rId2"/>
              </a:rPr>
              <a:t>l.spalazzi</a:t>
            </a:r>
            <a:r>
              <a:rPr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  <a:hlinkClick r:id="rId2"/>
              </a:rPr>
              <a:t>@</a:t>
            </a:r>
            <a:r>
              <a:rPr lang="en-GB"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  <a:hlinkClick r:id="rId2"/>
              </a:rPr>
              <a:t>univpm.it</a:t>
            </a:r>
            <a:endParaRPr lang="en-GB" sz="1600" u="sng" spc="-10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 MT"/>
              <a:cs typeface="Arial MT"/>
            </a:endParaRPr>
          </a:p>
          <a:p>
            <a:pPr marL="234315">
              <a:lnSpc>
                <a:spcPct val="100000"/>
              </a:lnSpc>
              <a:spcBef>
                <a:spcPts val="475"/>
              </a:spcBef>
            </a:pPr>
            <a:endParaRPr lang="en-GB" sz="1600" u="sng" spc="-10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 MT"/>
              <a:cs typeface="Arial MT"/>
            </a:endParaRPr>
          </a:p>
          <a:p>
            <a:pPr marL="234315">
              <a:lnSpc>
                <a:spcPct val="100000"/>
              </a:lnSpc>
              <a:spcBef>
                <a:spcPts val="475"/>
              </a:spcBef>
            </a:pPr>
            <a:r>
              <a:rPr lang="en-GB"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Tariq Naeem (</a:t>
            </a:r>
            <a:r>
              <a:rPr lang="en-GB" sz="1600" u="sng" spc="-1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Studente</a:t>
            </a:r>
            <a:r>
              <a:rPr lang="en-GB"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 di </a:t>
            </a:r>
            <a:r>
              <a:rPr lang="en-GB" sz="1600" u="sng" spc="-1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Dottorato</a:t>
            </a:r>
            <a:r>
              <a:rPr lang="en-GB"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)</a:t>
            </a:r>
          </a:p>
          <a:p>
            <a:pPr marL="234315">
              <a:lnSpc>
                <a:spcPct val="100000"/>
              </a:lnSpc>
              <a:spcBef>
                <a:spcPts val="475"/>
              </a:spcBef>
            </a:pPr>
            <a:r>
              <a:rPr lang="en-GB" sz="1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t.naeem@pm.univpm.it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5284" y="4135718"/>
            <a:ext cx="2813050" cy="526491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292100" rIns="0" bIns="0" rtlCol="0">
            <a:spAutoFit/>
          </a:bodyPr>
          <a:lstStyle/>
          <a:p>
            <a:pPr marL="320040">
              <a:lnSpc>
                <a:spcPts val="1825"/>
              </a:lnSpc>
              <a:spcBef>
                <a:spcPts val="2300"/>
              </a:spcBef>
            </a:pPr>
            <a:r>
              <a:rPr lang="en-GB" sz="2000" dirty="0">
                <a:solidFill>
                  <a:srgbClr val="FFFFFF"/>
                </a:solidFill>
                <a:latin typeface="Arial MT"/>
                <a:cs typeface="Arial MT"/>
              </a:rPr>
              <a:t>October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GB" sz="2000" spc="-4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lang="en-GB" sz="2000" spc="-45" baseline="30000" dirty="0">
                <a:solidFill>
                  <a:srgbClr val="FFFFFF"/>
                </a:solidFill>
                <a:latin typeface="Arial MT"/>
                <a:cs typeface="Arial MT"/>
              </a:rPr>
              <a:t>th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GB" sz="2000" spc="-2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19" rIns="0" bIns="0" rtlCol="0">
            <a:spAutoFit/>
          </a:bodyPr>
          <a:lstStyle/>
          <a:p>
            <a:pPr marL="40767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Blockchain and </a:t>
            </a:r>
            <a:r>
              <a:rPr spc="-10" dirty="0"/>
              <a:t>Cryptocurrencies</a:t>
            </a:r>
          </a:p>
          <a:p>
            <a:pPr marL="426084">
              <a:lnSpc>
                <a:spcPct val="100000"/>
              </a:lnSpc>
              <a:spcBef>
                <a:spcPts val="140"/>
              </a:spcBef>
            </a:pPr>
            <a:r>
              <a:rPr sz="2800" dirty="0">
                <a:solidFill>
                  <a:srgbClr val="535353"/>
                </a:solidFill>
                <a:latin typeface="Microsoft Sans Serif"/>
                <a:cs typeface="Microsoft Sans Serif"/>
              </a:rPr>
              <a:t>Lecture</a:t>
            </a:r>
            <a:r>
              <a:rPr sz="2800" spc="-40" dirty="0">
                <a:solidFill>
                  <a:srgbClr val="535353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535353"/>
                </a:solidFill>
                <a:latin typeface="Microsoft Sans Serif"/>
                <a:cs typeface="Microsoft Sans Serif"/>
              </a:rPr>
              <a:t>1:</a:t>
            </a:r>
            <a:r>
              <a:rPr sz="2800" spc="-35" dirty="0">
                <a:solidFill>
                  <a:srgbClr val="535353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535353"/>
                </a:solidFill>
                <a:latin typeface="Microsoft Sans Serif"/>
                <a:cs typeface="Microsoft Sans Serif"/>
              </a:rPr>
              <a:t>Introduction</a:t>
            </a:r>
            <a:r>
              <a:rPr sz="2800" spc="-35" dirty="0">
                <a:solidFill>
                  <a:srgbClr val="535353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535353"/>
                </a:solidFill>
                <a:latin typeface="Microsoft Sans Serif"/>
                <a:cs typeface="Microsoft Sans Serif"/>
              </a:rPr>
              <a:t>to</a:t>
            </a:r>
            <a:r>
              <a:rPr sz="2800" spc="-35" dirty="0">
                <a:solidFill>
                  <a:srgbClr val="535353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535353"/>
                </a:solidFill>
                <a:latin typeface="Microsoft Sans Serif"/>
                <a:cs typeface="Microsoft Sans Serif"/>
              </a:rPr>
              <a:t>Blockchains</a:t>
            </a:r>
            <a:endParaRPr sz="2800" dirty="0">
              <a:latin typeface="Microsoft Sans Serif"/>
              <a:cs typeface="Microsoft Sans Ser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C529D-B447-E886-E438-0D9C29E674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5867399"/>
            <a:ext cx="803315" cy="803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07293"/>
            <a:ext cx="6458585" cy="577081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40"/>
              </a:spcBef>
            </a:pPr>
            <a:r>
              <a:rPr sz="3550" dirty="0">
                <a:solidFill>
                  <a:srgbClr val="FFFFFF"/>
                </a:solidFill>
              </a:rPr>
              <a:t>What</a:t>
            </a:r>
            <a:r>
              <a:rPr sz="3550" spc="-5" dirty="0">
                <a:solidFill>
                  <a:srgbClr val="FFFFFF"/>
                </a:solidFill>
              </a:rPr>
              <a:t> </a:t>
            </a:r>
            <a:r>
              <a:rPr sz="3550" dirty="0">
                <a:solidFill>
                  <a:srgbClr val="FFFFFF"/>
                </a:solidFill>
              </a:rPr>
              <a:t>this</a:t>
            </a:r>
            <a:r>
              <a:rPr sz="3550" spc="-5" dirty="0">
                <a:solidFill>
                  <a:srgbClr val="FFFFFF"/>
                </a:solidFill>
              </a:rPr>
              <a:t> </a:t>
            </a:r>
            <a:r>
              <a:rPr lang="en-GB" sz="3550" dirty="0">
                <a:solidFill>
                  <a:srgbClr val="FFFFFF"/>
                </a:solidFill>
              </a:rPr>
              <a:t>Unit 4 is</a:t>
            </a:r>
            <a:r>
              <a:rPr lang="en-GB" sz="3550" spc="-5" dirty="0">
                <a:solidFill>
                  <a:srgbClr val="FFFFFF"/>
                </a:solidFill>
              </a:rPr>
              <a:t> </a:t>
            </a:r>
            <a:r>
              <a:rPr lang="en-GB" sz="3550" dirty="0">
                <a:solidFill>
                  <a:srgbClr val="FFFFFF"/>
                </a:solidFill>
              </a:rPr>
              <a:t>not</a:t>
            </a:r>
            <a:r>
              <a:rPr lang="en-GB" sz="3550" spc="-5" dirty="0">
                <a:solidFill>
                  <a:srgbClr val="FFFFFF"/>
                </a:solidFill>
              </a:rPr>
              <a:t> </a:t>
            </a:r>
            <a:r>
              <a:rPr sz="3550" spc="-10" dirty="0">
                <a:solidFill>
                  <a:srgbClr val="FFFFFF"/>
                </a:solidFill>
              </a:rPr>
              <a:t>about…</a:t>
            </a:r>
            <a:endParaRPr sz="3550" dirty="0"/>
          </a:p>
        </p:txBody>
      </p:sp>
      <p:sp>
        <p:nvSpPr>
          <p:cNvPr id="4" name="object 4"/>
          <p:cNvSpPr txBox="1"/>
          <p:nvPr/>
        </p:nvSpPr>
        <p:spPr>
          <a:xfrm>
            <a:off x="470641" y="1466179"/>
            <a:ext cx="6626859" cy="13157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1025" indent="-568325">
              <a:lnSpc>
                <a:spcPct val="100000"/>
              </a:lnSpc>
              <a:spcBef>
                <a:spcPts val="600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spc="-15" baseline="1157" dirty="0">
                <a:latin typeface="Microsoft Sans Serif"/>
                <a:cs typeface="Microsoft Sans Serif"/>
              </a:rPr>
              <a:t>Decentralized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finance</a:t>
            </a:r>
            <a:endParaRPr sz="3600" baseline="1157" dirty="0">
              <a:latin typeface="Microsoft Sans Serif"/>
              <a:cs typeface="Microsoft Sans Serif"/>
            </a:endParaRPr>
          </a:p>
          <a:p>
            <a:pPr marL="581025" indent="-568325">
              <a:lnSpc>
                <a:spcPct val="100000"/>
              </a:lnSpc>
              <a:spcBef>
                <a:spcPts val="595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Financial</a:t>
            </a:r>
            <a:r>
              <a:rPr sz="3600" spc="-89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advice</a:t>
            </a:r>
            <a:r>
              <a:rPr sz="3600" spc="-8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and</a:t>
            </a:r>
            <a:r>
              <a:rPr sz="3600" spc="-82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trading</a:t>
            </a:r>
            <a:endParaRPr sz="3600" baseline="1157" dirty="0">
              <a:latin typeface="Microsoft Sans Serif"/>
              <a:cs typeface="Microsoft Sans Serif"/>
            </a:endParaRPr>
          </a:p>
          <a:p>
            <a:pPr marL="581025" indent="-568325">
              <a:lnSpc>
                <a:spcPct val="100000"/>
              </a:lnSpc>
              <a:spcBef>
                <a:spcPts val="595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Specific</a:t>
            </a:r>
            <a:r>
              <a:rPr sz="3600" spc="-11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technologies</a:t>
            </a:r>
            <a:r>
              <a:rPr sz="3600" spc="-11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and</a:t>
            </a:r>
            <a:r>
              <a:rPr sz="3600" spc="-10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company</a:t>
            </a:r>
            <a:r>
              <a:rPr sz="3600" spc="-112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products</a:t>
            </a:r>
            <a:endParaRPr sz="3600" baseline="1157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07293"/>
            <a:ext cx="6458585" cy="590545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36194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84"/>
              </a:spcBef>
            </a:pPr>
            <a:r>
              <a:rPr sz="3600" dirty="0">
                <a:solidFill>
                  <a:srgbClr val="FFFFFF"/>
                </a:solidFill>
              </a:rPr>
              <a:t>What</a:t>
            </a:r>
            <a:r>
              <a:rPr sz="3600" spc="-2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this</a:t>
            </a:r>
            <a:r>
              <a:rPr sz="3600" spc="-25" dirty="0">
                <a:solidFill>
                  <a:srgbClr val="FFFFFF"/>
                </a:solidFill>
              </a:rPr>
              <a:t> </a:t>
            </a:r>
            <a:r>
              <a:rPr lang="en-GB" sz="3600" dirty="0">
                <a:solidFill>
                  <a:srgbClr val="FFFFFF"/>
                </a:solidFill>
              </a:rPr>
              <a:t>Unit 4</a:t>
            </a:r>
            <a:r>
              <a:rPr sz="3600" spc="-2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is</a:t>
            </a:r>
            <a:r>
              <a:rPr sz="3600" spc="-2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about…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470641" y="1466179"/>
            <a:ext cx="7149359" cy="17107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1025" indent="-568325">
              <a:spcBef>
                <a:spcPts val="420"/>
              </a:spcBef>
              <a:buClr>
                <a:srgbClr val="006699"/>
              </a:buClr>
              <a:buSzPct val="110416"/>
              <a:buFontTx/>
              <a:buChar char="‣"/>
              <a:tabLst>
                <a:tab pos="581025" algn="l"/>
              </a:tabLst>
            </a:pPr>
            <a:r>
              <a:rPr lang="en-GB" sz="3600" baseline="1157" dirty="0">
                <a:latin typeface="Microsoft Sans Serif"/>
                <a:cs typeface="Microsoft Sans Serif"/>
              </a:rPr>
              <a:t>Smart</a:t>
            </a:r>
            <a:r>
              <a:rPr lang="en-GB" sz="3600" spc="-52" baseline="1157" dirty="0">
                <a:latin typeface="Microsoft Sans Serif"/>
                <a:cs typeface="Microsoft Sans Serif"/>
              </a:rPr>
              <a:t> </a:t>
            </a:r>
            <a:r>
              <a:rPr lang="en-GB" sz="3600" baseline="1157" dirty="0">
                <a:latin typeface="Microsoft Sans Serif"/>
                <a:cs typeface="Microsoft Sans Serif"/>
              </a:rPr>
              <a:t>contract</a:t>
            </a:r>
            <a:r>
              <a:rPr lang="en-GB" sz="3600" spc="-52" baseline="1157" dirty="0">
                <a:latin typeface="Microsoft Sans Serif"/>
                <a:cs typeface="Microsoft Sans Serif"/>
              </a:rPr>
              <a:t> </a:t>
            </a:r>
            <a:r>
              <a:rPr lang="en-GB" sz="3600" baseline="1157" dirty="0">
                <a:latin typeface="Microsoft Sans Serif"/>
                <a:cs typeface="Microsoft Sans Serif"/>
              </a:rPr>
              <a:t>and</a:t>
            </a:r>
            <a:r>
              <a:rPr lang="en-GB" sz="3600" spc="-44" baseline="1157" dirty="0">
                <a:latin typeface="Microsoft Sans Serif"/>
                <a:cs typeface="Microsoft Sans Serif"/>
              </a:rPr>
              <a:t> </a:t>
            </a:r>
            <a:r>
              <a:rPr lang="en-GB" sz="3600" spc="-15" baseline="1157" dirty="0">
                <a:latin typeface="Microsoft Sans Serif"/>
                <a:cs typeface="Microsoft Sans Serif"/>
              </a:rPr>
              <a:t>programmability</a:t>
            </a:r>
            <a:endParaRPr lang="en-GB" sz="3600" baseline="1157" dirty="0">
              <a:latin typeface="Microsoft Sans Serif"/>
              <a:cs typeface="Microsoft Sans Serif"/>
            </a:endParaRPr>
          </a:p>
          <a:p>
            <a:pPr marL="581025" indent="-568325">
              <a:spcBef>
                <a:spcPts val="420"/>
              </a:spcBef>
              <a:buClr>
                <a:srgbClr val="006699"/>
              </a:buClr>
              <a:buSzPct val="110416"/>
              <a:buFontTx/>
              <a:buChar char="‣"/>
              <a:tabLst>
                <a:tab pos="581025" algn="l"/>
              </a:tabLst>
            </a:pPr>
            <a:r>
              <a:rPr lang="en-GB" sz="3600" baseline="1157" dirty="0">
                <a:latin typeface="Microsoft Sans Serif"/>
                <a:cs typeface="Microsoft Sans Serif"/>
              </a:rPr>
              <a:t>Solidity programming</a:t>
            </a:r>
          </a:p>
          <a:p>
            <a:pPr marL="581025" indent="-568325">
              <a:lnSpc>
                <a:spcPct val="100000"/>
              </a:lnSpc>
              <a:spcBef>
                <a:spcPts val="420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Foundations</a:t>
            </a:r>
            <a:r>
              <a:rPr sz="3600" spc="-8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of</a:t>
            </a:r>
            <a:r>
              <a:rPr sz="3600" spc="-7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secure</a:t>
            </a:r>
            <a:r>
              <a:rPr sz="3600" spc="-75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blockchains</a:t>
            </a:r>
            <a:endParaRPr sz="3600" baseline="1157" dirty="0">
              <a:latin typeface="Microsoft Sans Serif"/>
              <a:cs typeface="Microsoft Sans Serif"/>
            </a:endParaRPr>
          </a:p>
          <a:p>
            <a:pPr marL="581025" indent="-568325">
              <a:lnSpc>
                <a:spcPct val="100000"/>
              </a:lnSpc>
              <a:spcBef>
                <a:spcPts val="600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Stay</a:t>
            </a:r>
            <a:r>
              <a:rPr sz="3600" spc="-2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tuned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to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find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out</a:t>
            </a:r>
            <a:r>
              <a:rPr sz="3600" spc="-15" baseline="1157" dirty="0">
                <a:latin typeface="Microsoft Sans Serif"/>
                <a:cs typeface="Microsoft Sans Serif"/>
              </a:rPr>
              <a:t> more!</a:t>
            </a:r>
            <a:endParaRPr sz="3600" baseline="1157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07293"/>
            <a:ext cx="6458585" cy="590545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36194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84"/>
              </a:spcBef>
            </a:pPr>
            <a:r>
              <a:rPr sz="3600" spc="-10" dirty="0">
                <a:solidFill>
                  <a:srgbClr val="FFFFFF"/>
                </a:solidFill>
              </a:rPr>
              <a:t>Overview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927841" y="2794198"/>
            <a:ext cx="13335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641" y="1466179"/>
            <a:ext cx="8211184" cy="24453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1025" indent="-568325">
              <a:lnSpc>
                <a:spcPct val="100000"/>
              </a:lnSpc>
              <a:spcBef>
                <a:spcPts val="420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What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is</a:t>
            </a:r>
            <a:r>
              <a:rPr sz="3600" spc="-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the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topic</a:t>
            </a:r>
            <a:r>
              <a:rPr sz="3600" spc="-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of</a:t>
            </a:r>
            <a:r>
              <a:rPr sz="3600" spc="-15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this</a:t>
            </a:r>
            <a:r>
              <a:rPr sz="3600" spc="-7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course</a:t>
            </a:r>
            <a:endParaRPr sz="3600" baseline="1157">
              <a:latin typeface="Microsoft Sans Serif"/>
              <a:cs typeface="Microsoft Sans Serif"/>
            </a:endParaRPr>
          </a:p>
          <a:p>
            <a:pPr marL="581025" indent="-568325">
              <a:lnSpc>
                <a:spcPct val="100000"/>
              </a:lnSpc>
              <a:spcBef>
                <a:spcPts val="600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What is</a:t>
            </a:r>
            <a:r>
              <a:rPr sz="3600" spc="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 </a:t>
            </a:r>
            <a:r>
              <a:rPr sz="3600" spc="-15" baseline="1157" dirty="0">
                <a:latin typeface="Microsoft Sans Serif"/>
                <a:cs typeface="Microsoft Sans Serif"/>
              </a:rPr>
              <a:t>blockchain</a:t>
            </a:r>
            <a:endParaRPr sz="3600" baseline="1157">
              <a:latin typeface="Microsoft Sans Serif"/>
              <a:cs typeface="Microsoft Sans Serif"/>
            </a:endParaRPr>
          </a:p>
          <a:p>
            <a:pPr marL="581025" indent="-568325">
              <a:lnSpc>
                <a:spcPct val="100000"/>
              </a:lnSpc>
              <a:spcBef>
                <a:spcPts val="595"/>
              </a:spcBef>
              <a:buClr>
                <a:srgbClr val="006699"/>
              </a:buClr>
              <a:buSzPct val="110416"/>
              <a:buChar char="‣"/>
              <a:tabLst>
                <a:tab pos="58102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Introduction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to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the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foundations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of</a:t>
            </a:r>
            <a:r>
              <a:rPr sz="3600" spc="-52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blockchains</a:t>
            </a:r>
            <a:endParaRPr sz="3600" baseline="1157">
              <a:latin typeface="Microsoft Sans Serif"/>
              <a:cs typeface="Microsoft Sans Serif"/>
            </a:endParaRPr>
          </a:p>
          <a:p>
            <a:pPr marL="1181100" marR="5080">
              <a:lnSpc>
                <a:spcPts val="2980"/>
              </a:lnSpc>
              <a:spcBef>
                <a:spcPts val="160"/>
              </a:spcBef>
            </a:pPr>
            <a:r>
              <a:rPr sz="2000" dirty="0">
                <a:latin typeface="Microsoft Sans Serif"/>
                <a:cs typeface="Microsoft Sans Serif"/>
              </a:rPr>
              <a:t>State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Machine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Replication,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Byzantine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Agreement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(Consensus) </a:t>
            </a:r>
            <a:r>
              <a:rPr sz="2000" dirty="0">
                <a:latin typeface="Microsoft Sans Serif"/>
                <a:cs typeface="Microsoft Sans Serif"/>
              </a:rPr>
              <a:t>Adversarial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behavior</a:t>
            </a:r>
            <a:endParaRPr sz="2000">
              <a:latin typeface="Microsoft Sans Serif"/>
              <a:cs typeface="Microsoft Sans Serif"/>
            </a:endParaRPr>
          </a:p>
          <a:p>
            <a:pPr marL="1181100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Microsoft Sans Serif"/>
                <a:cs typeface="Microsoft Sans Serif"/>
              </a:rPr>
              <a:t>Timing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assumptions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07293"/>
            <a:ext cx="6458585" cy="680085"/>
          </a:xfrm>
          <a:custGeom>
            <a:avLst/>
            <a:gdLst/>
            <a:ahLst/>
            <a:cxnLst/>
            <a:rect l="l" t="t" r="r" b="b"/>
            <a:pathLst>
              <a:path w="6458585" h="680085">
                <a:moveTo>
                  <a:pt x="6458325" y="0"/>
                </a:moveTo>
                <a:lnTo>
                  <a:pt x="0" y="0"/>
                </a:lnTo>
                <a:lnTo>
                  <a:pt x="0" y="679816"/>
                </a:lnTo>
                <a:lnTo>
                  <a:pt x="6458325" y="679816"/>
                </a:lnTo>
                <a:lnTo>
                  <a:pt x="6458325" y="0"/>
                </a:lnTo>
                <a:close/>
              </a:path>
            </a:pathLst>
          </a:custGeom>
          <a:solidFill>
            <a:srgbClr val="BA4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549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84"/>
              </a:spcBef>
            </a:pPr>
            <a:r>
              <a:rPr sz="3600" dirty="0">
                <a:solidFill>
                  <a:srgbClr val="FFFFFF"/>
                </a:solidFill>
              </a:rPr>
              <a:t>It</a:t>
            </a:r>
            <a:r>
              <a:rPr sz="3600" spc="-2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all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started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2008…</a:t>
            </a:r>
            <a:endParaRPr sz="3600"/>
          </a:p>
        </p:txBody>
      </p:sp>
      <p:grpSp>
        <p:nvGrpSpPr>
          <p:cNvPr id="5" name="object 5"/>
          <p:cNvGrpSpPr/>
          <p:nvPr/>
        </p:nvGrpSpPr>
        <p:grpSpPr>
          <a:xfrm>
            <a:off x="432514" y="1584187"/>
            <a:ext cx="8263255" cy="5274310"/>
            <a:chOff x="432514" y="1584187"/>
            <a:chExt cx="8263255" cy="52743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514" y="1584187"/>
              <a:ext cx="8263257" cy="52738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71" y="1713909"/>
              <a:ext cx="7983857" cy="51381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0190" y="508557"/>
            <a:ext cx="677286" cy="677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07293"/>
            <a:ext cx="6458585" cy="680085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2857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25"/>
              </a:spcBef>
            </a:pPr>
            <a:r>
              <a:rPr sz="3400" dirty="0">
                <a:solidFill>
                  <a:srgbClr val="FFFFFF"/>
                </a:solidFill>
              </a:rPr>
              <a:t>The</a:t>
            </a:r>
            <a:r>
              <a:rPr sz="3400" spc="-10" dirty="0">
                <a:solidFill>
                  <a:srgbClr val="FFFFFF"/>
                </a:solidFill>
              </a:rPr>
              <a:t> </a:t>
            </a:r>
            <a:r>
              <a:rPr sz="3400" dirty="0">
                <a:solidFill>
                  <a:srgbClr val="FFFFFF"/>
                </a:solidFill>
              </a:rPr>
              <a:t>blockchain ecosystem </a:t>
            </a:r>
            <a:r>
              <a:rPr sz="3400" spc="-10" dirty="0">
                <a:solidFill>
                  <a:srgbClr val="FFFFFF"/>
                </a:solidFill>
              </a:rPr>
              <a:t>today</a:t>
            </a:r>
            <a:endParaRPr sz="3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07386"/>
            <a:ext cx="7239000" cy="5163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07293"/>
            <a:ext cx="6458585" cy="680085"/>
          </a:xfrm>
          <a:custGeom>
            <a:avLst/>
            <a:gdLst/>
            <a:ahLst/>
            <a:cxnLst/>
            <a:rect l="l" t="t" r="r" b="b"/>
            <a:pathLst>
              <a:path w="6458585" h="680085">
                <a:moveTo>
                  <a:pt x="6458325" y="0"/>
                </a:moveTo>
                <a:lnTo>
                  <a:pt x="0" y="0"/>
                </a:lnTo>
                <a:lnTo>
                  <a:pt x="0" y="679816"/>
                </a:lnTo>
                <a:lnTo>
                  <a:pt x="6458325" y="679816"/>
                </a:lnTo>
                <a:lnTo>
                  <a:pt x="6458325" y="0"/>
                </a:lnTo>
                <a:close/>
              </a:path>
            </a:pathLst>
          </a:custGeom>
          <a:solidFill>
            <a:srgbClr val="BA4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5403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What</a:t>
            </a:r>
            <a:r>
              <a:rPr sz="3600" spc="-4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did</a:t>
            </a:r>
            <a:r>
              <a:rPr sz="3600" spc="-2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Bitcoin</a:t>
            </a:r>
            <a:r>
              <a:rPr sz="3600" spc="-2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unravel?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190" y="508557"/>
            <a:ext cx="677286" cy="67728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32514" y="1584187"/>
            <a:ext cx="8263255" cy="5274310"/>
            <a:chOff x="432514" y="1584187"/>
            <a:chExt cx="8263255" cy="52743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14" y="1584187"/>
              <a:ext cx="8263257" cy="52738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71" y="1713909"/>
              <a:ext cx="7983857" cy="51381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79174" y="2415198"/>
              <a:ext cx="3012440" cy="2308860"/>
            </a:xfrm>
            <a:custGeom>
              <a:avLst/>
              <a:gdLst/>
              <a:ahLst/>
              <a:cxnLst/>
              <a:rect l="l" t="t" r="r" b="b"/>
              <a:pathLst>
                <a:path w="3012440" h="2308860">
                  <a:moveTo>
                    <a:pt x="1505743" y="733425"/>
                  </a:moveTo>
                  <a:lnTo>
                    <a:pt x="1442164" y="734097"/>
                  </a:lnTo>
                  <a:lnTo>
                    <a:pt x="1443169" y="734097"/>
                  </a:lnTo>
                  <a:lnTo>
                    <a:pt x="1382235" y="736034"/>
                  </a:lnTo>
                  <a:lnTo>
                    <a:pt x="1321489" y="739258"/>
                  </a:lnTo>
                  <a:lnTo>
                    <a:pt x="1261480" y="743727"/>
                  </a:lnTo>
                  <a:lnTo>
                    <a:pt x="1202255" y="749417"/>
                  </a:lnTo>
                  <a:lnTo>
                    <a:pt x="1143863" y="756302"/>
                  </a:lnTo>
                  <a:lnTo>
                    <a:pt x="1086353" y="764357"/>
                  </a:lnTo>
                  <a:lnTo>
                    <a:pt x="1029774" y="773557"/>
                  </a:lnTo>
                  <a:lnTo>
                    <a:pt x="974172" y="783875"/>
                  </a:lnTo>
                  <a:lnTo>
                    <a:pt x="919598" y="795287"/>
                  </a:lnTo>
                  <a:lnTo>
                    <a:pt x="866099" y="807768"/>
                  </a:lnTo>
                  <a:lnTo>
                    <a:pt x="813723" y="821293"/>
                  </a:lnTo>
                  <a:lnTo>
                    <a:pt x="762520" y="835835"/>
                  </a:lnTo>
                  <a:lnTo>
                    <a:pt x="712538" y="851370"/>
                  </a:lnTo>
                  <a:lnTo>
                    <a:pt x="663824" y="867872"/>
                  </a:lnTo>
                  <a:lnTo>
                    <a:pt x="616428" y="885317"/>
                  </a:lnTo>
                  <a:lnTo>
                    <a:pt x="570397" y="903678"/>
                  </a:lnTo>
                  <a:lnTo>
                    <a:pt x="525781" y="922930"/>
                  </a:lnTo>
                  <a:lnTo>
                    <a:pt x="482627" y="943049"/>
                  </a:lnTo>
                  <a:lnTo>
                    <a:pt x="440984" y="964009"/>
                  </a:lnTo>
                  <a:lnTo>
                    <a:pt x="400901" y="985784"/>
                  </a:lnTo>
                  <a:lnTo>
                    <a:pt x="362426" y="1008350"/>
                  </a:lnTo>
                  <a:lnTo>
                    <a:pt x="325606" y="1031680"/>
                  </a:lnTo>
                  <a:lnTo>
                    <a:pt x="290492" y="1055751"/>
                  </a:lnTo>
                  <a:lnTo>
                    <a:pt x="257131" y="1080535"/>
                  </a:lnTo>
                  <a:lnTo>
                    <a:pt x="225571" y="1106009"/>
                  </a:lnTo>
                  <a:lnTo>
                    <a:pt x="195861" y="1132146"/>
                  </a:lnTo>
                  <a:lnTo>
                    <a:pt x="168049" y="1158922"/>
                  </a:lnTo>
                  <a:lnTo>
                    <a:pt x="118314" y="1214288"/>
                  </a:lnTo>
                  <a:lnTo>
                    <a:pt x="76754" y="1271905"/>
                  </a:lnTo>
                  <a:lnTo>
                    <a:pt x="43755" y="1331569"/>
                  </a:lnTo>
                  <a:lnTo>
                    <a:pt x="19704" y="1393078"/>
                  </a:lnTo>
                  <a:lnTo>
                    <a:pt x="4990" y="1456231"/>
                  </a:lnTo>
                  <a:lnTo>
                    <a:pt x="0" y="1520825"/>
                  </a:lnTo>
                  <a:lnTo>
                    <a:pt x="1255" y="1553289"/>
                  </a:lnTo>
                  <a:lnTo>
                    <a:pt x="11156" y="1617193"/>
                  </a:lnTo>
                  <a:lnTo>
                    <a:pt x="30587" y="1679560"/>
                  </a:lnTo>
                  <a:lnTo>
                    <a:pt x="59160" y="1740187"/>
                  </a:lnTo>
                  <a:lnTo>
                    <a:pt x="96488" y="1798872"/>
                  </a:lnTo>
                  <a:lnTo>
                    <a:pt x="142184" y="1855411"/>
                  </a:lnTo>
                  <a:lnTo>
                    <a:pt x="195861" y="1909601"/>
                  </a:lnTo>
                  <a:lnTo>
                    <a:pt x="225571" y="1935751"/>
                  </a:lnTo>
                  <a:lnTo>
                    <a:pt x="257131" y="1961239"/>
                  </a:lnTo>
                  <a:lnTo>
                    <a:pt x="290492" y="1986037"/>
                  </a:lnTo>
                  <a:lnTo>
                    <a:pt x="325606" y="2010122"/>
                  </a:lnTo>
                  <a:lnTo>
                    <a:pt x="362426" y="2033467"/>
                  </a:lnTo>
                  <a:lnTo>
                    <a:pt x="400901" y="2056048"/>
                  </a:lnTo>
                  <a:lnTo>
                    <a:pt x="440984" y="2077838"/>
                  </a:lnTo>
                  <a:lnTo>
                    <a:pt x="482627" y="2098812"/>
                  </a:lnTo>
                  <a:lnTo>
                    <a:pt x="525781" y="2118946"/>
                  </a:lnTo>
                  <a:lnTo>
                    <a:pt x="570397" y="2138213"/>
                  </a:lnTo>
                  <a:lnTo>
                    <a:pt x="616428" y="2156589"/>
                  </a:lnTo>
                  <a:lnTo>
                    <a:pt x="663824" y="2174047"/>
                  </a:lnTo>
                  <a:lnTo>
                    <a:pt x="712538" y="2190563"/>
                  </a:lnTo>
                  <a:lnTo>
                    <a:pt x="762520" y="2206112"/>
                  </a:lnTo>
                  <a:lnTo>
                    <a:pt x="813723" y="2220667"/>
                  </a:lnTo>
                  <a:lnTo>
                    <a:pt x="866099" y="2234203"/>
                  </a:lnTo>
                  <a:lnTo>
                    <a:pt x="919598" y="2246696"/>
                  </a:lnTo>
                  <a:lnTo>
                    <a:pt x="974172" y="2258119"/>
                  </a:lnTo>
                  <a:lnTo>
                    <a:pt x="1029774" y="2268447"/>
                  </a:lnTo>
                  <a:lnTo>
                    <a:pt x="1086353" y="2277656"/>
                  </a:lnTo>
                  <a:lnTo>
                    <a:pt x="1143863" y="2285719"/>
                  </a:lnTo>
                  <a:lnTo>
                    <a:pt x="1202255" y="2292611"/>
                  </a:lnTo>
                  <a:lnTo>
                    <a:pt x="1261480" y="2298307"/>
                  </a:lnTo>
                  <a:lnTo>
                    <a:pt x="1321489" y="2302781"/>
                  </a:lnTo>
                  <a:lnTo>
                    <a:pt x="1382235" y="2306008"/>
                  </a:lnTo>
                  <a:lnTo>
                    <a:pt x="1443670" y="2307963"/>
                  </a:lnTo>
                  <a:lnTo>
                    <a:pt x="1505743" y="2308621"/>
                  </a:lnTo>
                  <a:lnTo>
                    <a:pt x="1567818" y="2307963"/>
                  </a:lnTo>
                  <a:lnTo>
                    <a:pt x="1629254" y="2306008"/>
                  </a:lnTo>
                  <a:lnTo>
                    <a:pt x="1690003" y="2302781"/>
                  </a:lnTo>
                  <a:lnTo>
                    <a:pt x="1750018" y="2298307"/>
                  </a:lnTo>
                  <a:lnTo>
                    <a:pt x="1809248" y="2292611"/>
                  </a:lnTo>
                  <a:lnTo>
                    <a:pt x="1867647" y="2285719"/>
                  </a:lnTo>
                  <a:lnTo>
                    <a:pt x="1925165" y="2277656"/>
                  </a:lnTo>
                  <a:lnTo>
                    <a:pt x="1981754" y="2268447"/>
                  </a:lnTo>
                  <a:lnTo>
                    <a:pt x="2037365" y="2258119"/>
                  </a:lnTo>
                  <a:lnTo>
                    <a:pt x="2091950" y="2246696"/>
                  </a:lnTo>
                  <a:lnTo>
                    <a:pt x="2145461" y="2234203"/>
                  </a:lnTo>
                  <a:lnTo>
                    <a:pt x="2197848" y="2220667"/>
                  </a:lnTo>
                  <a:lnTo>
                    <a:pt x="2249064" y="2206112"/>
                  </a:lnTo>
                  <a:lnTo>
                    <a:pt x="2299060" y="2190563"/>
                  </a:lnTo>
                  <a:lnTo>
                    <a:pt x="2347787" y="2174047"/>
                  </a:lnTo>
                  <a:lnTo>
                    <a:pt x="2395198" y="2156589"/>
                  </a:lnTo>
                  <a:lnTo>
                    <a:pt x="2441243" y="2138213"/>
                  </a:lnTo>
                  <a:lnTo>
                    <a:pt x="2485874" y="2118946"/>
                  </a:lnTo>
                  <a:lnTo>
                    <a:pt x="2529042" y="2098812"/>
                  </a:lnTo>
                  <a:lnTo>
                    <a:pt x="2570700" y="2077838"/>
                  </a:lnTo>
                  <a:lnTo>
                    <a:pt x="2610798" y="2056048"/>
                  </a:lnTo>
                  <a:lnTo>
                    <a:pt x="2649288" y="2033467"/>
                  </a:lnTo>
                  <a:lnTo>
                    <a:pt x="2686122" y="2010122"/>
                  </a:lnTo>
                  <a:lnTo>
                    <a:pt x="2721251" y="1986037"/>
                  </a:lnTo>
                  <a:lnTo>
                    <a:pt x="2754626" y="1961239"/>
                  </a:lnTo>
                  <a:lnTo>
                    <a:pt x="2786200" y="1935751"/>
                  </a:lnTo>
                  <a:lnTo>
                    <a:pt x="2815923" y="1909601"/>
                  </a:lnTo>
                  <a:lnTo>
                    <a:pt x="2843748" y="1882812"/>
                  </a:lnTo>
                  <a:lnTo>
                    <a:pt x="2893506" y="1827422"/>
                  </a:lnTo>
                  <a:lnTo>
                    <a:pt x="2935088" y="1769785"/>
                  </a:lnTo>
                  <a:lnTo>
                    <a:pt x="2968104" y="1710104"/>
                  </a:lnTo>
                  <a:lnTo>
                    <a:pt x="2992167" y="1648581"/>
                  </a:lnTo>
                  <a:lnTo>
                    <a:pt x="3006890" y="1585421"/>
                  </a:lnTo>
                  <a:lnTo>
                    <a:pt x="3011883" y="1520825"/>
                  </a:lnTo>
                  <a:lnTo>
                    <a:pt x="3010269" y="1484064"/>
                  </a:lnTo>
                  <a:lnTo>
                    <a:pt x="2997565" y="1411897"/>
                  </a:lnTo>
                  <a:lnTo>
                    <a:pt x="2972702" y="1341780"/>
                  </a:lnTo>
                  <a:lnTo>
                    <a:pt x="2955888" y="1307581"/>
                  </a:lnTo>
                  <a:lnTo>
                    <a:pt x="2936247" y="1274003"/>
                  </a:lnTo>
                  <a:lnTo>
                    <a:pt x="2913850" y="1241083"/>
                  </a:lnTo>
                  <a:lnTo>
                    <a:pt x="2888767" y="1208858"/>
                  </a:lnTo>
                  <a:lnTo>
                    <a:pt x="2861070" y="1177363"/>
                  </a:lnTo>
                  <a:lnTo>
                    <a:pt x="2830830" y="1146635"/>
                  </a:lnTo>
                  <a:lnTo>
                    <a:pt x="2798118" y="1116710"/>
                  </a:lnTo>
                  <a:lnTo>
                    <a:pt x="2763004" y="1087626"/>
                  </a:lnTo>
                  <a:lnTo>
                    <a:pt x="2725560" y="1059417"/>
                  </a:lnTo>
                  <a:lnTo>
                    <a:pt x="2685856" y="1032121"/>
                  </a:lnTo>
                  <a:lnTo>
                    <a:pt x="2643963" y="1005773"/>
                  </a:lnTo>
                  <a:lnTo>
                    <a:pt x="2599953" y="980411"/>
                  </a:lnTo>
                  <a:lnTo>
                    <a:pt x="2553896" y="956071"/>
                  </a:lnTo>
                  <a:lnTo>
                    <a:pt x="2505864" y="932789"/>
                  </a:lnTo>
                  <a:lnTo>
                    <a:pt x="2455926" y="910601"/>
                  </a:lnTo>
                  <a:lnTo>
                    <a:pt x="2404155" y="889544"/>
                  </a:lnTo>
                  <a:lnTo>
                    <a:pt x="2350620" y="869654"/>
                  </a:lnTo>
                  <a:lnTo>
                    <a:pt x="2295394" y="850968"/>
                  </a:lnTo>
                  <a:lnTo>
                    <a:pt x="2238547" y="833522"/>
                  </a:lnTo>
                  <a:lnTo>
                    <a:pt x="2180149" y="817352"/>
                  </a:lnTo>
                  <a:lnTo>
                    <a:pt x="2120272" y="802495"/>
                  </a:lnTo>
                  <a:lnTo>
                    <a:pt x="2058987" y="788987"/>
                  </a:lnTo>
                  <a:lnTo>
                    <a:pt x="2073469" y="742552"/>
                  </a:lnTo>
                  <a:lnTo>
                    <a:pt x="1722437" y="742552"/>
                  </a:lnTo>
                  <a:lnTo>
                    <a:pt x="1669028" y="738865"/>
                  </a:lnTo>
                  <a:lnTo>
                    <a:pt x="1616190" y="736034"/>
                  </a:lnTo>
                  <a:lnTo>
                    <a:pt x="1616758" y="736034"/>
                  </a:lnTo>
                  <a:lnTo>
                    <a:pt x="1560749" y="734097"/>
                  </a:lnTo>
                  <a:lnTo>
                    <a:pt x="1505743" y="733425"/>
                  </a:lnTo>
                  <a:close/>
                </a:path>
                <a:path w="3012440" h="2308860">
                  <a:moveTo>
                    <a:pt x="2305050" y="0"/>
                  </a:moveTo>
                  <a:lnTo>
                    <a:pt x="1722437" y="742552"/>
                  </a:lnTo>
                  <a:lnTo>
                    <a:pt x="2073469" y="742552"/>
                  </a:lnTo>
                  <a:lnTo>
                    <a:pt x="2305050" y="0"/>
                  </a:lnTo>
                  <a:close/>
                </a:path>
              </a:pathLst>
            </a:custGeom>
            <a:solidFill>
              <a:srgbClr val="006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55752" y="3464622"/>
            <a:ext cx="2058670" cy="10998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agree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sequence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txs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distributed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fashion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039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aka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blockchain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91200" y="2427909"/>
            <a:ext cx="3315970" cy="2770505"/>
          </a:xfrm>
          <a:custGeom>
            <a:avLst/>
            <a:gdLst/>
            <a:ahLst/>
            <a:cxnLst/>
            <a:rect l="l" t="t" r="r" b="b"/>
            <a:pathLst>
              <a:path w="3315970" h="2770504">
                <a:moveTo>
                  <a:pt x="1092200" y="0"/>
                </a:moveTo>
                <a:lnTo>
                  <a:pt x="1215231" y="994966"/>
                </a:lnTo>
                <a:lnTo>
                  <a:pt x="1153918" y="1004922"/>
                </a:lnTo>
                <a:lnTo>
                  <a:pt x="1093619" y="1016117"/>
                </a:lnTo>
                <a:lnTo>
                  <a:pt x="1034384" y="1028521"/>
                </a:lnTo>
                <a:lnTo>
                  <a:pt x="976263" y="1042108"/>
                </a:lnTo>
                <a:lnTo>
                  <a:pt x="919307" y="1056852"/>
                </a:lnTo>
                <a:lnTo>
                  <a:pt x="863566" y="1072725"/>
                </a:lnTo>
                <a:lnTo>
                  <a:pt x="809089" y="1089700"/>
                </a:lnTo>
                <a:lnTo>
                  <a:pt x="755928" y="1107750"/>
                </a:lnTo>
                <a:lnTo>
                  <a:pt x="704132" y="1126847"/>
                </a:lnTo>
                <a:lnTo>
                  <a:pt x="653752" y="1146966"/>
                </a:lnTo>
                <a:lnTo>
                  <a:pt x="604838" y="1168078"/>
                </a:lnTo>
                <a:lnTo>
                  <a:pt x="557440" y="1190157"/>
                </a:lnTo>
                <a:lnTo>
                  <a:pt x="511609" y="1213176"/>
                </a:lnTo>
                <a:lnTo>
                  <a:pt x="467394" y="1237108"/>
                </a:lnTo>
                <a:lnTo>
                  <a:pt x="424847" y="1261925"/>
                </a:lnTo>
                <a:lnTo>
                  <a:pt x="384016" y="1287600"/>
                </a:lnTo>
                <a:lnTo>
                  <a:pt x="344953" y="1314107"/>
                </a:lnTo>
                <a:lnTo>
                  <a:pt x="307708" y="1341418"/>
                </a:lnTo>
                <a:lnTo>
                  <a:pt x="272331" y="1369507"/>
                </a:lnTo>
                <a:lnTo>
                  <a:pt x="238872" y="1398345"/>
                </a:lnTo>
                <a:lnTo>
                  <a:pt x="207381" y="1427907"/>
                </a:lnTo>
                <a:lnTo>
                  <a:pt x="177910" y="1458166"/>
                </a:lnTo>
                <a:lnTo>
                  <a:pt x="150507" y="1489093"/>
                </a:lnTo>
                <a:lnTo>
                  <a:pt x="125223" y="1520662"/>
                </a:lnTo>
                <a:lnTo>
                  <a:pt x="102109" y="1552846"/>
                </a:lnTo>
                <a:lnTo>
                  <a:pt x="81215" y="1585618"/>
                </a:lnTo>
                <a:lnTo>
                  <a:pt x="62590" y="1618951"/>
                </a:lnTo>
                <a:lnTo>
                  <a:pt x="32352" y="1687190"/>
                </a:lnTo>
                <a:lnTo>
                  <a:pt x="11797" y="1757349"/>
                </a:lnTo>
                <a:lnTo>
                  <a:pt x="1327" y="1829209"/>
                </a:lnTo>
                <a:lnTo>
                  <a:pt x="0" y="1865710"/>
                </a:lnTo>
                <a:lnTo>
                  <a:pt x="1118" y="1898860"/>
                </a:lnTo>
                <a:lnTo>
                  <a:pt x="10169" y="1966446"/>
                </a:lnTo>
                <a:lnTo>
                  <a:pt x="27914" y="2031850"/>
                </a:lnTo>
                <a:lnTo>
                  <a:pt x="54059" y="2095647"/>
                </a:lnTo>
                <a:lnTo>
                  <a:pt x="88281" y="2157662"/>
                </a:lnTo>
                <a:lnTo>
                  <a:pt x="130262" y="2217720"/>
                </a:lnTo>
                <a:lnTo>
                  <a:pt x="179680" y="2275645"/>
                </a:lnTo>
                <a:lnTo>
                  <a:pt x="207078" y="2303753"/>
                </a:lnTo>
                <a:lnTo>
                  <a:pt x="236215" y="2331263"/>
                </a:lnTo>
                <a:lnTo>
                  <a:pt x="267051" y="2358151"/>
                </a:lnTo>
                <a:lnTo>
                  <a:pt x="299547" y="2384398"/>
                </a:lnTo>
                <a:lnTo>
                  <a:pt x="333662" y="2409979"/>
                </a:lnTo>
                <a:lnTo>
                  <a:pt x="369356" y="2434875"/>
                </a:lnTo>
                <a:lnTo>
                  <a:pt x="406588" y="2459062"/>
                </a:lnTo>
                <a:lnTo>
                  <a:pt x="445320" y="2482519"/>
                </a:lnTo>
                <a:lnTo>
                  <a:pt x="485511" y="2505225"/>
                </a:lnTo>
                <a:lnTo>
                  <a:pt x="527120" y="2527156"/>
                </a:lnTo>
                <a:lnTo>
                  <a:pt x="570108" y="2548291"/>
                </a:lnTo>
                <a:lnTo>
                  <a:pt x="614435" y="2568609"/>
                </a:lnTo>
                <a:lnTo>
                  <a:pt x="660061" y="2588088"/>
                </a:lnTo>
                <a:lnTo>
                  <a:pt x="706946" y="2606705"/>
                </a:lnTo>
                <a:lnTo>
                  <a:pt x="755048" y="2624438"/>
                </a:lnTo>
                <a:lnTo>
                  <a:pt x="804330" y="2641267"/>
                </a:lnTo>
                <a:lnTo>
                  <a:pt x="854750" y="2657168"/>
                </a:lnTo>
                <a:lnTo>
                  <a:pt x="906269" y="2672121"/>
                </a:lnTo>
                <a:lnTo>
                  <a:pt x="958845" y="2686102"/>
                </a:lnTo>
                <a:lnTo>
                  <a:pt x="1012441" y="2699091"/>
                </a:lnTo>
                <a:lnTo>
                  <a:pt x="1067014" y="2711065"/>
                </a:lnTo>
                <a:lnTo>
                  <a:pt x="1122526" y="2722003"/>
                </a:lnTo>
                <a:lnTo>
                  <a:pt x="1178936" y="2731882"/>
                </a:lnTo>
                <a:lnTo>
                  <a:pt x="1236204" y="2740681"/>
                </a:lnTo>
                <a:lnTo>
                  <a:pt x="1294291" y="2748378"/>
                </a:lnTo>
                <a:lnTo>
                  <a:pt x="1353155" y="2754951"/>
                </a:lnTo>
                <a:lnTo>
                  <a:pt x="1412757" y="2760377"/>
                </a:lnTo>
                <a:lnTo>
                  <a:pt x="1473058" y="2764636"/>
                </a:lnTo>
                <a:lnTo>
                  <a:pt x="1536173" y="2767814"/>
                </a:lnTo>
                <a:lnTo>
                  <a:pt x="1537616" y="2767814"/>
                </a:lnTo>
                <a:lnTo>
                  <a:pt x="1596501" y="2769590"/>
                </a:lnTo>
                <a:lnTo>
                  <a:pt x="1598324" y="2769590"/>
                </a:lnTo>
                <a:lnTo>
                  <a:pt x="1657746" y="2770187"/>
                </a:lnTo>
                <a:lnTo>
                  <a:pt x="1718525" y="2769590"/>
                </a:lnTo>
                <a:lnTo>
                  <a:pt x="1778754" y="2767814"/>
                </a:lnTo>
                <a:lnTo>
                  <a:pt x="1838395" y="2764878"/>
                </a:lnTo>
                <a:lnTo>
                  <a:pt x="1897411" y="2760804"/>
                </a:lnTo>
                <a:lnTo>
                  <a:pt x="1955763" y="2755611"/>
                </a:lnTo>
                <a:lnTo>
                  <a:pt x="2013416" y="2749320"/>
                </a:lnTo>
                <a:lnTo>
                  <a:pt x="2070330" y="2741952"/>
                </a:lnTo>
                <a:lnTo>
                  <a:pt x="2126469" y="2733526"/>
                </a:lnTo>
                <a:lnTo>
                  <a:pt x="2181795" y="2724065"/>
                </a:lnTo>
                <a:lnTo>
                  <a:pt x="2236271" y="2713587"/>
                </a:lnTo>
                <a:lnTo>
                  <a:pt x="2289859" y="2702113"/>
                </a:lnTo>
                <a:lnTo>
                  <a:pt x="2342522" y="2689664"/>
                </a:lnTo>
                <a:lnTo>
                  <a:pt x="2394221" y="2676261"/>
                </a:lnTo>
                <a:lnTo>
                  <a:pt x="2444921" y="2661923"/>
                </a:lnTo>
                <a:lnTo>
                  <a:pt x="2494582" y="2646672"/>
                </a:lnTo>
                <a:lnTo>
                  <a:pt x="2543169" y="2630527"/>
                </a:lnTo>
                <a:lnTo>
                  <a:pt x="2590642" y="2613510"/>
                </a:lnTo>
                <a:lnTo>
                  <a:pt x="2636965" y="2595640"/>
                </a:lnTo>
                <a:lnTo>
                  <a:pt x="2682101" y="2576938"/>
                </a:lnTo>
                <a:lnTo>
                  <a:pt x="2726011" y="2557424"/>
                </a:lnTo>
                <a:lnTo>
                  <a:pt x="2768658" y="2537120"/>
                </a:lnTo>
                <a:lnTo>
                  <a:pt x="2810005" y="2516045"/>
                </a:lnTo>
                <a:lnTo>
                  <a:pt x="2850015" y="2494220"/>
                </a:lnTo>
                <a:lnTo>
                  <a:pt x="2888649" y="2471665"/>
                </a:lnTo>
                <a:lnTo>
                  <a:pt x="2925870" y="2448402"/>
                </a:lnTo>
                <a:lnTo>
                  <a:pt x="2961641" y="2424449"/>
                </a:lnTo>
                <a:lnTo>
                  <a:pt x="2995925" y="2399828"/>
                </a:lnTo>
                <a:lnTo>
                  <a:pt x="3028683" y="2374560"/>
                </a:lnTo>
                <a:lnTo>
                  <a:pt x="3059879" y="2348664"/>
                </a:lnTo>
                <a:lnTo>
                  <a:pt x="3089474" y="2322161"/>
                </a:lnTo>
                <a:lnTo>
                  <a:pt x="3117432" y="2295072"/>
                </a:lnTo>
                <a:lnTo>
                  <a:pt x="3143714" y="2267417"/>
                </a:lnTo>
                <a:lnTo>
                  <a:pt x="3191104" y="2210491"/>
                </a:lnTo>
                <a:lnTo>
                  <a:pt x="3231343" y="2151546"/>
                </a:lnTo>
                <a:lnTo>
                  <a:pt x="3264132" y="2090747"/>
                </a:lnTo>
                <a:lnTo>
                  <a:pt x="3289170" y="2028257"/>
                </a:lnTo>
                <a:lnTo>
                  <a:pt x="3306158" y="1964240"/>
                </a:lnTo>
                <a:lnTo>
                  <a:pt x="3314721" y="1899610"/>
                </a:lnTo>
                <a:lnTo>
                  <a:pt x="3314796" y="1898860"/>
                </a:lnTo>
                <a:lnTo>
                  <a:pt x="3315889" y="1865710"/>
                </a:lnTo>
                <a:lnTo>
                  <a:pt x="3314796" y="1832560"/>
                </a:lnTo>
                <a:lnTo>
                  <a:pt x="3311539" y="1799711"/>
                </a:lnTo>
                <a:lnTo>
                  <a:pt x="3298689" y="1734998"/>
                </a:lnTo>
                <a:lnTo>
                  <a:pt x="3277639" y="1671735"/>
                </a:lnTo>
                <a:lnTo>
                  <a:pt x="3248688" y="1610084"/>
                </a:lnTo>
                <a:lnTo>
                  <a:pt x="3212136" y="1550209"/>
                </a:lnTo>
                <a:lnTo>
                  <a:pt x="3168284" y="1492273"/>
                </a:lnTo>
                <a:lnTo>
                  <a:pt x="3117432" y="1436439"/>
                </a:lnTo>
                <a:lnTo>
                  <a:pt x="3089474" y="1409361"/>
                </a:lnTo>
                <a:lnTo>
                  <a:pt x="3059879" y="1382870"/>
                </a:lnTo>
                <a:lnTo>
                  <a:pt x="3028683" y="1356987"/>
                </a:lnTo>
                <a:lnTo>
                  <a:pt x="2995925" y="1331731"/>
                </a:lnTo>
                <a:lnTo>
                  <a:pt x="2961641" y="1307123"/>
                </a:lnTo>
                <a:lnTo>
                  <a:pt x="2925870" y="1283183"/>
                </a:lnTo>
                <a:lnTo>
                  <a:pt x="2888649" y="1259932"/>
                </a:lnTo>
                <a:lnTo>
                  <a:pt x="2850015" y="1237391"/>
                </a:lnTo>
                <a:lnTo>
                  <a:pt x="2810005" y="1215579"/>
                </a:lnTo>
                <a:lnTo>
                  <a:pt x="2768658" y="1194517"/>
                </a:lnTo>
                <a:lnTo>
                  <a:pt x="2726011" y="1174226"/>
                </a:lnTo>
                <a:lnTo>
                  <a:pt x="2682101" y="1154726"/>
                </a:lnTo>
                <a:lnTo>
                  <a:pt x="2636965" y="1136037"/>
                </a:lnTo>
                <a:lnTo>
                  <a:pt x="2590642" y="1118179"/>
                </a:lnTo>
                <a:lnTo>
                  <a:pt x="2543169" y="1101174"/>
                </a:lnTo>
                <a:lnTo>
                  <a:pt x="2494582" y="1085041"/>
                </a:lnTo>
                <a:lnTo>
                  <a:pt x="2444921" y="1069801"/>
                </a:lnTo>
                <a:lnTo>
                  <a:pt x="2394221" y="1055475"/>
                </a:lnTo>
                <a:lnTo>
                  <a:pt x="2342624" y="1042108"/>
                </a:lnTo>
                <a:lnTo>
                  <a:pt x="2289859" y="1029643"/>
                </a:lnTo>
                <a:lnTo>
                  <a:pt x="2236271" y="1018179"/>
                </a:lnTo>
                <a:lnTo>
                  <a:pt x="2181795" y="1007710"/>
                </a:lnTo>
                <a:lnTo>
                  <a:pt x="2126469" y="998256"/>
                </a:lnTo>
                <a:lnTo>
                  <a:pt x="2070330" y="989838"/>
                </a:lnTo>
                <a:lnTo>
                  <a:pt x="2013416" y="982476"/>
                </a:lnTo>
                <a:lnTo>
                  <a:pt x="1955763" y="976191"/>
                </a:lnTo>
                <a:lnTo>
                  <a:pt x="1897411" y="971003"/>
                </a:lnTo>
                <a:lnTo>
                  <a:pt x="1838395" y="966932"/>
                </a:lnTo>
                <a:lnTo>
                  <a:pt x="1778965" y="964010"/>
                </a:lnTo>
                <a:lnTo>
                  <a:pt x="1576783" y="964010"/>
                </a:lnTo>
                <a:lnTo>
                  <a:pt x="1092200" y="0"/>
                </a:lnTo>
                <a:close/>
              </a:path>
              <a:path w="3315970" h="2770504">
                <a:moveTo>
                  <a:pt x="1657746" y="961628"/>
                </a:moveTo>
                <a:lnTo>
                  <a:pt x="1637360" y="961900"/>
                </a:lnTo>
                <a:lnTo>
                  <a:pt x="1576783" y="964010"/>
                </a:lnTo>
                <a:lnTo>
                  <a:pt x="1779106" y="964010"/>
                </a:lnTo>
                <a:lnTo>
                  <a:pt x="1718525" y="962224"/>
                </a:lnTo>
                <a:lnTo>
                  <a:pt x="1657746" y="961628"/>
                </a:lnTo>
                <a:close/>
              </a:path>
            </a:pathLst>
          </a:custGeom>
          <a:solidFill>
            <a:srgbClr val="BA4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68581" y="3722354"/>
            <a:ext cx="2961640" cy="13665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32639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monetary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policy,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i.e.,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money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generated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010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distributed</a:t>
            </a:r>
            <a:endParaRPr sz="1800">
              <a:latin typeface="Arial MT"/>
              <a:cs typeface="Arial MT"/>
            </a:endParaRPr>
          </a:p>
          <a:p>
            <a:pPr marL="152400" marR="145415" algn="ctr">
              <a:lnSpc>
                <a:spcPts val="21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aka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cryptocurrency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(an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application)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7228" y="1912053"/>
            <a:ext cx="6066155" cy="3048000"/>
            <a:chOff x="777228" y="1912053"/>
            <a:chExt cx="6066155" cy="30480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3752" y="2196135"/>
              <a:ext cx="2239341" cy="889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41852" y="2227885"/>
              <a:ext cx="2163445" cy="0"/>
            </a:xfrm>
            <a:custGeom>
              <a:avLst/>
              <a:gdLst/>
              <a:ahLst/>
              <a:cxnLst/>
              <a:rect l="l" t="t" r="r" b="b"/>
              <a:pathLst>
                <a:path w="2163445">
                  <a:moveTo>
                    <a:pt x="0" y="0"/>
                  </a:moveTo>
                  <a:lnTo>
                    <a:pt x="2163141" y="0"/>
                  </a:lnTo>
                </a:path>
              </a:pathLst>
            </a:custGeom>
            <a:ln w="127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4653" y="2196135"/>
              <a:ext cx="1246597" cy="889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12753" y="2227885"/>
              <a:ext cx="1170940" cy="0"/>
            </a:xfrm>
            <a:custGeom>
              <a:avLst/>
              <a:gdLst/>
              <a:ahLst/>
              <a:cxnLst/>
              <a:rect l="l" t="t" r="r" b="b"/>
              <a:pathLst>
                <a:path w="1170939">
                  <a:moveTo>
                    <a:pt x="0" y="0"/>
                  </a:moveTo>
                  <a:lnTo>
                    <a:pt x="1170397" y="0"/>
                  </a:lnTo>
                </a:path>
              </a:pathLst>
            </a:custGeom>
            <a:ln w="12700">
              <a:solidFill>
                <a:srgbClr val="006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228" y="1912053"/>
              <a:ext cx="4009390" cy="3048000"/>
            </a:xfrm>
            <a:custGeom>
              <a:avLst/>
              <a:gdLst/>
              <a:ahLst/>
              <a:cxnLst/>
              <a:rect l="l" t="t" r="r" b="b"/>
              <a:pathLst>
                <a:path w="4009390" h="3048000">
                  <a:moveTo>
                    <a:pt x="1726783" y="3035300"/>
                  </a:moveTo>
                  <a:lnTo>
                    <a:pt x="1745380" y="3048000"/>
                  </a:lnTo>
                  <a:lnTo>
                    <a:pt x="1762175" y="3048000"/>
                  </a:lnTo>
                  <a:lnTo>
                    <a:pt x="1726783" y="3035300"/>
                  </a:lnTo>
                  <a:close/>
                </a:path>
                <a:path w="4009390" h="3048000">
                  <a:moveTo>
                    <a:pt x="1779179" y="3035300"/>
                  </a:moveTo>
                  <a:lnTo>
                    <a:pt x="1761628" y="3035300"/>
                  </a:lnTo>
                  <a:lnTo>
                    <a:pt x="1778010" y="3048000"/>
                  </a:lnTo>
                  <a:lnTo>
                    <a:pt x="1784530" y="3048000"/>
                  </a:lnTo>
                  <a:lnTo>
                    <a:pt x="1779179" y="3035300"/>
                  </a:lnTo>
                  <a:close/>
                </a:path>
                <a:path w="4009390" h="3048000">
                  <a:moveTo>
                    <a:pt x="2233697" y="3035300"/>
                  </a:moveTo>
                  <a:lnTo>
                    <a:pt x="1800780" y="3035300"/>
                  </a:lnTo>
                  <a:lnTo>
                    <a:pt x="1813475" y="3048000"/>
                  </a:lnTo>
                  <a:lnTo>
                    <a:pt x="2212123" y="3048000"/>
                  </a:lnTo>
                  <a:lnTo>
                    <a:pt x="2233697" y="3035300"/>
                  </a:lnTo>
                  <a:close/>
                </a:path>
                <a:path w="4009390" h="3048000">
                  <a:moveTo>
                    <a:pt x="1634095" y="3022600"/>
                  </a:moveTo>
                  <a:lnTo>
                    <a:pt x="1620645" y="3022600"/>
                  </a:lnTo>
                  <a:lnTo>
                    <a:pt x="1664707" y="3035300"/>
                  </a:lnTo>
                  <a:lnTo>
                    <a:pt x="1634095" y="3022600"/>
                  </a:lnTo>
                  <a:close/>
                </a:path>
                <a:path w="4009390" h="3048000">
                  <a:moveTo>
                    <a:pt x="2335114" y="3022600"/>
                  </a:moveTo>
                  <a:lnTo>
                    <a:pt x="1665930" y="3022600"/>
                  </a:lnTo>
                  <a:lnTo>
                    <a:pt x="1686211" y="3035300"/>
                  </a:lnTo>
                  <a:lnTo>
                    <a:pt x="2314001" y="3035300"/>
                  </a:lnTo>
                  <a:lnTo>
                    <a:pt x="2335114" y="3022600"/>
                  </a:lnTo>
                  <a:close/>
                </a:path>
                <a:path w="4009390" h="3048000">
                  <a:moveTo>
                    <a:pt x="2341750" y="3022600"/>
                  </a:moveTo>
                  <a:lnTo>
                    <a:pt x="2335114" y="3022600"/>
                  </a:lnTo>
                  <a:lnTo>
                    <a:pt x="2324647" y="3035300"/>
                  </a:lnTo>
                  <a:lnTo>
                    <a:pt x="2341750" y="3022600"/>
                  </a:lnTo>
                  <a:close/>
                </a:path>
                <a:path w="4009390" h="3048000">
                  <a:moveTo>
                    <a:pt x="1759533" y="3009900"/>
                  </a:moveTo>
                  <a:lnTo>
                    <a:pt x="1566324" y="3009900"/>
                  </a:lnTo>
                  <a:lnTo>
                    <a:pt x="1575774" y="3022600"/>
                  </a:lnTo>
                  <a:lnTo>
                    <a:pt x="1781396" y="3022600"/>
                  </a:lnTo>
                  <a:lnTo>
                    <a:pt x="1759533" y="3009900"/>
                  </a:lnTo>
                  <a:close/>
                </a:path>
                <a:path w="4009390" h="3048000">
                  <a:moveTo>
                    <a:pt x="2128346" y="3009900"/>
                  </a:moveTo>
                  <a:lnTo>
                    <a:pt x="1780482" y="3009900"/>
                  </a:lnTo>
                  <a:lnTo>
                    <a:pt x="1793512" y="3022600"/>
                  </a:lnTo>
                  <a:lnTo>
                    <a:pt x="2129360" y="3022600"/>
                  </a:lnTo>
                  <a:lnTo>
                    <a:pt x="2128346" y="3009900"/>
                  </a:lnTo>
                  <a:close/>
                </a:path>
                <a:path w="4009390" h="3048000">
                  <a:moveTo>
                    <a:pt x="2138321" y="3009900"/>
                  </a:moveTo>
                  <a:lnTo>
                    <a:pt x="2129360" y="3022600"/>
                  </a:lnTo>
                  <a:lnTo>
                    <a:pt x="2138346" y="3022600"/>
                  </a:lnTo>
                  <a:lnTo>
                    <a:pt x="2138321" y="3009900"/>
                  </a:lnTo>
                  <a:close/>
                </a:path>
                <a:path w="4009390" h="3048000">
                  <a:moveTo>
                    <a:pt x="2174093" y="3009900"/>
                  </a:moveTo>
                  <a:lnTo>
                    <a:pt x="2145812" y="3009900"/>
                  </a:lnTo>
                  <a:lnTo>
                    <a:pt x="2138346" y="3022600"/>
                  </a:lnTo>
                  <a:lnTo>
                    <a:pt x="2160346" y="3022600"/>
                  </a:lnTo>
                  <a:lnTo>
                    <a:pt x="2174093" y="3009900"/>
                  </a:lnTo>
                  <a:close/>
                </a:path>
                <a:path w="4009390" h="3048000">
                  <a:moveTo>
                    <a:pt x="2353771" y="3009900"/>
                  </a:moveTo>
                  <a:lnTo>
                    <a:pt x="2191353" y="3009900"/>
                  </a:lnTo>
                  <a:lnTo>
                    <a:pt x="2170165" y="3022600"/>
                  </a:lnTo>
                  <a:lnTo>
                    <a:pt x="2348890" y="3022600"/>
                  </a:lnTo>
                  <a:lnTo>
                    <a:pt x="2353771" y="3009900"/>
                  </a:lnTo>
                  <a:close/>
                </a:path>
                <a:path w="4009390" h="3048000">
                  <a:moveTo>
                    <a:pt x="2413359" y="3009900"/>
                  </a:moveTo>
                  <a:lnTo>
                    <a:pt x="2370270" y="3009900"/>
                  </a:lnTo>
                  <a:lnTo>
                    <a:pt x="2356069" y="3022600"/>
                  </a:lnTo>
                  <a:lnTo>
                    <a:pt x="2386702" y="3022600"/>
                  </a:lnTo>
                  <a:lnTo>
                    <a:pt x="2413359" y="3009900"/>
                  </a:lnTo>
                  <a:close/>
                </a:path>
                <a:path w="4009390" h="3048000">
                  <a:moveTo>
                    <a:pt x="2437434" y="3009900"/>
                  </a:moveTo>
                  <a:lnTo>
                    <a:pt x="2427308" y="3009900"/>
                  </a:lnTo>
                  <a:lnTo>
                    <a:pt x="2411711" y="3022600"/>
                  </a:lnTo>
                  <a:lnTo>
                    <a:pt x="2416730" y="3022600"/>
                  </a:lnTo>
                  <a:lnTo>
                    <a:pt x="2437434" y="3009900"/>
                  </a:lnTo>
                  <a:close/>
                </a:path>
                <a:path w="4009390" h="3048000">
                  <a:moveTo>
                    <a:pt x="1774958" y="2997243"/>
                  </a:moveTo>
                  <a:lnTo>
                    <a:pt x="1503279" y="2997243"/>
                  </a:lnTo>
                  <a:lnTo>
                    <a:pt x="1512626" y="3009900"/>
                  </a:lnTo>
                  <a:lnTo>
                    <a:pt x="1808017" y="3009900"/>
                  </a:lnTo>
                  <a:lnTo>
                    <a:pt x="1774958" y="2997243"/>
                  </a:lnTo>
                  <a:close/>
                </a:path>
                <a:path w="4009390" h="3048000">
                  <a:moveTo>
                    <a:pt x="2326247" y="2997243"/>
                  </a:moveTo>
                  <a:lnTo>
                    <a:pt x="2310715" y="2997243"/>
                  </a:lnTo>
                  <a:lnTo>
                    <a:pt x="2285759" y="3009900"/>
                  </a:lnTo>
                  <a:lnTo>
                    <a:pt x="2311332" y="3009900"/>
                  </a:lnTo>
                  <a:lnTo>
                    <a:pt x="2326247" y="2997243"/>
                  </a:lnTo>
                  <a:close/>
                </a:path>
                <a:path w="4009390" h="3048000">
                  <a:moveTo>
                    <a:pt x="2328211" y="3001757"/>
                  </a:moveTo>
                  <a:lnTo>
                    <a:pt x="2311332" y="3009900"/>
                  </a:lnTo>
                  <a:lnTo>
                    <a:pt x="2321094" y="3009900"/>
                  </a:lnTo>
                  <a:lnTo>
                    <a:pt x="2328211" y="3001757"/>
                  </a:lnTo>
                  <a:close/>
                </a:path>
                <a:path w="4009390" h="3048000">
                  <a:moveTo>
                    <a:pt x="2337802" y="2997243"/>
                  </a:moveTo>
                  <a:lnTo>
                    <a:pt x="2331222" y="3000305"/>
                  </a:lnTo>
                  <a:lnTo>
                    <a:pt x="2321094" y="3009900"/>
                  </a:lnTo>
                  <a:lnTo>
                    <a:pt x="2327282" y="3009900"/>
                  </a:lnTo>
                  <a:lnTo>
                    <a:pt x="2337802" y="2997243"/>
                  </a:lnTo>
                  <a:close/>
                </a:path>
                <a:path w="4009390" h="3048000">
                  <a:moveTo>
                    <a:pt x="2515018" y="2997243"/>
                  </a:moveTo>
                  <a:lnTo>
                    <a:pt x="2357615" y="2997243"/>
                  </a:lnTo>
                  <a:lnTo>
                    <a:pt x="2337260" y="3009900"/>
                  </a:lnTo>
                  <a:lnTo>
                    <a:pt x="2487972" y="3009900"/>
                  </a:lnTo>
                  <a:lnTo>
                    <a:pt x="2515018" y="2997243"/>
                  </a:lnTo>
                  <a:close/>
                </a:path>
                <a:path w="4009390" h="3048000">
                  <a:moveTo>
                    <a:pt x="2334455" y="2997243"/>
                  </a:moveTo>
                  <a:lnTo>
                    <a:pt x="2332157" y="2997243"/>
                  </a:lnTo>
                  <a:lnTo>
                    <a:pt x="2328211" y="3001757"/>
                  </a:lnTo>
                  <a:lnTo>
                    <a:pt x="2331222" y="3000305"/>
                  </a:lnTo>
                  <a:lnTo>
                    <a:pt x="2334455" y="2997243"/>
                  </a:lnTo>
                  <a:close/>
                </a:path>
                <a:path w="4009390" h="3048000">
                  <a:moveTo>
                    <a:pt x="1563155" y="2984500"/>
                  </a:moveTo>
                  <a:lnTo>
                    <a:pt x="1438784" y="2984500"/>
                  </a:lnTo>
                  <a:lnTo>
                    <a:pt x="1452864" y="2997243"/>
                  </a:lnTo>
                  <a:lnTo>
                    <a:pt x="1575721" y="2997243"/>
                  </a:lnTo>
                  <a:lnTo>
                    <a:pt x="1572814" y="2993050"/>
                  </a:lnTo>
                  <a:lnTo>
                    <a:pt x="1563155" y="2984500"/>
                  </a:lnTo>
                  <a:close/>
                </a:path>
                <a:path w="4009390" h="3048000">
                  <a:moveTo>
                    <a:pt x="1572814" y="2993050"/>
                  </a:moveTo>
                  <a:lnTo>
                    <a:pt x="1575721" y="2997243"/>
                  </a:lnTo>
                  <a:lnTo>
                    <a:pt x="1577551" y="2997243"/>
                  </a:lnTo>
                  <a:lnTo>
                    <a:pt x="1572814" y="2993050"/>
                  </a:lnTo>
                  <a:close/>
                </a:path>
                <a:path w="4009390" h="3048000">
                  <a:moveTo>
                    <a:pt x="1580341" y="2984500"/>
                  </a:moveTo>
                  <a:lnTo>
                    <a:pt x="1566886" y="2984500"/>
                  </a:lnTo>
                  <a:lnTo>
                    <a:pt x="1572814" y="2993050"/>
                  </a:lnTo>
                  <a:lnTo>
                    <a:pt x="1577551" y="2997243"/>
                  </a:lnTo>
                  <a:lnTo>
                    <a:pt x="1587830" y="2997243"/>
                  </a:lnTo>
                  <a:lnTo>
                    <a:pt x="1580341" y="2984500"/>
                  </a:lnTo>
                  <a:close/>
                </a:path>
                <a:path w="4009390" h="3048000">
                  <a:moveTo>
                    <a:pt x="1648155" y="2984500"/>
                  </a:moveTo>
                  <a:lnTo>
                    <a:pt x="1580939" y="2984500"/>
                  </a:lnTo>
                  <a:lnTo>
                    <a:pt x="1587722" y="2997055"/>
                  </a:lnTo>
                  <a:lnTo>
                    <a:pt x="1587832" y="2997243"/>
                  </a:lnTo>
                  <a:lnTo>
                    <a:pt x="1659973" y="2997243"/>
                  </a:lnTo>
                  <a:lnTo>
                    <a:pt x="1648155" y="2984500"/>
                  </a:lnTo>
                  <a:close/>
                </a:path>
                <a:path w="4009390" h="3048000">
                  <a:moveTo>
                    <a:pt x="1670145" y="2985235"/>
                  </a:moveTo>
                  <a:lnTo>
                    <a:pt x="1680089" y="2997243"/>
                  </a:lnTo>
                  <a:lnTo>
                    <a:pt x="1689161" y="2997243"/>
                  </a:lnTo>
                  <a:lnTo>
                    <a:pt x="1670145" y="2985235"/>
                  </a:lnTo>
                  <a:close/>
                </a:path>
                <a:path w="4009390" h="3048000">
                  <a:moveTo>
                    <a:pt x="2375430" y="2984500"/>
                  </a:moveTo>
                  <a:lnTo>
                    <a:pt x="2357431" y="2984500"/>
                  </a:lnTo>
                  <a:lnTo>
                    <a:pt x="2360596" y="2997055"/>
                  </a:lnTo>
                  <a:lnTo>
                    <a:pt x="2360643" y="2997243"/>
                  </a:lnTo>
                  <a:lnTo>
                    <a:pt x="2371777" y="2997243"/>
                  </a:lnTo>
                  <a:lnTo>
                    <a:pt x="2375430" y="2984500"/>
                  </a:lnTo>
                  <a:close/>
                </a:path>
                <a:path w="4009390" h="3048000">
                  <a:moveTo>
                    <a:pt x="2406716" y="2984500"/>
                  </a:moveTo>
                  <a:lnTo>
                    <a:pt x="2388006" y="2984500"/>
                  </a:lnTo>
                  <a:lnTo>
                    <a:pt x="2381757" y="2997055"/>
                  </a:lnTo>
                  <a:lnTo>
                    <a:pt x="2381664" y="2997243"/>
                  </a:lnTo>
                  <a:lnTo>
                    <a:pt x="2384850" y="2997243"/>
                  </a:lnTo>
                  <a:lnTo>
                    <a:pt x="2406716" y="2984500"/>
                  </a:lnTo>
                  <a:close/>
                </a:path>
                <a:path w="4009390" h="3048000">
                  <a:moveTo>
                    <a:pt x="2424462" y="2988797"/>
                  </a:moveTo>
                  <a:lnTo>
                    <a:pt x="2408684" y="2997243"/>
                  </a:lnTo>
                  <a:lnTo>
                    <a:pt x="2413064" y="2997243"/>
                  </a:lnTo>
                  <a:lnTo>
                    <a:pt x="2424462" y="2988797"/>
                  </a:lnTo>
                  <a:close/>
                </a:path>
                <a:path w="4009390" h="3048000">
                  <a:moveTo>
                    <a:pt x="2511720" y="2984500"/>
                  </a:moveTo>
                  <a:lnTo>
                    <a:pt x="2438689" y="2984500"/>
                  </a:lnTo>
                  <a:lnTo>
                    <a:pt x="2432726" y="2997055"/>
                  </a:lnTo>
                  <a:lnTo>
                    <a:pt x="2432637" y="2997243"/>
                  </a:lnTo>
                  <a:lnTo>
                    <a:pt x="2505783" y="2997243"/>
                  </a:lnTo>
                  <a:lnTo>
                    <a:pt x="2505923" y="2997055"/>
                  </a:lnTo>
                  <a:lnTo>
                    <a:pt x="2507744" y="2993050"/>
                  </a:lnTo>
                  <a:lnTo>
                    <a:pt x="2511720" y="2984500"/>
                  </a:lnTo>
                  <a:close/>
                </a:path>
                <a:path w="4009390" h="3048000">
                  <a:moveTo>
                    <a:pt x="2562910" y="2984500"/>
                  </a:moveTo>
                  <a:lnTo>
                    <a:pt x="2515320" y="2984500"/>
                  </a:lnTo>
                  <a:lnTo>
                    <a:pt x="2508921" y="2993050"/>
                  </a:lnTo>
                  <a:lnTo>
                    <a:pt x="2505882" y="2997055"/>
                  </a:lnTo>
                  <a:lnTo>
                    <a:pt x="2505795" y="2997243"/>
                  </a:lnTo>
                  <a:lnTo>
                    <a:pt x="2540799" y="2997243"/>
                  </a:lnTo>
                  <a:lnTo>
                    <a:pt x="2562910" y="2984500"/>
                  </a:lnTo>
                  <a:close/>
                </a:path>
                <a:path w="4009390" h="3048000">
                  <a:moveTo>
                    <a:pt x="2570854" y="2984500"/>
                  </a:moveTo>
                  <a:lnTo>
                    <a:pt x="2566339" y="2984500"/>
                  </a:lnTo>
                  <a:lnTo>
                    <a:pt x="2547807" y="2997243"/>
                  </a:lnTo>
                  <a:lnTo>
                    <a:pt x="2558521" y="2997243"/>
                  </a:lnTo>
                  <a:lnTo>
                    <a:pt x="2570854" y="2984500"/>
                  </a:lnTo>
                  <a:close/>
                </a:path>
                <a:path w="4009390" h="3048000">
                  <a:moveTo>
                    <a:pt x="1580939" y="2984500"/>
                  </a:moveTo>
                  <a:lnTo>
                    <a:pt x="1580341" y="2984500"/>
                  </a:lnTo>
                  <a:lnTo>
                    <a:pt x="1587722" y="2997055"/>
                  </a:lnTo>
                  <a:lnTo>
                    <a:pt x="1580939" y="2984500"/>
                  </a:lnTo>
                  <a:close/>
                </a:path>
                <a:path w="4009390" h="3048000">
                  <a:moveTo>
                    <a:pt x="2436661" y="2984500"/>
                  </a:moveTo>
                  <a:lnTo>
                    <a:pt x="2432658" y="2984500"/>
                  </a:lnTo>
                  <a:lnTo>
                    <a:pt x="2430790" y="2997055"/>
                  </a:lnTo>
                  <a:lnTo>
                    <a:pt x="2432694" y="2993050"/>
                  </a:lnTo>
                  <a:lnTo>
                    <a:pt x="2436661" y="2984500"/>
                  </a:lnTo>
                  <a:close/>
                </a:path>
                <a:path w="4009390" h="3048000">
                  <a:moveTo>
                    <a:pt x="2432492" y="2984500"/>
                  </a:moveTo>
                  <a:lnTo>
                    <a:pt x="2430263" y="2984500"/>
                  </a:lnTo>
                  <a:lnTo>
                    <a:pt x="2424462" y="2988797"/>
                  </a:lnTo>
                  <a:lnTo>
                    <a:pt x="2432492" y="2984500"/>
                  </a:lnTo>
                  <a:close/>
                </a:path>
                <a:path w="4009390" h="3048000">
                  <a:moveTo>
                    <a:pt x="1669537" y="2984500"/>
                  </a:moveTo>
                  <a:lnTo>
                    <a:pt x="1668981" y="2984500"/>
                  </a:lnTo>
                  <a:lnTo>
                    <a:pt x="1670145" y="2985235"/>
                  </a:lnTo>
                  <a:lnTo>
                    <a:pt x="1669537" y="2984500"/>
                  </a:lnTo>
                  <a:close/>
                </a:path>
                <a:path w="4009390" h="3048000">
                  <a:moveTo>
                    <a:pt x="1493022" y="2971800"/>
                  </a:moveTo>
                  <a:lnTo>
                    <a:pt x="1390950" y="2971800"/>
                  </a:lnTo>
                  <a:lnTo>
                    <a:pt x="1401725" y="2984500"/>
                  </a:lnTo>
                  <a:lnTo>
                    <a:pt x="1507208" y="2984500"/>
                  </a:lnTo>
                  <a:lnTo>
                    <a:pt x="1493022" y="2971800"/>
                  </a:lnTo>
                  <a:close/>
                </a:path>
                <a:path w="4009390" h="3048000">
                  <a:moveTo>
                    <a:pt x="1490777" y="2959100"/>
                  </a:moveTo>
                  <a:lnTo>
                    <a:pt x="1438061" y="2959100"/>
                  </a:lnTo>
                  <a:lnTo>
                    <a:pt x="1468068" y="2971800"/>
                  </a:lnTo>
                  <a:lnTo>
                    <a:pt x="1505891" y="2971800"/>
                  </a:lnTo>
                  <a:lnTo>
                    <a:pt x="1525688" y="2984500"/>
                  </a:lnTo>
                  <a:lnTo>
                    <a:pt x="1585011" y="2984500"/>
                  </a:lnTo>
                  <a:lnTo>
                    <a:pt x="1574071" y="2979034"/>
                  </a:lnTo>
                  <a:lnTo>
                    <a:pt x="1540864" y="2971800"/>
                  </a:lnTo>
                  <a:lnTo>
                    <a:pt x="1490777" y="2959100"/>
                  </a:lnTo>
                  <a:close/>
                </a:path>
                <a:path w="4009390" h="3048000">
                  <a:moveTo>
                    <a:pt x="1574071" y="2979034"/>
                  </a:moveTo>
                  <a:lnTo>
                    <a:pt x="1585011" y="2984500"/>
                  </a:lnTo>
                  <a:lnTo>
                    <a:pt x="1599156" y="2984500"/>
                  </a:lnTo>
                  <a:lnTo>
                    <a:pt x="1574071" y="2979034"/>
                  </a:lnTo>
                  <a:close/>
                </a:path>
                <a:path w="4009390" h="3048000">
                  <a:moveTo>
                    <a:pt x="1589635" y="2971800"/>
                  </a:moveTo>
                  <a:lnTo>
                    <a:pt x="1559589" y="2971800"/>
                  </a:lnTo>
                  <a:lnTo>
                    <a:pt x="1574071" y="2979034"/>
                  </a:lnTo>
                  <a:lnTo>
                    <a:pt x="1599156" y="2984500"/>
                  </a:lnTo>
                  <a:lnTo>
                    <a:pt x="1609233" y="2984500"/>
                  </a:lnTo>
                  <a:lnTo>
                    <a:pt x="1589635" y="2971800"/>
                  </a:lnTo>
                  <a:close/>
                </a:path>
                <a:path w="4009390" h="3048000">
                  <a:moveTo>
                    <a:pt x="2458590" y="2973010"/>
                  </a:moveTo>
                  <a:lnTo>
                    <a:pt x="2451238" y="2984500"/>
                  </a:lnTo>
                  <a:lnTo>
                    <a:pt x="2455049" y="2984500"/>
                  </a:lnTo>
                  <a:lnTo>
                    <a:pt x="2458590" y="2973010"/>
                  </a:lnTo>
                  <a:close/>
                </a:path>
                <a:path w="4009390" h="3048000">
                  <a:moveTo>
                    <a:pt x="2502979" y="2971800"/>
                  </a:moveTo>
                  <a:lnTo>
                    <a:pt x="2485411" y="2971800"/>
                  </a:lnTo>
                  <a:lnTo>
                    <a:pt x="2465753" y="2984500"/>
                  </a:lnTo>
                  <a:lnTo>
                    <a:pt x="2470877" y="2984500"/>
                  </a:lnTo>
                  <a:lnTo>
                    <a:pt x="2502979" y="2971800"/>
                  </a:lnTo>
                  <a:close/>
                </a:path>
                <a:path w="4009390" h="3048000">
                  <a:moveTo>
                    <a:pt x="2596454" y="2971800"/>
                  </a:moveTo>
                  <a:lnTo>
                    <a:pt x="2505627" y="2971800"/>
                  </a:lnTo>
                  <a:lnTo>
                    <a:pt x="2483947" y="2984500"/>
                  </a:lnTo>
                  <a:lnTo>
                    <a:pt x="2596917" y="2984500"/>
                  </a:lnTo>
                  <a:lnTo>
                    <a:pt x="2596718" y="2979034"/>
                  </a:lnTo>
                  <a:lnTo>
                    <a:pt x="2596609" y="2976045"/>
                  </a:lnTo>
                  <a:lnTo>
                    <a:pt x="2596498" y="2973010"/>
                  </a:lnTo>
                  <a:lnTo>
                    <a:pt x="2596454" y="2971800"/>
                  </a:lnTo>
                  <a:close/>
                </a:path>
                <a:path w="4009390" h="3048000">
                  <a:moveTo>
                    <a:pt x="2614040" y="2975382"/>
                  </a:moveTo>
                  <a:lnTo>
                    <a:pt x="2596917" y="2984500"/>
                  </a:lnTo>
                  <a:lnTo>
                    <a:pt x="2606104" y="2984500"/>
                  </a:lnTo>
                  <a:lnTo>
                    <a:pt x="2613867" y="2976045"/>
                  </a:lnTo>
                  <a:lnTo>
                    <a:pt x="2614040" y="2975382"/>
                  </a:lnTo>
                  <a:close/>
                </a:path>
                <a:path w="4009390" h="3048000">
                  <a:moveTo>
                    <a:pt x="2627950" y="2971800"/>
                  </a:moveTo>
                  <a:lnTo>
                    <a:pt x="2620768" y="2971800"/>
                  </a:lnTo>
                  <a:lnTo>
                    <a:pt x="2614893" y="2974927"/>
                  </a:lnTo>
                  <a:lnTo>
                    <a:pt x="2613867" y="2976045"/>
                  </a:lnTo>
                  <a:lnTo>
                    <a:pt x="2611666" y="2984500"/>
                  </a:lnTo>
                  <a:lnTo>
                    <a:pt x="2613955" y="2984500"/>
                  </a:lnTo>
                  <a:lnTo>
                    <a:pt x="2627950" y="2971800"/>
                  </a:lnTo>
                  <a:close/>
                </a:path>
                <a:path w="4009390" h="3048000">
                  <a:moveTo>
                    <a:pt x="2614893" y="2974927"/>
                  </a:moveTo>
                  <a:lnTo>
                    <a:pt x="2614040" y="2975382"/>
                  </a:lnTo>
                  <a:lnTo>
                    <a:pt x="2613867" y="2976045"/>
                  </a:lnTo>
                  <a:lnTo>
                    <a:pt x="2614893" y="2974927"/>
                  </a:lnTo>
                  <a:close/>
                </a:path>
                <a:path w="4009390" h="3048000">
                  <a:moveTo>
                    <a:pt x="2617766" y="2971800"/>
                  </a:moveTo>
                  <a:lnTo>
                    <a:pt x="2614972" y="2971800"/>
                  </a:lnTo>
                  <a:lnTo>
                    <a:pt x="2614158" y="2974927"/>
                  </a:lnTo>
                  <a:lnTo>
                    <a:pt x="2614040" y="2975382"/>
                  </a:lnTo>
                  <a:lnTo>
                    <a:pt x="2614893" y="2974927"/>
                  </a:lnTo>
                  <a:lnTo>
                    <a:pt x="2617766" y="2971800"/>
                  </a:lnTo>
                  <a:close/>
                </a:path>
                <a:path w="4009390" h="3048000">
                  <a:moveTo>
                    <a:pt x="2459364" y="2971800"/>
                  </a:moveTo>
                  <a:lnTo>
                    <a:pt x="2458963" y="2971800"/>
                  </a:lnTo>
                  <a:lnTo>
                    <a:pt x="2458590" y="2973010"/>
                  </a:lnTo>
                  <a:lnTo>
                    <a:pt x="2459364" y="2971800"/>
                  </a:lnTo>
                  <a:close/>
                </a:path>
                <a:path w="4009390" h="3048000">
                  <a:moveTo>
                    <a:pt x="1315569" y="2947504"/>
                  </a:moveTo>
                  <a:lnTo>
                    <a:pt x="1316157" y="2947904"/>
                  </a:lnTo>
                  <a:lnTo>
                    <a:pt x="1334187" y="2959100"/>
                  </a:lnTo>
                  <a:lnTo>
                    <a:pt x="1332898" y="2959100"/>
                  </a:lnTo>
                  <a:lnTo>
                    <a:pt x="1342725" y="2971800"/>
                  </a:lnTo>
                  <a:lnTo>
                    <a:pt x="1376480" y="2971800"/>
                  </a:lnTo>
                  <a:lnTo>
                    <a:pt x="1365526" y="2960080"/>
                  </a:lnTo>
                  <a:lnTo>
                    <a:pt x="1362274" y="2959100"/>
                  </a:lnTo>
                  <a:lnTo>
                    <a:pt x="1315569" y="2947504"/>
                  </a:lnTo>
                  <a:close/>
                </a:path>
                <a:path w="4009390" h="3048000">
                  <a:moveTo>
                    <a:pt x="1365526" y="2960080"/>
                  </a:moveTo>
                  <a:lnTo>
                    <a:pt x="1376480" y="2971800"/>
                  </a:lnTo>
                  <a:lnTo>
                    <a:pt x="1404418" y="2971800"/>
                  </a:lnTo>
                  <a:lnTo>
                    <a:pt x="1365526" y="2960080"/>
                  </a:lnTo>
                  <a:close/>
                </a:path>
                <a:path w="4009390" h="3048000">
                  <a:moveTo>
                    <a:pt x="1435774" y="2959100"/>
                  </a:moveTo>
                  <a:lnTo>
                    <a:pt x="1364610" y="2959100"/>
                  </a:lnTo>
                  <a:lnTo>
                    <a:pt x="1365526" y="2960080"/>
                  </a:lnTo>
                  <a:lnTo>
                    <a:pt x="1404418" y="2971800"/>
                  </a:lnTo>
                  <a:lnTo>
                    <a:pt x="1442271" y="2971800"/>
                  </a:lnTo>
                  <a:lnTo>
                    <a:pt x="1435774" y="2959100"/>
                  </a:lnTo>
                  <a:close/>
                </a:path>
                <a:path w="4009390" h="3048000">
                  <a:moveTo>
                    <a:pt x="2524093" y="2960415"/>
                  </a:moveTo>
                  <a:lnTo>
                    <a:pt x="2492430" y="2971800"/>
                  </a:lnTo>
                  <a:lnTo>
                    <a:pt x="2501799" y="2971800"/>
                  </a:lnTo>
                  <a:lnTo>
                    <a:pt x="2512956" y="2968121"/>
                  </a:lnTo>
                  <a:lnTo>
                    <a:pt x="2524093" y="2960415"/>
                  </a:lnTo>
                  <a:close/>
                </a:path>
                <a:path w="4009390" h="3048000">
                  <a:moveTo>
                    <a:pt x="2512956" y="2968121"/>
                  </a:moveTo>
                  <a:lnTo>
                    <a:pt x="2501799" y="2971800"/>
                  </a:lnTo>
                  <a:lnTo>
                    <a:pt x="2507640" y="2971800"/>
                  </a:lnTo>
                  <a:lnTo>
                    <a:pt x="2512956" y="2968121"/>
                  </a:lnTo>
                  <a:close/>
                </a:path>
                <a:path w="4009390" h="3048000">
                  <a:moveTo>
                    <a:pt x="2648942" y="2959100"/>
                  </a:moveTo>
                  <a:lnTo>
                    <a:pt x="2540317" y="2959100"/>
                  </a:lnTo>
                  <a:lnTo>
                    <a:pt x="2512956" y="2968121"/>
                  </a:lnTo>
                  <a:lnTo>
                    <a:pt x="2507640" y="2971800"/>
                  </a:lnTo>
                  <a:lnTo>
                    <a:pt x="2634159" y="2971800"/>
                  </a:lnTo>
                  <a:lnTo>
                    <a:pt x="2648942" y="2959100"/>
                  </a:lnTo>
                  <a:close/>
                </a:path>
                <a:path w="4009390" h="3048000">
                  <a:moveTo>
                    <a:pt x="2657021" y="2959100"/>
                  </a:moveTo>
                  <a:lnTo>
                    <a:pt x="2652161" y="2959100"/>
                  </a:lnTo>
                  <a:lnTo>
                    <a:pt x="2647889" y="2971800"/>
                  </a:lnTo>
                  <a:lnTo>
                    <a:pt x="2657021" y="2959100"/>
                  </a:lnTo>
                  <a:close/>
                </a:path>
                <a:path w="4009390" h="3048000">
                  <a:moveTo>
                    <a:pt x="2527751" y="2959100"/>
                  </a:moveTo>
                  <a:lnTo>
                    <a:pt x="2525994" y="2959100"/>
                  </a:lnTo>
                  <a:lnTo>
                    <a:pt x="2524093" y="2960415"/>
                  </a:lnTo>
                  <a:lnTo>
                    <a:pt x="2527751" y="2959100"/>
                  </a:lnTo>
                  <a:close/>
                </a:path>
                <a:path w="4009390" h="3048000">
                  <a:moveTo>
                    <a:pt x="1281246" y="2946400"/>
                  </a:moveTo>
                  <a:lnTo>
                    <a:pt x="1265771" y="2946400"/>
                  </a:lnTo>
                  <a:lnTo>
                    <a:pt x="1283262" y="2959100"/>
                  </a:lnTo>
                  <a:lnTo>
                    <a:pt x="1301384" y="2959100"/>
                  </a:lnTo>
                  <a:lnTo>
                    <a:pt x="1283720" y="2947904"/>
                  </a:lnTo>
                  <a:lnTo>
                    <a:pt x="1281246" y="2946400"/>
                  </a:lnTo>
                  <a:close/>
                </a:path>
                <a:path w="4009390" h="3048000">
                  <a:moveTo>
                    <a:pt x="1284921" y="2948634"/>
                  </a:moveTo>
                  <a:lnTo>
                    <a:pt x="1287093" y="2950042"/>
                  </a:lnTo>
                  <a:lnTo>
                    <a:pt x="1301384" y="2959100"/>
                  </a:lnTo>
                  <a:lnTo>
                    <a:pt x="1302133" y="2959100"/>
                  </a:lnTo>
                  <a:lnTo>
                    <a:pt x="1284921" y="2948634"/>
                  </a:lnTo>
                  <a:close/>
                </a:path>
                <a:path w="4009390" h="3048000">
                  <a:moveTo>
                    <a:pt x="1282125" y="2940107"/>
                  </a:moveTo>
                  <a:lnTo>
                    <a:pt x="1287643" y="2946400"/>
                  </a:lnTo>
                  <a:lnTo>
                    <a:pt x="1281347" y="2946400"/>
                  </a:lnTo>
                  <a:lnTo>
                    <a:pt x="1283720" y="2947904"/>
                  </a:lnTo>
                  <a:lnTo>
                    <a:pt x="1302133" y="2959100"/>
                  </a:lnTo>
                  <a:lnTo>
                    <a:pt x="1334187" y="2959100"/>
                  </a:lnTo>
                  <a:lnTo>
                    <a:pt x="1315513" y="2947504"/>
                  </a:lnTo>
                  <a:lnTo>
                    <a:pt x="1311119" y="2946400"/>
                  </a:lnTo>
                  <a:lnTo>
                    <a:pt x="1282125" y="2940107"/>
                  </a:lnTo>
                  <a:close/>
                </a:path>
                <a:path w="4009390" h="3048000">
                  <a:moveTo>
                    <a:pt x="1391253" y="2946400"/>
                  </a:moveTo>
                  <a:lnTo>
                    <a:pt x="1313734" y="2946400"/>
                  </a:lnTo>
                  <a:lnTo>
                    <a:pt x="1315569" y="2947504"/>
                  </a:lnTo>
                  <a:lnTo>
                    <a:pt x="1362274" y="2959100"/>
                  </a:lnTo>
                  <a:lnTo>
                    <a:pt x="1442904" y="2959100"/>
                  </a:lnTo>
                  <a:lnTo>
                    <a:pt x="1391253" y="2946400"/>
                  </a:lnTo>
                  <a:close/>
                </a:path>
                <a:path w="4009390" h="3048000">
                  <a:moveTo>
                    <a:pt x="2570380" y="2954449"/>
                  </a:moveTo>
                  <a:lnTo>
                    <a:pt x="2559408" y="2959100"/>
                  </a:lnTo>
                  <a:lnTo>
                    <a:pt x="2569359" y="2959100"/>
                  </a:lnTo>
                  <a:lnTo>
                    <a:pt x="2570601" y="2958515"/>
                  </a:lnTo>
                  <a:lnTo>
                    <a:pt x="2570380" y="2954449"/>
                  </a:lnTo>
                  <a:close/>
                </a:path>
                <a:path w="4009390" h="3048000">
                  <a:moveTo>
                    <a:pt x="2570601" y="2958515"/>
                  </a:moveTo>
                  <a:lnTo>
                    <a:pt x="2569359" y="2959100"/>
                  </a:lnTo>
                  <a:lnTo>
                    <a:pt x="2570633" y="2959100"/>
                  </a:lnTo>
                  <a:lnTo>
                    <a:pt x="2570601" y="2958515"/>
                  </a:lnTo>
                  <a:close/>
                </a:path>
                <a:path w="4009390" h="3048000">
                  <a:moveTo>
                    <a:pt x="2584520" y="2951963"/>
                  </a:moveTo>
                  <a:lnTo>
                    <a:pt x="2570601" y="2958515"/>
                  </a:lnTo>
                  <a:lnTo>
                    <a:pt x="2570633" y="2959100"/>
                  </a:lnTo>
                  <a:lnTo>
                    <a:pt x="2580925" y="2959100"/>
                  </a:lnTo>
                  <a:lnTo>
                    <a:pt x="2584520" y="2951963"/>
                  </a:lnTo>
                  <a:close/>
                </a:path>
                <a:path w="4009390" h="3048000">
                  <a:moveTo>
                    <a:pt x="2591593" y="2948634"/>
                  </a:moveTo>
                  <a:lnTo>
                    <a:pt x="2588602" y="2950042"/>
                  </a:lnTo>
                  <a:lnTo>
                    <a:pt x="2580925" y="2959100"/>
                  </a:lnTo>
                  <a:lnTo>
                    <a:pt x="2590404" y="2959100"/>
                  </a:lnTo>
                  <a:lnTo>
                    <a:pt x="2591183" y="2958129"/>
                  </a:lnTo>
                  <a:lnTo>
                    <a:pt x="2591222" y="2957221"/>
                  </a:lnTo>
                  <a:lnTo>
                    <a:pt x="2591342" y="2954449"/>
                  </a:lnTo>
                  <a:lnTo>
                    <a:pt x="2591449" y="2951963"/>
                  </a:lnTo>
                  <a:lnTo>
                    <a:pt x="2591532" y="2950042"/>
                  </a:lnTo>
                  <a:lnTo>
                    <a:pt x="2591593" y="2948634"/>
                  </a:lnTo>
                  <a:close/>
                </a:path>
                <a:path w="4009390" h="3048000">
                  <a:moveTo>
                    <a:pt x="2591183" y="2958129"/>
                  </a:moveTo>
                  <a:lnTo>
                    <a:pt x="2590404" y="2959100"/>
                  </a:lnTo>
                  <a:lnTo>
                    <a:pt x="2591141" y="2959100"/>
                  </a:lnTo>
                  <a:lnTo>
                    <a:pt x="2591183" y="2958129"/>
                  </a:lnTo>
                  <a:close/>
                </a:path>
                <a:path w="4009390" h="3048000">
                  <a:moveTo>
                    <a:pt x="2623647" y="2946400"/>
                  </a:moveTo>
                  <a:lnTo>
                    <a:pt x="2600601" y="2946400"/>
                  </a:lnTo>
                  <a:lnTo>
                    <a:pt x="2591183" y="2958129"/>
                  </a:lnTo>
                  <a:lnTo>
                    <a:pt x="2591141" y="2959100"/>
                  </a:lnTo>
                  <a:lnTo>
                    <a:pt x="2612834" y="2959100"/>
                  </a:lnTo>
                  <a:lnTo>
                    <a:pt x="2623647" y="2946400"/>
                  </a:lnTo>
                  <a:close/>
                </a:path>
                <a:path w="4009390" h="3048000">
                  <a:moveTo>
                    <a:pt x="2677550" y="2946400"/>
                  </a:moveTo>
                  <a:lnTo>
                    <a:pt x="2636003" y="2946400"/>
                  </a:lnTo>
                  <a:lnTo>
                    <a:pt x="2612834" y="2959100"/>
                  </a:lnTo>
                  <a:lnTo>
                    <a:pt x="2664562" y="2959100"/>
                  </a:lnTo>
                  <a:lnTo>
                    <a:pt x="2677550" y="2946400"/>
                  </a:lnTo>
                  <a:close/>
                </a:path>
                <a:path w="4009390" h="3048000">
                  <a:moveTo>
                    <a:pt x="2676967" y="2957221"/>
                  </a:moveTo>
                  <a:lnTo>
                    <a:pt x="2672097" y="2959100"/>
                  </a:lnTo>
                  <a:lnTo>
                    <a:pt x="2674811" y="2959100"/>
                  </a:lnTo>
                  <a:lnTo>
                    <a:pt x="2676967" y="2957221"/>
                  </a:lnTo>
                  <a:close/>
                </a:path>
                <a:path w="4009390" h="3048000">
                  <a:moveTo>
                    <a:pt x="2727169" y="2933700"/>
                  </a:moveTo>
                  <a:lnTo>
                    <a:pt x="2685615" y="2933700"/>
                  </a:lnTo>
                  <a:lnTo>
                    <a:pt x="2665209" y="2944187"/>
                  </a:lnTo>
                  <a:lnTo>
                    <a:pt x="2661729" y="2946400"/>
                  </a:lnTo>
                  <a:lnTo>
                    <a:pt x="2705015" y="2946400"/>
                  </a:lnTo>
                  <a:lnTo>
                    <a:pt x="2689502" y="2952384"/>
                  </a:lnTo>
                  <a:lnTo>
                    <a:pt x="2682912" y="2959100"/>
                  </a:lnTo>
                  <a:lnTo>
                    <a:pt x="2684744" y="2959100"/>
                  </a:lnTo>
                  <a:lnTo>
                    <a:pt x="2713875" y="2946400"/>
                  </a:lnTo>
                  <a:lnTo>
                    <a:pt x="2718630" y="2943955"/>
                  </a:lnTo>
                  <a:lnTo>
                    <a:pt x="2727169" y="2933700"/>
                  </a:lnTo>
                  <a:close/>
                </a:path>
                <a:path w="4009390" h="3048000">
                  <a:moveTo>
                    <a:pt x="2695376" y="2946400"/>
                  </a:moveTo>
                  <a:lnTo>
                    <a:pt x="2689381" y="2946400"/>
                  </a:lnTo>
                  <a:lnTo>
                    <a:pt x="2676967" y="2957221"/>
                  </a:lnTo>
                  <a:lnTo>
                    <a:pt x="2689502" y="2952384"/>
                  </a:lnTo>
                  <a:lnTo>
                    <a:pt x="2695376" y="2946400"/>
                  </a:lnTo>
                  <a:close/>
                </a:path>
                <a:path w="4009390" h="3048000">
                  <a:moveTo>
                    <a:pt x="2587323" y="2946400"/>
                  </a:moveTo>
                  <a:lnTo>
                    <a:pt x="2569940" y="2946400"/>
                  </a:lnTo>
                  <a:lnTo>
                    <a:pt x="2570023" y="2947904"/>
                  </a:lnTo>
                  <a:lnTo>
                    <a:pt x="2570139" y="2950042"/>
                  </a:lnTo>
                  <a:lnTo>
                    <a:pt x="2570244" y="2951963"/>
                  </a:lnTo>
                  <a:lnTo>
                    <a:pt x="2570267" y="2952384"/>
                  </a:lnTo>
                  <a:lnTo>
                    <a:pt x="2570380" y="2954449"/>
                  </a:lnTo>
                  <a:lnTo>
                    <a:pt x="2586767" y="2947504"/>
                  </a:lnTo>
                  <a:lnTo>
                    <a:pt x="2587323" y="2946400"/>
                  </a:lnTo>
                  <a:close/>
                </a:path>
                <a:path w="4009390" h="3048000">
                  <a:moveTo>
                    <a:pt x="2591689" y="2946400"/>
                  </a:moveTo>
                  <a:lnTo>
                    <a:pt x="2589373" y="2946400"/>
                  </a:lnTo>
                  <a:lnTo>
                    <a:pt x="2586767" y="2947504"/>
                  </a:lnTo>
                  <a:lnTo>
                    <a:pt x="2584520" y="2951963"/>
                  </a:lnTo>
                  <a:lnTo>
                    <a:pt x="2588602" y="2950042"/>
                  </a:lnTo>
                  <a:lnTo>
                    <a:pt x="2591689" y="2946400"/>
                  </a:lnTo>
                  <a:close/>
                </a:path>
                <a:path w="4009390" h="3048000">
                  <a:moveTo>
                    <a:pt x="2596341" y="2946400"/>
                  </a:moveTo>
                  <a:lnTo>
                    <a:pt x="2591689" y="2946400"/>
                  </a:lnTo>
                  <a:lnTo>
                    <a:pt x="2591593" y="2948634"/>
                  </a:lnTo>
                  <a:lnTo>
                    <a:pt x="2596341" y="2946400"/>
                  </a:lnTo>
                  <a:close/>
                </a:path>
                <a:path w="4009390" h="3048000">
                  <a:moveTo>
                    <a:pt x="2589373" y="2946400"/>
                  </a:moveTo>
                  <a:lnTo>
                    <a:pt x="2587323" y="2946400"/>
                  </a:lnTo>
                  <a:lnTo>
                    <a:pt x="2586767" y="2947504"/>
                  </a:lnTo>
                  <a:lnTo>
                    <a:pt x="2589373" y="2946400"/>
                  </a:lnTo>
                  <a:close/>
                </a:path>
                <a:path w="4009390" h="3048000">
                  <a:moveTo>
                    <a:pt x="1240468" y="2933700"/>
                  </a:moveTo>
                  <a:lnTo>
                    <a:pt x="1223952" y="2933700"/>
                  </a:lnTo>
                  <a:lnTo>
                    <a:pt x="1246916" y="2946400"/>
                  </a:lnTo>
                  <a:lnTo>
                    <a:pt x="1250248" y="2946400"/>
                  </a:lnTo>
                  <a:lnTo>
                    <a:pt x="1244223" y="2937189"/>
                  </a:lnTo>
                  <a:lnTo>
                    <a:pt x="1240468" y="2933700"/>
                  </a:lnTo>
                  <a:close/>
                </a:path>
                <a:path w="4009390" h="3048000">
                  <a:moveTo>
                    <a:pt x="1244223" y="2937189"/>
                  </a:moveTo>
                  <a:lnTo>
                    <a:pt x="1250248" y="2946400"/>
                  </a:lnTo>
                  <a:lnTo>
                    <a:pt x="1254132" y="2946400"/>
                  </a:lnTo>
                  <a:lnTo>
                    <a:pt x="1244223" y="2937189"/>
                  </a:lnTo>
                  <a:close/>
                </a:path>
                <a:path w="4009390" h="3048000">
                  <a:moveTo>
                    <a:pt x="1216359" y="2919372"/>
                  </a:moveTo>
                  <a:lnTo>
                    <a:pt x="1217942" y="2921000"/>
                  </a:lnTo>
                  <a:lnTo>
                    <a:pt x="1195140" y="2921000"/>
                  </a:lnTo>
                  <a:lnTo>
                    <a:pt x="1213727" y="2933700"/>
                  </a:lnTo>
                  <a:lnTo>
                    <a:pt x="1241940" y="2933700"/>
                  </a:lnTo>
                  <a:lnTo>
                    <a:pt x="1244223" y="2937189"/>
                  </a:lnTo>
                  <a:lnTo>
                    <a:pt x="1254132" y="2946400"/>
                  </a:lnTo>
                  <a:lnTo>
                    <a:pt x="1287643" y="2946400"/>
                  </a:lnTo>
                  <a:lnTo>
                    <a:pt x="1282125" y="2940107"/>
                  </a:lnTo>
                  <a:lnTo>
                    <a:pt x="1252598" y="2933700"/>
                  </a:lnTo>
                  <a:lnTo>
                    <a:pt x="1216359" y="2919372"/>
                  </a:lnTo>
                  <a:close/>
                </a:path>
                <a:path w="4009390" h="3048000">
                  <a:moveTo>
                    <a:pt x="1338179" y="2933700"/>
                  </a:moveTo>
                  <a:lnTo>
                    <a:pt x="1276506" y="2933700"/>
                  </a:lnTo>
                  <a:lnTo>
                    <a:pt x="1282125" y="2940107"/>
                  </a:lnTo>
                  <a:lnTo>
                    <a:pt x="1311119" y="2946400"/>
                  </a:lnTo>
                  <a:lnTo>
                    <a:pt x="1338498" y="2946400"/>
                  </a:lnTo>
                  <a:lnTo>
                    <a:pt x="1338572" y="2934289"/>
                  </a:lnTo>
                  <a:lnTo>
                    <a:pt x="1338179" y="2933700"/>
                  </a:lnTo>
                  <a:close/>
                </a:path>
                <a:path w="4009390" h="3048000">
                  <a:moveTo>
                    <a:pt x="1341169" y="2937189"/>
                  </a:moveTo>
                  <a:lnTo>
                    <a:pt x="1342932" y="2939430"/>
                  </a:lnTo>
                  <a:lnTo>
                    <a:pt x="1348711" y="2946400"/>
                  </a:lnTo>
                  <a:lnTo>
                    <a:pt x="1349061" y="2946400"/>
                  </a:lnTo>
                  <a:lnTo>
                    <a:pt x="1341169" y="2937189"/>
                  </a:lnTo>
                  <a:close/>
                </a:path>
                <a:path w="4009390" h="3048000">
                  <a:moveTo>
                    <a:pt x="1356322" y="2943955"/>
                  </a:moveTo>
                  <a:lnTo>
                    <a:pt x="1356508" y="2944187"/>
                  </a:lnTo>
                  <a:lnTo>
                    <a:pt x="1359385" y="2946400"/>
                  </a:lnTo>
                  <a:lnTo>
                    <a:pt x="1360567" y="2946400"/>
                  </a:lnTo>
                  <a:lnTo>
                    <a:pt x="1356322" y="2943955"/>
                  </a:lnTo>
                  <a:close/>
                </a:path>
                <a:path w="4009390" h="3048000">
                  <a:moveTo>
                    <a:pt x="1381438" y="2933700"/>
                  </a:moveTo>
                  <a:lnTo>
                    <a:pt x="1342876" y="2933700"/>
                  </a:lnTo>
                  <a:lnTo>
                    <a:pt x="1346864" y="2936768"/>
                  </a:lnTo>
                  <a:lnTo>
                    <a:pt x="1368422" y="2946400"/>
                  </a:lnTo>
                  <a:lnTo>
                    <a:pt x="1381220" y="2946400"/>
                  </a:lnTo>
                  <a:lnTo>
                    <a:pt x="1381340" y="2939430"/>
                  </a:lnTo>
                  <a:lnTo>
                    <a:pt x="1381438" y="2933700"/>
                  </a:lnTo>
                  <a:close/>
                </a:path>
                <a:path w="4009390" h="3048000">
                  <a:moveTo>
                    <a:pt x="2614085" y="2939430"/>
                  </a:moveTo>
                  <a:lnTo>
                    <a:pt x="2596341" y="2946400"/>
                  </a:lnTo>
                  <a:lnTo>
                    <a:pt x="2609093" y="2946400"/>
                  </a:lnTo>
                  <a:lnTo>
                    <a:pt x="2614085" y="2939430"/>
                  </a:lnTo>
                  <a:close/>
                </a:path>
                <a:path w="4009390" h="3048000">
                  <a:moveTo>
                    <a:pt x="2681699" y="2933700"/>
                  </a:moveTo>
                  <a:lnTo>
                    <a:pt x="2628675" y="2933700"/>
                  </a:lnTo>
                  <a:lnTo>
                    <a:pt x="2625617" y="2934900"/>
                  </a:lnTo>
                  <a:lnTo>
                    <a:pt x="2611884" y="2946400"/>
                  </a:lnTo>
                  <a:lnTo>
                    <a:pt x="2660902" y="2946400"/>
                  </a:lnTo>
                  <a:lnTo>
                    <a:pt x="2665209" y="2944187"/>
                  </a:lnTo>
                  <a:lnTo>
                    <a:pt x="2681699" y="2933700"/>
                  </a:lnTo>
                  <a:close/>
                </a:path>
                <a:path w="4009390" h="3048000">
                  <a:moveTo>
                    <a:pt x="2718630" y="2943955"/>
                  </a:moveTo>
                  <a:lnTo>
                    <a:pt x="2713875" y="2946400"/>
                  </a:lnTo>
                  <a:lnTo>
                    <a:pt x="2716595" y="2946400"/>
                  </a:lnTo>
                  <a:lnTo>
                    <a:pt x="2718630" y="2943955"/>
                  </a:lnTo>
                  <a:close/>
                </a:path>
                <a:path w="4009390" h="3048000">
                  <a:moveTo>
                    <a:pt x="2737432" y="2934289"/>
                  </a:moveTo>
                  <a:lnTo>
                    <a:pt x="2718630" y="2943955"/>
                  </a:lnTo>
                  <a:lnTo>
                    <a:pt x="2716595" y="2946400"/>
                  </a:lnTo>
                  <a:lnTo>
                    <a:pt x="2729366" y="2946400"/>
                  </a:lnTo>
                  <a:lnTo>
                    <a:pt x="2737432" y="2934289"/>
                  </a:lnTo>
                  <a:close/>
                </a:path>
                <a:path w="4009390" h="3048000">
                  <a:moveTo>
                    <a:pt x="2685615" y="2933700"/>
                  </a:moveTo>
                  <a:lnTo>
                    <a:pt x="2681699" y="2933700"/>
                  </a:lnTo>
                  <a:lnTo>
                    <a:pt x="2665573" y="2943955"/>
                  </a:lnTo>
                  <a:lnTo>
                    <a:pt x="2666175" y="2943690"/>
                  </a:lnTo>
                  <a:lnTo>
                    <a:pt x="2685615" y="2933700"/>
                  </a:lnTo>
                  <a:close/>
                </a:path>
                <a:path w="4009390" h="3048000">
                  <a:moveTo>
                    <a:pt x="1339997" y="2933700"/>
                  </a:moveTo>
                  <a:lnTo>
                    <a:pt x="1338519" y="2933700"/>
                  </a:lnTo>
                  <a:lnTo>
                    <a:pt x="1355863" y="2943690"/>
                  </a:lnTo>
                  <a:lnTo>
                    <a:pt x="1346864" y="2936768"/>
                  </a:lnTo>
                  <a:lnTo>
                    <a:pt x="1339997" y="2933700"/>
                  </a:lnTo>
                  <a:close/>
                </a:path>
                <a:path w="4009390" h="3048000">
                  <a:moveTo>
                    <a:pt x="2627052" y="2933700"/>
                  </a:moveTo>
                  <a:lnTo>
                    <a:pt x="2618189" y="2933700"/>
                  </a:lnTo>
                  <a:lnTo>
                    <a:pt x="2614085" y="2939430"/>
                  </a:lnTo>
                  <a:lnTo>
                    <a:pt x="2625617" y="2934900"/>
                  </a:lnTo>
                  <a:lnTo>
                    <a:pt x="2627052" y="2933700"/>
                  </a:lnTo>
                  <a:close/>
                </a:path>
                <a:path w="4009390" h="3048000">
                  <a:moveTo>
                    <a:pt x="1338576" y="2933700"/>
                  </a:moveTo>
                  <a:lnTo>
                    <a:pt x="1338179" y="2933700"/>
                  </a:lnTo>
                  <a:lnTo>
                    <a:pt x="1338684" y="2934289"/>
                  </a:lnTo>
                  <a:lnTo>
                    <a:pt x="1338576" y="2933700"/>
                  </a:lnTo>
                  <a:close/>
                </a:path>
                <a:path w="4009390" h="3048000">
                  <a:moveTo>
                    <a:pt x="2738579" y="2933700"/>
                  </a:moveTo>
                  <a:lnTo>
                    <a:pt x="2737824" y="2933700"/>
                  </a:lnTo>
                  <a:lnTo>
                    <a:pt x="2737432" y="2934289"/>
                  </a:lnTo>
                  <a:lnTo>
                    <a:pt x="2738579" y="2933700"/>
                  </a:lnTo>
                  <a:close/>
                </a:path>
                <a:path w="4009390" h="3048000">
                  <a:moveTo>
                    <a:pt x="1280885" y="2921000"/>
                  </a:moveTo>
                  <a:lnTo>
                    <a:pt x="1248972" y="2921000"/>
                  </a:lnTo>
                  <a:lnTo>
                    <a:pt x="1257118" y="2933700"/>
                  </a:lnTo>
                  <a:lnTo>
                    <a:pt x="1299816" y="2933700"/>
                  </a:lnTo>
                  <a:lnTo>
                    <a:pt x="1280885" y="2921000"/>
                  </a:lnTo>
                  <a:close/>
                </a:path>
                <a:path w="4009390" h="3048000">
                  <a:moveTo>
                    <a:pt x="1307608" y="2932203"/>
                  </a:moveTo>
                  <a:lnTo>
                    <a:pt x="1308432" y="2933700"/>
                  </a:lnTo>
                  <a:lnTo>
                    <a:pt x="1309820" y="2933700"/>
                  </a:lnTo>
                  <a:lnTo>
                    <a:pt x="1307608" y="2932203"/>
                  </a:lnTo>
                  <a:close/>
                </a:path>
                <a:path w="4009390" h="3048000">
                  <a:moveTo>
                    <a:pt x="1310474" y="2931335"/>
                  </a:moveTo>
                  <a:lnTo>
                    <a:pt x="1310878" y="2933700"/>
                  </a:lnTo>
                  <a:lnTo>
                    <a:pt x="1314678" y="2933700"/>
                  </a:lnTo>
                  <a:lnTo>
                    <a:pt x="1310474" y="2931335"/>
                  </a:lnTo>
                  <a:close/>
                </a:path>
                <a:path w="4009390" h="3048000">
                  <a:moveTo>
                    <a:pt x="1324253" y="2921000"/>
                  </a:moveTo>
                  <a:lnTo>
                    <a:pt x="1311668" y="2921000"/>
                  </a:lnTo>
                  <a:lnTo>
                    <a:pt x="1319608" y="2933700"/>
                  </a:lnTo>
                  <a:lnTo>
                    <a:pt x="1340594" y="2933700"/>
                  </a:lnTo>
                  <a:lnTo>
                    <a:pt x="1324253" y="2921000"/>
                  </a:lnTo>
                  <a:close/>
                </a:path>
                <a:path w="4009390" h="3048000">
                  <a:moveTo>
                    <a:pt x="2683666" y="2921000"/>
                  </a:moveTo>
                  <a:lnTo>
                    <a:pt x="2672236" y="2921000"/>
                  </a:lnTo>
                  <a:lnTo>
                    <a:pt x="2660322" y="2933700"/>
                  </a:lnTo>
                  <a:lnTo>
                    <a:pt x="2668310" y="2933700"/>
                  </a:lnTo>
                  <a:lnTo>
                    <a:pt x="2680539" y="2925460"/>
                  </a:lnTo>
                  <a:lnTo>
                    <a:pt x="2683666" y="2921000"/>
                  </a:lnTo>
                  <a:close/>
                </a:path>
                <a:path w="4009390" h="3048000">
                  <a:moveTo>
                    <a:pt x="2721598" y="2921000"/>
                  </a:moveTo>
                  <a:lnTo>
                    <a:pt x="2687160" y="2921000"/>
                  </a:lnTo>
                  <a:lnTo>
                    <a:pt x="2680539" y="2925460"/>
                  </a:lnTo>
                  <a:lnTo>
                    <a:pt x="2674764" y="2933700"/>
                  </a:lnTo>
                  <a:lnTo>
                    <a:pt x="2709399" y="2933700"/>
                  </a:lnTo>
                  <a:lnTo>
                    <a:pt x="2715446" y="2930083"/>
                  </a:lnTo>
                  <a:lnTo>
                    <a:pt x="2721598" y="2921000"/>
                  </a:lnTo>
                  <a:close/>
                </a:path>
                <a:path w="4009390" h="3048000">
                  <a:moveTo>
                    <a:pt x="2765322" y="2921000"/>
                  </a:moveTo>
                  <a:lnTo>
                    <a:pt x="2730634" y="2921000"/>
                  </a:lnTo>
                  <a:lnTo>
                    <a:pt x="2715446" y="2930083"/>
                  </a:lnTo>
                  <a:lnTo>
                    <a:pt x="2712996" y="2933700"/>
                  </a:lnTo>
                  <a:lnTo>
                    <a:pt x="2752487" y="2933700"/>
                  </a:lnTo>
                  <a:lnTo>
                    <a:pt x="2765322" y="2921000"/>
                  </a:lnTo>
                  <a:close/>
                </a:path>
                <a:path w="4009390" h="3048000">
                  <a:moveTo>
                    <a:pt x="2773380" y="2921555"/>
                  </a:moveTo>
                  <a:lnTo>
                    <a:pt x="2761691" y="2933700"/>
                  </a:lnTo>
                  <a:lnTo>
                    <a:pt x="2773532" y="2933700"/>
                  </a:lnTo>
                  <a:lnTo>
                    <a:pt x="2773429" y="2925460"/>
                  </a:lnTo>
                  <a:lnTo>
                    <a:pt x="2773380" y="2921555"/>
                  </a:lnTo>
                  <a:close/>
                </a:path>
                <a:path w="4009390" h="3048000">
                  <a:moveTo>
                    <a:pt x="2800203" y="2921000"/>
                  </a:moveTo>
                  <a:lnTo>
                    <a:pt x="2793345" y="2921000"/>
                  </a:lnTo>
                  <a:lnTo>
                    <a:pt x="2774600" y="2933700"/>
                  </a:lnTo>
                  <a:lnTo>
                    <a:pt x="2800203" y="2921000"/>
                  </a:lnTo>
                  <a:close/>
                </a:path>
                <a:path w="4009390" h="3048000">
                  <a:moveTo>
                    <a:pt x="1292102" y="2921000"/>
                  </a:moveTo>
                  <a:lnTo>
                    <a:pt x="1291050" y="2921000"/>
                  </a:lnTo>
                  <a:lnTo>
                    <a:pt x="1307608" y="2932203"/>
                  </a:lnTo>
                  <a:lnTo>
                    <a:pt x="1305631" y="2928610"/>
                  </a:lnTo>
                  <a:lnTo>
                    <a:pt x="1292102" y="2921000"/>
                  </a:lnTo>
                  <a:close/>
                </a:path>
                <a:path w="4009390" h="3048000">
                  <a:moveTo>
                    <a:pt x="1308711" y="2921000"/>
                  </a:moveTo>
                  <a:lnTo>
                    <a:pt x="1301442" y="2921000"/>
                  </a:lnTo>
                  <a:lnTo>
                    <a:pt x="1305631" y="2928610"/>
                  </a:lnTo>
                  <a:lnTo>
                    <a:pt x="1310474" y="2931335"/>
                  </a:lnTo>
                  <a:lnTo>
                    <a:pt x="1308806" y="2921555"/>
                  </a:lnTo>
                  <a:lnTo>
                    <a:pt x="1308711" y="2921000"/>
                  </a:lnTo>
                  <a:close/>
                </a:path>
                <a:path w="4009390" h="3048000">
                  <a:moveTo>
                    <a:pt x="2747701" y="2908300"/>
                  </a:moveTo>
                  <a:lnTo>
                    <a:pt x="2725437" y="2908300"/>
                  </a:lnTo>
                  <a:lnTo>
                    <a:pt x="2717015" y="2921000"/>
                  </a:lnTo>
                  <a:lnTo>
                    <a:pt x="2721598" y="2921000"/>
                  </a:lnTo>
                  <a:lnTo>
                    <a:pt x="2715446" y="2930083"/>
                  </a:lnTo>
                  <a:lnTo>
                    <a:pt x="2730634" y="2921000"/>
                  </a:lnTo>
                  <a:lnTo>
                    <a:pt x="2747701" y="2908300"/>
                  </a:lnTo>
                  <a:close/>
                </a:path>
                <a:path w="4009390" h="3048000">
                  <a:moveTo>
                    <a:pt x="2687160" y="2921000"/>
                  </a:moveTo>
                  <a:lnTo>
                    <a:pt x="2683666" y="2921000"/>
                  </a:lnTo>
                  <a:lnTo>
                    <a:pt x="2680539" y="2925460"/>
                  </a:lnTo>
                  <a:lnTo>
                    <a:pt x="2687160" y="2921000"/>
                  </a:lnTo>
                  <a:close/>
                </a:path>
                <a:path w="4009390" h="3048000">
                  <a:moveTo>
                    <a:pt x="2773914" y="2921000"/>
                  </a:moveTo>
                  <a:lnTo>
                    <a:pt x="2773373" y="2921000"/>
                  </a:lnTo>
                  <a:lnTo>
                    <a:pt x="2773380" y="2921555"/>
                  </a:lnTo>
                  <a:lnTo>
                    <a:pt x="2773914" y="2921000"/>
                  </a:lnTo>
                  <a:close/>
                </a:path>
                <a:path w="4009390" h="3048000">
                  <a:moveTo>
                    <a:pt x="1188354" y="2908300"/>
                  </a:moveTo>
                  <a:lnTo>
                    <a:pt x="1177859" y="2908300"/>
                  </a:lnTo>
                  <a:lnTo>
                    <a:pt x="1182151" y="2921000"/>
                  </a:lnTo>
                  <a:lnTo>
                    <a:pt x="1194861" y="2921000"/>
                  </a:lnTo>
                  <a:lnTo>
                    <a:pt x="1188354" y="2908300"/>
                  </a:lnTo>
                  <a:close/>
                </a:path>
                <a:path w="4009390" h="3048000">
                  <a:moveTo>
                    <a:pt x="1190697" y="2909226"/>
                  </a:moveTo>
                  <a:lnTo>
                    <a:pt x="1194861" y="2921000"/>
                  </a:lnTo>
                  <a:lnTo>
                    <a:pt x="1217942" y="2921000"/>
                  </a:lnTo>
                  <a:lnTo>
                    <a:pt x="1216359" y="2919372"/>
                  </a:lnTo>
                  <a:lnTo>
                    <a:pt x="1190697" y="2909226"/>
                  </a:lnTo>
                  <a:close/>
                </a:path>
                <a:path w="4009390" h="3048000">
                  <a:moveTo>
                    <a:pt x="1238003" y="2908300"/>
                  </a:moveTo>
                  <a:lnTo>
                    <a:pt x="1205587" y="2908300"/>
                  </a:lnTo>
                  <a:lnTo>
                    <a:pt x="1216359" y="2919372"/>
                  </a:lnTo>
                  <a:lnTo>
                    <a:pt x="1220476" y="2921000"/>
                  </a:lnTo>
                  <a:lnTo>
                    <a:pt x="1254551" y="2921000"/>
                  </a:lnTo>
                  <a:lnTo>
                    <a:pt x="1254653" y="2917435"/>
                  </a:lnTo>
                  <a:lnTo>
                    <a:pt x="1238003" y="2908300"/>
                  </a:lnTo>
                  <a:close/>
                </a:path>
                <a:path w="4009390" h="3048000">
                  <a:moveTo>
                    <a:pt x="1254653" y="2917435"/>
                  </a:moveTo>
                  <a:lnTo>
                    <a:pt x="1254551" y="2921000"/>
                  </a:lnTo>
                  <a:lnTo>
                    <a:pt x="1259676" y="2921000"/>
                  </a:lnTo>
                  <a:lnTo>
                    <a:pt x="1255759" y="2918042"/>
                  </a:lnTo>
                  <a:lnTo>
                    <a:pt x="1254653" y="2917435"/>
                  </a:lnTo>
                  <a:close/>
                </a:path>
                <a:path w="4009390" h="3048000">
                  <a:moveTo>
                    <a:pt x="1255759" y="2918042"/>
                  </a:moveTo>
                  <a:lnTo>
                    <a:pt x="1259676" y="2921000"/>
                  </a:lnTo>
                  <a:lnTo>
                    <a:pt x="1261149" y="2921000"/>
                  </a:lnTo>
                  <a:lnTo>
                    <a:pt x="1255759" y="2918042"/>
                  </a:lnTo>
                  <a:close/>
                </a:path>
                <a:path w="4009390" h="3048000">
                  <a:moveTo>
                    <a:pt x="1254862" y="2910132"/>
                  </a:moveTo>
                  <a:lnTo>
                    <a:pt x="1254812" y="2911867"/>
                  </a:lnTo>
                  <a:lnTo>
                    <a:pt x="1262649" y="2921000"/>
                  </a:lnTo>
                  <a:lnTo>
                    <a:pt x="1273310" y="2921000"/>
                  </a:lnTo>
                  <a:lnTo>
                    <a:pt x="1254862" y="2910132"/>
                  </a:lnTo>
                  <a:close/>
                </a:path>
                <a:path w="4009390" h="3048000">
                  <a:moveTo>
                    <a:pt x="1273104" y="2908300"/>
                  </a:moveTo>
                  <a:lnTo>
                    <a:pt x="1262949" y="2908300"/>
                  </a:lnTo>
                  <a:lnTo>
                    <a:pt x="1273310" y="2921000"/>
                  </a:lnTo>
                  <a:lnTo>
                    <a:pt x="1283239" y="2921000"/>
                  </a:lnTo>
                  <a:lnTo>
                    <a:pt x="1273104" y="2908300"/>
                  </a:lnTo>
                  <a:close/>
                </a:path>
                <a:path w="4009390" h="3048000">
                  <a:moveTo>
                    <a:pt x="2725169" y="2908300"/>
                  </a:moveTo>
                  <a:lnTo>
                    <a:pt x="2723117" y="2908300"/>
                  </a:lnTo>
                  <a:lnTo>
                    <a:pt x="2715334" y="2921000"/>
                  </a:lnTo>
                  <a:lnTo>
                    <a:pt x="2717015" y="2921000"/>
                  </a:lnTo>
                  <a:lnTo>
                    <a:pt x="2725169" y="2908300"/>
                  </a:lnTo>
                  <a:close/>
                </a:path>
                <a:path w="4009390" h="3048000">
                  <a:moveTo>
                    <a:pt x="2749097" y="2920506"/>
                  </a:moveTo>
                  <a:lnTo>
                    <a:pt x="2747876" y="2921000"/>
                  </a:lnTo>
                  <a:lnTo>
                    <a:pt x="2749153" y="2921000"/>
                  </a:lnTo>
                  <a:lnTo>
                    <a:pt x="2749097" y="2920506"/>
                  </a:lnTo>
                  <a:close/>
                </a:path>
                <a:path w="4009390" h="3048000">
                  <a:moveTo>
                    <a:pt x="2801002" y="2900001"/>
                  </a:moveTo>
                  <a:lnTo>
                    <a:pt x="2780280" y="2907921"/>
                  </a:lnTo>
                  <a:lnTo>
                    <a:pt x="2779847" y="2908300"/>
                  </a:lnTo>
                  <a:lnTo>
                    <a:pt x="2779282" y="2908300"/>
                  </a:lnTo>
                  <a:lnTo>
                    <a:pt x="2749097" y="2920506"/>
                  </a:lnTo>
                  <a:lnTo>
                    <a:pt x="2749153" y="2921000"/>
                  </a:lnTo>
                  <a:lnTo>
                    <a:pt x="2784820" y="2908300"/>
                  </a:lnTo>
                  <a:lnTo>
                    <a:pt x="2779847" y="2908300"/>
                  </a:lnTo>
                  <a:lnTo>
                    <a:pt x="2780280" y="2907921"/>
                  </a:lnTo>
                  <a:lnTo>
                    <a:pt x="2785576" y="2907921"/>
                  </a:lnTo>
                  <a:lnTo>
                    <a:pt x="2800905" y="2900251"/>
                  </a:lnTo>
                  <a:lnTo>
                    <a:pt x="2801002" y="2900001"/>
                  </a:lnTo>
                  <a:close/>
                </a:path>
                <a:path w="4009390" h="3048000">
                  <a:moveTo>
                    <a:pt x="2800905" y="2900251"/>
                  </a:moveTo>
                  <a:lnTo>
                    <a:pt x="2784820" y="2908300"/>
                  </a:lnTo>
                  <a:lnTo>
                    <a:pt x="2749153" y="2921000"/>
                  </a:lnTo>
                  <a:lnTo>
                    <a:pt x="2801083" y="2921000"/>
                  </a:lnTo>
                  <a:lnTo>
                    <a:pt x="2808724" y="2908300"/>
                  </a:lnTo>
                  <a:lnTo>
                    <a:pt x="2797775" y="2908300"/>
                  </a:lnTo>
                  <a:lnTo>
                    <a:pt x="2800905" y="2900251"/>
                  </a:lnTo>
                  <a:close/>
                </a:path>
                <a:path w="4009390" h="3048000">
                  <a:moveTo>
                    <a:pt x="2807217" y="2916869"/>
                  </a:moveTo>
                  <a:lnTo>
                    <a:pt x="2802407" y="2921000"/>
                  </a:lnTo>
                  <a:lnTo>
                    <a:pt x="2806477" y="2921000"/>
                  </a:lnTo>
                  <a:lnTo>
                    <a:pt x="2807007" y="2918042"/>
                  </a:lnTo>
                  <a:lnTo>
                    <a:pt x="2807116" y="2917435"/>
                  </a:lnTo>
                  <a:lnTo>
                    <a:pt x="2807217" y="2916869"/>
                  </a:lnTo>
                  <a:close/>
                </a:path>
                <a:path w="4009390" h="3048000">
                  <a:moveTo>
                    <a:pt x="2828842" y="2908300"/>
                  </a:moveTo>
                  <a:lnTo>
                    <a:pt x="2824755" y="2908300"/>
                  </a:lnTo>
                  <a:lnTo>
                    <a:pt x="2812444" y="2921000"/>
                  </a:lnTo>
                  <a:lnTo>
                    <a:pt x="2815935" y="2921000"/>
                  </a:lnTo>
                  <a:lnTo>
                    <a:pt x="2825500" y="2915307"/>
                  </a:lnTo>
                  <a:lnTo>
                    <a:pt x="2828842" y="2908300"/>
                  </a:lnTo>
                  <a:close/>
                </a:path>
                <a:path w="4009390" h="3048000">
                  <a:moveTo>
                    <a:pt x="2830058" y="2912595"/>
                  </a:moveTo>
                  <a:lnTo>
                    <a:pt x="2825500" y="2915307"/>
                  </a:lnTo>
                  <a:lnTo>
                    <a:pt x="2822785" y="2921000"/>
                  </a:lnTo>
                  <a:lnTo>
                    <a:pt x="2830058" y="2912595"/>
                  </a:lnTo>
                  <a:close/>
                </a:path>
                <a:path w="4009390" h="3048000">
                  <a:moveTo>
                    <a:pt x="1188354" y="2908300"/>
                  </a:moveTo>
                  <a:lnTo>
                    <a:pt x="1194608" y="2920506"/>
                  </a:lnTo>
                  <a:lnTo>
                    <a:pt x="1194285" y="2919372"/>
                  </a:lnTo>
                  <a:lnTo>
                    <a:pt x="1190697" y="2909226"/>
                  </a:lnTo>
                  <a:lnTo>
                    <a:pt x="1188354" y="2908300"/>
                  </a:lnTo>
                  <a:close/>
                </a:path>
                <a:path w="4009390" h="3048000">
                  <a:moveTo>
                    <a:pt x="2794349" y="2895628"/>
                  </a:moveTo>
                  <a:lnTo>
                    <a:pt x="2789138" y="2895628"/>
                  </a:lnTo>
                  <a:lnTo>
                    <a:pt x="2767403" y="2908300"/>
                  </a:lnTo>
                  <a:lnTo>
                    <a:pt x="2747701" y="2908300"/>
                  </a:lnTo>
                  <a:lnTo>
                    <a:pt x="2749097" y="2920506"/>
                  </a:lnTo>
                  <a:lnTo>
                    <a:pt x="2779282" y="2908300"/>
                  </a:lnTo>
                  <a:lnTo>
                    <a:pt x="2780273" y="2907921"/>
                  </a:lnTo>
                  <a:lnTo>
                    <a:pt x="2794349" y="2895628"/>
                  </a:lnTo>
                  <a:close/>
                </a:path>
                <a:path w="4009390" h="3048000">
                  <a:moveTo>
                    <a:pt x="1254659" y="2917212"/>
                  </a:moveTo>
                  <a:lnTo>
                    <a:pt x="1254653" y="2917435"/>
                  </a:lnTo>
                  <a:lnTo>
                    <a:pt x="1255759" y="2918042"/>
                  </a:lnTo>
                  <a:lnTo>
                    <a:pt x="1254659" y="2917212"/>
                  </a:lnTo>
                  <a:close/>
                </a:path>
                <a:path w="4009390" h="3048000">
                  <a:moveTo>
                    <a:pt x="1251750" y="2908300"/>
                  </a:moveTo>
                  <a:lnTo>
                    <a:pt x="1242856" y="2908300"/>
                  </a:lnTo>
                  <a:lnTo>
                    <a:pt x="1254659" y="2917212"/>
                  </a:lnTo>
                  <a:lnTo>
                    <a:pt x="1254714" y="2915307"/>
                  </a:lnTo>
                  <a:lnTo>
                    <a:pt x="1254812" y="2911867"/>
                  </a:lnTo>
                  <a:lnTo>
                    <a:pt x="1251750" y="2908300"/>
                  </a:lnTo>
                  <a:close/>
                </a:path>
                <a:path w="4009390" h="3048000">
                  <a:moveTo>
                    <a:pt x="2832365" y="2907921"/>
                  </a:moveTo>
                  <a:lnTo>
                    <a:pt x="2808952" y="2907921"/>
                  </a:lnTo>
                  <a:lnTo>
                    <a:pt x="2807217" y="2916869"/>
                  </a:lnTo>
                  <a:lnTo>
                    <a:pt x="2817198" y="2908300"/>
                  </a:lnTo>
                  <a:lnTo>
                    <a:pt x="2831889" y="2908300"/>
                  </a:lnTo>
                  <a:lnTo>
                    <a:pt x="2832365" y="2907921"/>
                  </a:lnTo>
                  <a:close/>
                </a:path>
                <a:path w="4009390" h="3048000">
                  <a:moveTo>
                    <a:pt x="2725437" y="2908300"/>
                  </a:moveTo>
                  <a:lnTo>
                    <a:pt x="2725169" y="2908300"/>
                  </a:lnTo>
                  <a:lnTo>
                    <a:pt x="2720669" y="2915307"/>
                  </a:lnTo>
                  <a:lnTo>
                    <a:pt x="2722588" y="2912595"/>
                  </a:lnTo>
                  <a:lnTo>
                    <a:pt x="2725437" y="2908300"/>
                  </a:lnTo>
                  <a:close/>
                </a:path>
                <a:path w="4009390" h="3048000">
                  <a:moveTo>
                    <a:pt x="2837275" y="2908300"/>
                  </a:moveTo>
                  <a:lnTo>
                    <a:pt x="2833774" y="2908300"/>
                  </a:lnTo>
                  <a:lnTo>
                    <a:pt x="2830058" y="2912595"/>
                  </a:lnTo>
                  <a:lnTo>
                    <a:pt x="2837275" y="2908300"/>
                  </a:lnTo>
                  <a:close/>
                </a:path>
                <a:path w="4009390" h="3048000">
                  <a:moveTo>
                    <a:pt x="1254914" y="2908300"/>
                  </a:moveTo>
                  <a:lnTo>
                    <a:pt x="1251750" y="2908300"/>
                  </a:lnTo>
                  <a:lnTo>
                    <a:pt x="1254862" y="2910132"/>
                  </a:lnTo>
                  <a:lnTo>
                    <a:pt x="1254914" y="2908300"/>
                  </a:lnTo>
                  <a:close/>
                </a:path>
                <a:path w="4009390" h="3048000">
                  <a:moveTo>
                    <a:pt x="1190370" y="2908300"/>
                  </a:moveTo>
                  <a:lnTo>
                    <a:pt x="1188354" y="2908300"/>
                  </a:lnTo>
                  <a:lnTo>
                    <a:pt x="1190697" y="2909226"/>
                  </a:lnTo>
                  <a:lnTo>
                    <a:pt x="1190370" y="2908300"/>
                  </a:lnTo>
                  <a:close/>
                </a:path>
                <a:path w="4009390" h="3048000">
                  <a:moveTo>
                    <a:pt x="1147129" y="2895628"/>
                  </a:moveTo>
                  <a:lnTo>
                    <a:pt x="1135933" y="2895628"/>
                  </a:lnTo>
                  <a:lnTo>
                    <a:pt x="1153608" y="2908300"/>
                  </a:lnTo>
                  <a:lnTo>
                    <a:pt x="1160551" y="2908300"/>
                  </a:lnTo>
                  <a:lnTo>
                    <a:pt x="1147129" y="2895628"/>
                  </a:lnTo>
                  <a:close/>
                </a:path>
                <a:path w="4009390" h="3048000">
                  <a:moveTo>
                    <a:pt x="1183176" y="2892412"/>
                  </a:moveTo>
                  <a:lnTo>
                    <a:pt x="1184591" y="2895628"/>
                  </a:lnTo>
                  <a:lnTo>
                    <a:pt x="1179171" y="2895628"/>
                  </a:lnTo>
                  <a:lnTo>
                    <a:pt x="1209840" y="2908300"/>
                  </a:lnTo>
                  <a:lnTo>
                    <a:pt x="1212897" y="2908300"/>
                  </a:lnTo>
                  <a:lnTo>
                    <a:pt x="1188272" y="2895628"/>
                  </a:lnTo>
                  <a:lnTo>
                    <a:pt x="1183176" y="2892412"/>
                  </a:lnTo>
                  <a:close/>
                </a:path>
                <a:path w="4009390" h="3048000">
                  <a:moveTo>
                    <a:pt x="1241680" y="2895628"/>
                  </a:moveTo>
                  <a:lnTo>
                    <a:pt x="1202589" y="2895628"/>
                  </a:lnTo>
                  <a:lnTo>
                    <a:pt x="1212897" y="2908300"/>
                  </a:lnTo>
                  <a:lnTo>
                    <a:pt x="1258204" y="2908300"/>
                  </a:lnTo>
                  <a:lnTo>
                    <a:pt x="1241680" y="2895628"/>
                  </a:lnTo>
                  <a:close/>
                </a:path>
                <a:path w="4009390" h="3048000">
                  <a:moveTo>
                    <a:pt x="2753292" y="2906178"/>
                  </a:moveTo>
                  <a:lnTo>
                    <a:pt x="2751586" y="2907665"/>
                  </a:lnTo>
                  <a:lnTo>
                    <a:pt x="2750907" y="2908300"/>
                  </a:lnTo>
                  <a:lnTo>
                    <a:pt x="2751048" y="2908300"/>
                  </a:lnTo>
                  <a:lnTo>
                    <a:pt x="2753292" y="2906178"/>
                  </a:lnTo>
                  <a:close/>
                </a:path>
                <a:path w="4009390" h="3048000">
                  <a:moveTo>
                    <a:pt x="2771328" y="2895628"/>
                  </a:moveTo>
                  <a:lnTo>
                    <a:pt x="2764447" y="2895628"/>
                  </a:lnTo>
                  <a:lnTo>
                    <a:pt x="2761755" y="2898173"/>
                  </a:lnTo>
                  <a:lnTo>
                    <a:pt x="2755907" y="2908300"/>
                  </a:lnTo>
                  <a:lnTo>
                    <a:pt x="2758697" y="2908300"/>
                  </a:lnTo>
                  <a:lnTo>
                    <a:pt x="2762708" y="2905783"/>
                  </a:lnTo>
                  <a:lnTo>
                    <a:pt x="2771328" y="2895628"/>
                  </a:lnTo>
                  <a:close/>
                </a:path>
                <a:path w="4009390" h="3048000">
                  <a:moveTo>
                    <a:pt x="2802728" y="2882900"/>
                  </a:moveTo>
                  <a:lnTo>
                    <a:pt x="2778895" y="2895628"/>
                  </a:lnTo>
                  <a:lnTo>
                    <a:pt x="2762708" y="2905783"/>
                  </a:lnTo>
                  <a:lnTo>
                    <a:pt x="2760572" y="2908300"/>
                  </a:lnTo>
                  <a:lnTo>
                    <a:pt x="2766493" y="2908300"/>
                  </a:lnTo>
                  <a:lnTo>
                    <a:pt x="2767461" y="2907665"/>
                  </a:lnTo>
                  <a:lnTo>
                    <a:pt x="2782769" y="2895628"/>
                  </a:lnTo>
                  <a:lnTo>
                    <a:pt x="2792752" y="2895628"/>
                  </a:lnTo>
                  <a:lnTo>
                    <a:pt x="2802728" y="2882900"/>
                  </a:lnTo>
                  <a:close/>
                </a:path>
                <a:path w="4009390" h="3048000">
                  <a:moveTo>
                    <a:pt x="2767135" y="2907921"/>
                  </a:moveTo>
                  <a:lnTo>
                    <a:pt x="2766493" y="2908300"/>
                  </a:lnTo>
                  <a:lnTo>
                    <a:pt x="2766654" y="2908300"/>
                  </a:lnTo>
                  <a:lnTo>
                    <a:pt x="2767135" y="2907921"/>
                  </a:lnTo>
                  <a:close/>
                </a:path>
                <a:path w="4009390" h="3048000">
                  <a:moveTo>
                    <a:pt x="2789138" y="2895628"/>
                  </a:moveTo>
                  <a:lnTo>
                    <a:pt x="2785831" y="2895628"/>
                  </a:lnTo>
                  <a:lnTo>
                    <a:pt x="2767461" y="2907665"/>
                  </a:lnTo>
                  <a:lnTo>
                    <a:pt x="2766654" y="2908300"/>
                  </a:lnTo>
                  <a:lnTo>
                    <a:pt x="2767403" y="2908300"/>
                  </a:lnTo>
                  <a:lnTo>
                    <a:pt x="2789138" y="2895628"/>
                  </a:lnTo>
                  <a:close/>
                </a:path>
                <a:path w="4009390" h="3048000">
                  <a:moveTo>
                    <a:pt x="2841900" y="2895628"/>
                  </a:moveTo>
                  <a:lnTo>
                    <a:pt x="2819358" y="2895628"/>
                  </a:lnTo>
                  <a:lnTo>
                    <a:pt x="2819206" y="2895808"/>
                  </a:lnTo>
                  <a:lnTo>
                    <a:pt x="2797775" y="2908300"/>
                  </a:lnTo>
                  <a:lnTo>
                    <a:pt x="2808724" y="2908300"/>
                  </a:lnTo>
                  <a:lnTo>
                    <a:pt x="2808952" y="2907921"/>
                  </a:lnTo>
                  <a:lnTo>
                    <a:pt x="2832365" y="2907921"/>
                  </a:lnTo>
                  <a:lnTo>
                    <a:pt x="2838732" y="2902866"/>
                  </a:lnTo>
                  <a:lnTo>
                    <a:pt x="2841822" y="2895808"/>
                  </a:lnTo>
                  <a:lnTo>
                    <a:pt x="2841900" y="2895628"/>
                  </a:lnTo>
                  <a:close/>
                </a:path>
                <a:path w="4009390" h="3048000">
                  <a:moveTo>
                    <a:pt x="2837282" y="2906178"/>
                  </a:moveTo>
                  <a:lnTo>
                    <a:pt x="2835641" y="2908300"/>
                  </a:lnTo>
                  <a:lnTo>
                    <a:pt x="2836353" y="2908300"/>
                  </a:lnTo>
                  <a:lnTo>
                    <a:pt x="2837282" y="2906178"/>
                  </a:lnTo>
                  <a:close/>
                </a:path>
                <a:path w="4009390" h="3048000">
                  <a:moveTo>
                    <a:pt x="2854576" y="2895628"/>
                  </a:moveTo>
                  <a:lnTo>
                    <a:pt x="2847847" y="2895628"/>
                  </a:lnTo>
                  <a:lnTo>
                    <a:pt x="2841613" y="2900578"/>
                  </a:lnTo>
                  <a:lnTo>
                    <a:pt x="2841004" y="2901365"/>
                  </a:lnTo>
                  <a:lnTo>
                    <a:pt x="2840011" y="2907665"/>
                  </a:lnTo>
                  <a:lnTo>
                    <a:pt x="2839911" y="2908300"/>
                  </a:lnTo>
                  <a:lnTo>
                    <a:pt x="2845941" y="2908300"/>
                  </a:lnTo>
                  <a:lnTo>
                    <a:pt x="2853904" y="2898173"/>
                  </a:lnTo>
                  <a:lnTo>
                    <a:pt x="2854529" y="2895808"/>
                  </a:lnTo>
                  <a:lnTo>
                    <a:pt x="2854576" y="2895628"/>
                  </a:lnTo>
                  <a:close/>
                </a:path>
                <a:path w="4009390" h="3048000">
                  <a:moveTo>
                    <a:pt x="2852384" y="2904061"/>
                  </a:moveTo>
                  <a:lnTo>
                    <a:pt x="2850569" y="2908300"/>
                  </a:lnTo>
                  <a:lnTo>
                    <a:pt x="2851282" y="2908300"/>
                  </a:lnTo>
                  <a:lnTo>
                    <a:pt x="2852384" y="2904061"/>
                  </a:lnTo>
                  <a:close/>
                </a:path>
                <a:path w="4009390" h="3048000">
                  <a:moveTo>
                    <a:pt x="2802703" y="2895628"/>
                  </a:moveTo>
                  <a:lnTo>
                    <a:pt x="2794349" y="2895628"/>
                  </a:lnTo>
                  <a:lnTo>
                    <a:pt x="2780280" y="2907921"/>
                  </a:lnTo>
                  <a:lnTo>
                    <a:pt x="2801002" y="2900001"/>
                  </a:lnTo>
                  <a:lnTo>
                    <a:pt x="2802633" y="2895808"/>
                  </a:lnTo>
                  <a:lnTo>
                    <a:pt x="2802703" y="2895628"/>
                  </a:lnTo>
                  <a:close/>
                </a:path>
                <a:path w="4009390" h="3048000">
                  <a:moveTo>
                    <a:pt x="2841059" y="2901018"/>
                  </a:moveTo>
                  <a:lnTo>
                    <a:pt x="2838732" y="2902866"/>
                  </a:lnTo>
                  <a:lnTo>
                    <a:pt x="2837282" y="2906178"/>
                  </a:lnTo>
                  <a:lnTo>
                    <a:pt x="2841004" y="2901365"/>
                  </a:lnTo>
                  <a:lnTo>
                    <a:pt x="2841059" y="2901018"/>
                  </a:lnTo>
                  <a:close/>
                </a:path>
                <a:path w="4009390" h="3048000">
                  <a:moveTo>
                    <a:pt x="2855994" y="2895628"/>
                  </a:moveTo>
                  <a:lnTo>
                    <a:pt x="2855764" y="2895808"/>
                  </a:lnTo>
                  <a:lnTo>
                    <a:pt x="2853914" y="2898173"/>
                  </a:lnTo>
                  <a:lnTo>
                    <a:pt x="2852418" y="2903929"/>
                  </a:lnTo>
                  <a:lnTo>
                    <a:pt x="2855916" y="2895808"/>
                  </a:lnTo>
                  <a:lnTo>
                    <a:pt x="2855994" y="2895628"/>
                  </a:lnTo>
                  <a:close/>
                </a:path>
                <a:path w="4009390" h="3048000">
                  <a:moveTo>
                    <a:pt x="2845442" y="2895628"/>
                  </a:moveTo>
                  <a:lnTo>
                    <a:pt x="2841908" y="2895628"/>
                  </a:lnTo>
                  <a:lnTo>
                    <a:pt x="2841322" y="2899352"/>
                  </a:lnTo>
                  <a:lnTo>
                    <a:pt x="2841219" y="2900001"/>
                  </a:lnTo>
                  <a:lnTo>
                    <a:pt x="2841180" y="2900251"/>
                  </a:lnTo>
                  <a:lnTo>
                    <a:pt x="2841059" y="2901018"/>
                  </a:lnTo>
                  <a:lnTo>
                    <a:pt x="2841613" y="2900578"/>
                  </a:lnTo>
                  <a:lnTo>
                    <a:pt x="2845442" y="2895628"/>
                  </a:lnTo>
                  <a:close/>
                </a:path>
                <a:path w="4009390" h="3048000">
                  <a:moveTo>
                    <a:pt x="2847847" y="2895628"/>
                  </a:moveTo>
                  <a:lnTo>
                    <a:pt x="2845442" y="2895628"/>
                  </a:lnTo>
                  <a:lnTo>
                    <a:pt x="2841613" y="2900578"/>
                  </a:lnTo>
                  <a:lnTo>
                    <a:pt x="2847847" y="2895628"/>
                  </a:lnTo>
                  <a:close/>
                </a:path>
                <a:path w="4009390" h="3048000">
                  <a:moveTo>
                    <a:pt x="2802703" y="2899352"/>
                  </a:moveTo>
                  <a:lnTo>
                    <a:pt x="2801002" y="2900001"/>
                  </a:lnTo>
                  <a:lnTo>
                    <a:pt x="2800905" y="2900251"/>
                  </a:lnTo>
                  <a:lnTo>
                    <a:pt x="2802703" y="2899352"/>
                  </a:lnTo>
                  <a:close/>
                </a:path>
                <a:path w="4009390" h="3048000">
                  <a:moveTo>
                    <a:pt x="2812450" y="2895628"/>
                  </a:moveTo>
                  <a:lnTo>
                    <a:pt x="2810145" y="2895628"/>
                  </a:lnTo>
                  <a:lnTo>
                    <a:pt x="2802703" y="2899352"/>
                  </a:lnTo>
                  <a:lnTo>
                    <a:pt x="2812450" y="2895628"/>
                  </a:lnTo>
                  <a:close/>
                </a:path>
                <a:path w="4009390" h="3048000">
                  <a:moveTo>
                    <a:pt x="2764447" y="2895628"/>
                  </a:moveTo>
                  <a:lnTo>
                    <a:pt x="2763226" y="2895628"/>
                  </a:lnTo>
                  <a:lnTo>
                    <a:pt x="2761755" y="2898173"/>
                  </a:lnTo>
                  <a:lnTo>
                    <a:pt x="2764447" y="2895628"/>
                  </a:lnTo>
                  <a:close/>
                </a:path>
                <a:path w="4009390" h="3048000">
                  <a:moveTo>
                    <a:pt x="1062248" y="2868359"/>
                  </a:moveTo>
                  <a:lnTo>
                    <a:pt x="1063061" y="2869765"/>
                  </a:lnTo>
                  <a:lnTo>
                    <a:pt x="1064536" y="2870200"/>
                  </a:lnTo>
                  <a:lnTo>
                    <a:pt x="1110071" y="2895628"/>
                  </a:lnTo>
                  <a:lnTo>
                    <a:pt x="1130739" y="2895628"/>
                  </a:lnTo>
                  <a:lnTo>
                    <a:pt x="1103322" y="2882900"/>
                  </a:lnTo>
                  <a:lnTo>
                    <a:pt x="1090657" y="2882900"/>
                  </a:lnTo>
                  <a:lnTo>
                    <a:pt x="1080630" y="2870200"/>
                  </a:lnTo>
                  <a:lnTo>
                    <a:pt x="1065020" y="2870200"/>
                  </a:lnTo>
                  <a:lnTo>
                    <a:pt x="1062248" y="2868359"/>
                  </a:lnTo>
                  <a:close/>
                </a:path>
                <a:path w="4009390" h="3048000">
                  <a:moveTo>
                    <a:pt x="1124581" y="2884128"/>
                  </a:moveTo>
                  <a:lnTo>
                    <a:pt x="1137672" y="2895628"/>
                  </a:lnTo>
                  <a:lnTo>
                    <a:pt x="1146808" y="2895628"/>
                  </a:lnTo>
                  <a:lnTo>
                    <a:pt x="1124581" y="2884128"/>
                  </a:lnTo>
                  <a:close/>
                </a:path>
                <a:path w="4009390" h="3048000">
                  <a:moveTo>
                    <a:pt x="1142724" y="2882900"/>
                  </a:moveTo>
                  <a:lnTo>
                    <a:pt x="1123183" y="2882900"/>
                  </a:lnTo>
                  <a:lnTo>
                    <a:pt x="1124581" y="2884128"/>
                  </a:lnTo>
                  <a:lnTo>
                    <a:pt x="1146808" y="2895628"/>
                  </a:lnTo>
                  <a:lnTo>
                    <a:pt x="1156004" y="2895628"/>
                  </a:lnTo>
                  <a:lnTo>
                    <a:pt x="1142724" y="2882900"/>
                  </a:lnTo>
                  <a:close/>
                </a:path>
                <a:path w="4009390" h="3048000">
                  <a:moveTo>
                    <a:pt x="1168132" y="2882900"/>
                  </a:moveTo>
                  <a:lnTo>
                    <a:pt x="1142724" y="2882900"/>
                  </a:lnTo>
                  <a:lnTo>
                    <a:pt x="1156004" y="2895628"/>
                  </a:lnTo>
                  <a:lnTo>
                    <a:pt x="1184596" y="2895628"/>
                  </a:lnTo>
                  <a:lnTo>
                    <a:pt x="1182265" y="2891836"/>
                  </a:lnTo>
                  <a:lnTo>
                    <a:pt x="1168132" y="2882900"/>
                  </a:lnTo>
                  <a:close/>
                </a:path>
                <a:path w="4009390" h="3048000">
                  <a:moveTo>
                    <a:pt x="1182265" y="2891836"/>
                  </a:moveTo>
                  <a:lnTo>
                    <a:pt x="1184596" y="2895628"/>
                  </a:lnTo>
                  <a:lnTo>
                    <a:pt x="1183176" y="2892412"/>
                  </a:lnTo>
                  <a:lnTo>
                    <a:pt x="1182265" y="2891836"/>
                  </a:lnTo>
                  <a:close/>
                </a:path>
                <a:path w="4009390" h="3048000">
                  <a:moveTo>
                    <a:pt x="1207337" y="2882900"/>
                  </a:moveTo>
                  <a:lnTo>
                    <a:pt x="1179412" y="2882900"/>
                  </a:lnTo>
                  <a:lnTo>
                    <a:pt x="1195805" y="2895628"/>
                  </a:lnTo>
                  <a:lnTo>
                    <a:pt x="1218442" y="2895628"/>
                  </a:lnTo>
                  <a:lnTo>
                    <a:pt x="1207337" y="2882900"/>
                  </a:lnTo>
                  <a:close/>
                </a:path>
                <a:path w="4009390" h="3048000">
                  <a:moveTo>
                    <a:pt x="2833866" y="2882900"/>
                  </a:moveTo>
                  <a:lnTo>
                    <a:pt x="2823617" y="2882900"/>
                  </a:lnTo>
                  <a:lnTo>
                    <a:pt x="2804968" y="2895628"/>
                  </a:lnTo>
                  <a:lnTo>
                    <a:pt x="2810145" y="2895628"/>
                  </a:lnTo>
                  <a:lnTo>
                    <a:pt x="2823335" y="2889028"/>
                  </a:lnTo>
                  <a:lnTo>
                    <a:pt x="2833866" y="2882900"/>
                  </a:lnTo>
                  <a:close/>
                </a:path>
                <a:path w="4009390" h="3048000">
                  <a:moveTo>
                    <a:pt x="2831605" y="2884890"/>
                  </a:moveTo>
                  <a:lnTo>
                    <a:pt x="2823335" y="2889028"/>
                  </a:lnTo>
                  <a:lnTo>
                    <a:pt x="2811995" y="2895628"/>
                  </a:lnTo>
                  <a:lnTo>
                    <a:pt x="2819288" y="2895628"/>
                  </a:lnTo>
                  <a:lnTo>
                    <a:pt x="2831605" y="2884890"/>
                  </a:lnTo>
                  <a:close/>
                </a:path>
                <a:path w="4009390" h="3048000">
                  <a:moveTo>
                    <a:pt x="2859554" y="2877917"/>
                  </a:moveTo>
                  <a:lnTo>
                    <a:pt x="2850542" y="2882900"/>
                  </a:lnTo>
                  <a:lnTo>
                    <a:pt x="2834883" y="2895628"/>
                  </a:lnTo>
                  <a:lnTo>
                    <a:pt x="2866552" y="2895628"/>
                  </a:lnTo>
                  <a:lnTo>
                    <a:pt x="2886805" y="2882900"/>
                  </a:lnTo>
                  <a:lnTo>
                    <a:pt x="2852811" y="2882900"/>
                  </a:lnTo>
                  <a:lnTo>
                    <a:pt x="2859554" y="2877917"/>
                  </a:lnTo>
                  <a:close/>
                </a:path>
                <a:path w="4009390" h="3048000">
                  <a:moveTo>
                    <a:pt x="1178991" y="2882900"/>
                  </a:moveTo>
                  <a:lnTo>
                    <a:pt x="1176772" y="2882900"/>
                  </a:lnTo>
                  <a:lnTo>
                    <a:pt x="1182265" y="2891836"/>
                  </a:lnTo>
                  <a:lnTo>
                    <a:pt x="1183176" y="2892412"/>
                  </a:lnTo>
                  <a:lnTo>
                    <a:pt x="1178991" y="2882900"/>
                  </a:lnTo>
                  <a:close/>
                </a:path>
                <a:path w="4009390" h="3048000">
                  <a:moveTo>
                    <a:pt x="2835584" y="2882900"/>
                  </a:moveTo>
                  <a:lnTo>
                    <a:pt x="2833866" y="2882900"/>
                  </a:lnTo>
                  <a:lnTo>
                    <a:pt x="2831605" y="2884890"/>
                  </a:lnTo>
                  <a:lnTo>
                    <a:pt x="2835584" y="2882900"/>
                  </a:lnTo>
                  <a:close/>
                </a:path>
                <a:path w="4009390" h="3048000">
                  <a:moveTo>
                    <a:pt x="1123183" y="2882900"/>
                  </a:moveTo>
                  <a:lnTo>
                    <a:pt x="1122207" y="2882900"/>
                  </a:lnTo>
                  <a:lnTo>
                    <a:pt x="1124581" y="2884128"/>
                  </a:lnTo>
                  <a:lnTo>
                    <a:pt x="1123183" y="2882900"/>
                  </a:lnTo>
                  <a:close/>
                </a:path>
                <a:path w="4009390" h="3048000">
                  <a:moveTo>
                    <a:pt x="1067342" y="2879591"/>
                  </a:moveTo>
                  <a:lnTo>
                    <a:pt x="1070198" y="2882900"/>
                  </a:lnTo>
                  <a:lnTo>
                    <a:pt x="1071299" y="2882900"/>
                  </a:lnTo>
                  <a:lnTo>
                    <a:pt x="1067342" y="2879591"/>
                  </a:lnTo>
                  <a:close/>
                </a:path>
                <a:path w="4009390" h="3048000">
                  <a:moveTo>
                    <a:pt x="1097917" y="2870200"/>
                  </a:moveTo>
                  <a:lnTo>
                    <a:pt x="1089266" y="2870200"/>
                  </a:lnTo>
                  <a:lnTo>
                    <a:pt x="1103316" y="2882900"/>
                  </a:lnTo>
                  <a:lnTo>
                    <a:pt x="1097917" y="2870200"/>
                  </a:lnTo>
                  <a:close/>
                </a:path>
                <a:path w="4009390" h="3048000">
                  <a:moveTo>
                    <a:pt x="1127673" y="2870200"/>
                  </a:moveTo>
                  <a:lnTo>
                    <a:pt x="1103065" y="2870200"/>
                  </a:lnTo>
                  <a:lnTo>
                    <a:pt x="1112805" y="2882900"/>
                  </a:lnTo>
                  <a:lnTo>
                    <a:pt x="1146636" y="2882900"/>
                  </a:lnTo>
                  <a:lnTo>
                    <a:pt x="1144244" y="2880010"/>
                  </a:lnTo>
                  <a:lnTo>
                    <a:pt x="1127673" y="2870200"/>
                  </a:lnTo>
                  <a:close/>
                </a:path>
                <a:path w="4009390" h="3048000">
                  <a:moveTo>
                    <a:pt x="1146689" y="2881604"/>
                  </a:moveTo>
                  <a:lnTo>
                    <a:pt x="1146962" y="2882510"/>
                  </a:lnTo>
                  <a:lnTo>
                    <a:pt x="1147079" y="2882900"/>
                  </a:lnTo>
                  <a:lnTo>
                    <a:pt x="1147807" y="2882900"/>
                  </a:lnTo>
                  <a:lnTo>
                    <a:pt x="1146689" y="2881604"/>
                  </a:lnTo>
                  <a:close/>
                </a:path>
                <a:path w="4009390" h="3048000">
                  <a:moveTo>
                    <a:pt x="1144933" y="2875498"/>
                  </a:moveTo>
                  <a:lnTo>
                    <a:pt x="1145135" y="2876439"/>
                  </a:lnTo>
                  <a:lnTo>
                    <a:pt x="1146635" y="2881426"/>
                  </a:lnTo>
                  <a:lnTo>
                    <a:pt x="1149125" y="2882900"/>
                  </a:lnTo>
                  <a:lnTo>
                    <a:pt x="1152896" y="2882900"/>
                  </a:lnTo>
                  <a:lnTo>
                    <a:pt x="1144933" y="2875498"/>
                  </a:lnTo>
                  <a:close/>
                </a:path>
                <a:path w="4009390" h="3048000">
                  <a:moveTo>
                    <a:pt x="1172731" y="2870200"/>
                  </a:moveTo>
                  <a:lnTo>
                    <a:pt x="1143258" y="2870200"/>
                  </a:lnTo>
                  <a:lnTo>
                    <a:pt x="1157972" y="2882900"/>
                  </a:lnTo>
                  <a:lnTo>
                    <a:pt x="1199458" y="2882900"/>
                  </a:lnTo>
                  <a:lnTo>
                    <a:pt x="1172731" y="2870200"/>
                  </a:lnTo>
                  <a:close/>
                </a:path>
                <a:path w="4009390" h="3048000">
                  <a:moveTo>
                    <a:pt x="2848546" y="2870769"/>
                  </a:moveTo>
                  <a:lnTo>
                    <a:pt x="2829391" y="2882900"/>
                  </a:lnTo>
                  <a:lnTo>
                    <a:pt x="2832003" y="2882900"/>
                  </a:lnTo>
                  <a:lnTo>
                    <a:pt x="2845350" y="2874910"/>
                  </a:lnTo>
                  <a:lnTo>
                    <a:pt x="2847087" y="2873363"/>
                  </a:lnTo>
                  <a:lnTo>
                    <a:pt x="2848546" y="2870769"/>
                  </a:lnTo>
                  <a:close/>
                </a:path>
                <a:path w="4009390" h="3048000">
                  <a:moveTo>
                    <a:pt x="2837017" y="2882510"/>
                  </a:moveTo>
                  <a:lnTo>
                    <a:pt x="2835584" y="2882900"/>
                  </a:lnTo>
                  <a:lnTo>
                    <a:pt x="2836589" y="2882900"/>
                  </a:lnTo>
                  <a:lnTo>
                    <a:pt x="2837017" y="2882510"/>
                  </a:lnTo>
                  <a:close/>
                </a:path>
                <a:path w="4009390" h="3048000">
                  <a:moveTo>
                    <a:pt x="2871322" y="2873190"/>
                  </a:moveTo>
                  <a:lnTo>
                    <a:pt x="2864993" y="2874910"/>
                  </a:lnTo>
                  <a:lnTo>
                    <a:pt x="2859554" y="2877917"/>
                  </a:lnTo>
                  <a:lnTo>
                    <a:pt x="2852811" y="2882900"/>
                  </a:lnTo>
                  <a:lnTo>
                    <a:pt x="2858714" y="2882900"/>
                  </a:lnTo>
                  <a:lnTo>
                    <a:pt x="2867450" y="2878476"/>
                  </a:lnTo>
                  <a:lnTo>
                    <a:pt x="2871195" y="2873363"/>
                  </a:lnTo>
                  <a:lnTo>
                    <a:pt x="2871322" y="2873190"/>
                  </a:lnTo>
                  <a:close/>
                </a:path>
                <a:path w="4009390" h="3048000">
                  <a:moveTo>
                    <a:pt x="2867450" y="2878476"/>
                  </a:moveTo>
                  <a:lnTo>
                    <a:pt x="2858714" y="2882900"/>
                  </a:lnTo>
                  <a:lnTo>
                    <a:pt x="2864211" y="2882900"/>
                  </a:lnTo>
                  <a:lnTo>
                    <a:pt x="2867450" y="2878476"/>
                  </a:lnTo>
                  <a:close/>
                </a:path>
                <a:path w="4009390" h="3048000">
                  <a:moveTo>
                    <a:pt x="2916191" y="2870200"/>
                  </a:moveTo>
                  <a:lnTo>
                    <a:pt x="2883797" y="2870200"/>
                  </a:lnTo>
                  <a:lnTo>
                    <a:pt x="2871473" y="2876439"/>
                  </a:lnTo>
                  <a:lnTo>
                    <a:pt x="2864211" y="2882900"/>
                  </a:lnTo>
                  <a:lnTo>
                    <a:pt x="2898635" y="2882900"/>
                  </a:lnTo>
                  <a:lnTo>
                    <a:pt x="2916191" y="2870200"/>
                  </a:lnTo>
                  <a:close/>
                </a:path>
                <a:path w="4009390" h="3048000">
                  <a:moveTo>
                    <a:pt x="2846657" y="2874127"/>
                  </a:moveTo>
                  <a:lnTo>
                    <a:pt x="2845384" y="2874910"/>
                  </a:lnTo>
                  <a:lnTo>
                    <a:pt x="2837017" y="2882510"/>
                  </a:lnTo>
                  <a:lnTo>
                    <a:pt x="2842829" y="2880931"/>
                  </a:lnTo>
                  <a:lnTo>
                    <a:pt x="2846657" y="2874127"/>
                  </a:lnTo>
                  <a:close/>
                </a:path>
                <a:path w="4009390" h="3048000">
                  <a:moveTo>
                    <a:pt x="2843567" y="2880731"/>
                  </a:moveTo>
                  <a:lnTo>
                    <a:pt x="2842829" y="2880931"/>
                  </a:lnTo>
                  <a:lnTo>
                    <a:pt x="2841940" y="2882510"/>
                  </a:lnTo>
                  <a:lnTo>
                    <a:pt x="2842823" y="2881604"/>
                  </a:lnTo>
                  <a:lnTo>
                    <a:pt x="2843567" y="2880731"/>
                  </a:lnTo>
                  <a:close/>
                </a:path>
                <a:path w="4009390" h="3048000">
                  <a:moveTo>
                    <a:pt x="1136846" y="2870200"/>
                  </a:moveTo>
                  <a:lnTo>
                    <a:pt x="1136123" y="2870200"/>
                  </a:lnTo>
                  <a:lnTo>
                    <a:pt x="1144244" y="2880010"/>
                  </a:lnTo>
                  <a:lnTo>
                    <a:pt x="1146635" y="2881426"/>
                  </a:lnTo>
                  <a:lnTo>
                    <a:pt x="1146108" y="2880931"/>
                  </a:lnTo>
                  <a:lnTo>
                    <a:pt x="1136846" y="2870200"/>
                  </a:lnTo>
                  <a:close/>
                </a:path>
                <a:path w="4009390" h="3048000">
                  <a:moveTo>
                    <a:pt x="2851812" y="2871041"/>
                  </a:moveTo>
                  <a:lnTo>
                    <a:pt x="2846657" y="2874127"/>
                  </a:lnTo>
                  <a:lnTo>
                    <a:pt x="2842941" y="2880731"/>
                  </a:lnTo>
                  <a:lnTo>
                    <a:pt x="2842829" y="2880931"/>
                  </a:lnTo>
                  <a:lnTo>
                    <a:pt x="2843567" y="2880731"/>
                  </a:lnTo>
                  <a:lnTo>
                    <a:pt x="2851812" y="2871041"/>
                  </a:lnTo>
                  <a:close/>
                </a:path>
                <a:path w="4009390" h="3048000">
                  <a:moveTo>
                    <a:pt x="2869998" y="2870200"/>
                  </a:moveTo>
                  <a:lnTo>
                    <a:pt x="2853217" y="2870200"/>
                  </a:lnTo>
                  <a:lnTo>
                    <a:pt x="2851812" y="2871041"/>
                  </a:lnTo>
                  <a:lnTo>
                    <a:pt x="2843567" y="2880731"/>
                  </a:lnTo>
                  <a:lnTo>
                    <a:pt x="2862828" y="2875498"/>
                  </a:lnTo>
                  <a:lnTo>
                    <a:pt x="2869998" y="2870200"/>
                  </a:lnTo>
                  <a:close/>
                </a:path>
                <a:path w="4009390" h="3048000">
                  <a:moveTo>
                    <a:pt x="1059236" y="2870200"/>
                  </a:moveTo>
                  <a:lnTo>
                    <a:pt x="1056111" y="2870200"/>
                  </a:lnTo>
                  <a:lnTo>
                    <a:pt x="1067342" y="2879591"/>
                  </a:lnTo>
                  <a:lnTo>
                    <a:pt x="1059236" y="2870200"/>
                  </a:lnTo>
                  <a:close/>
                </a:path>
                <a:path w="4009390" h="3048000">
                  <a:moveTo>
                    <a:pt x="2876798" y="2871702"/>
                  </a:moveTo>
                  <a:lnTo>
                    <a:pt x="2871322" y="2873190"/>
                  </a:lnTo>
                  <a:lnTo>
                    <a:pt x="2867450" y="2878476"/>
                  </a:lnTo>
                  <a:lnTo>
                    <a:pt x="2871473" y="2876439"/>
                  </a:lnTo>
                  <a:lnTo>
                    <a:pt x="2876798" y="2871702"/>
                  </a:lnTo>
                  <a:close/>
                </a:path>
                <a:path w="4009390" h="3048000">
                  <a:moveTo>
                    <a:pt x="2864993" y="2874910"/>
                  </a:moveTo>
                  <a:lnTo>
                    <a:pt x="2862828" y="2875498"/>
                  </a:lnTo>
                  <a:lnTo>
                    <a:pt x="2859554" y="2877917"/>
                  </a:lnTo>
                  <a:lnTo>
                    <a:pt x="2864993" y="2874910"/>
                  </a:lnTo>
                  <a:close/>
                </a:path>
                <a:path w="4009390" h="3048000">
                  <a:moveTo>
                    <a:pt x="2885903" y="2865649"/>
                  </a:moveTo>
                  <a:lnTo>
                    <a:pt x="2880017" y="2870200"/>
                  </a:lnTo>
                  <a:lnTo>
                    <a:pt x="2882329" y="2870200"/>
                  </a:lnTo>
                  <a:lnTo>
                    <a:pt x="2876798" y="2871702"/>
                  </a:lnTo>
                  <a:lnTo>
                    <a:pt x="2871473" y="2876439"/>
                  </a:lnTo>
                  <a:lnTo>
                    <a:pt x="2883797" y="2870200"/>
                  </a:lnTo>
                  <a:lnTo>
                    <a:pt x="2885903" y="2865649"/>
                  </a:lnTo>
                  <a:close/>
                </a:path>
                <a:path w="4009390" h="3048000">
                  <a:moveTo>
                    <a:pt x="1143258" y="2870200"/>
                  </a:moveTo>
                  <a:lnTo>
                    <a:pt x="1139233" y="2870200"/>
                  </a:lnTo>
                  <a:lnTo>
                    <a:pt x="1144933" y="2875498"/>
                  </a:lnTo>
                  <a:lnTo>
                    <a:pt x="1144675" y="2874910"/>
                  </a:lnTo>
                  <a:lnTo>
                    <a:pt x="1143258" y="2870200"/>
                  </a:lnTo>
                  <a:close/>
                </a:path>
                <a:path w="4009390" h="3048000">
                  <a:moveTo>
                    <a:pt x="2873512" y="2870200"/>
                  </a:moveTo>
                  <a:lnTo>
                    <a:pt x="2869998" y="2870200"/>
                  </a:lnTo>
                  <a:lnTo>
                    <a:pt x="2862828" y="2875498"/>
                  </a:lnTo>
                  <a:lnTo>
                    <a:pt x="2864993" y="2874910"/>
                  </a:lnTo>
                  <a:lnTo>
                    <a:pt x="2873512" y="2870200"/>
                  </a:lnTo>
                  <a:close/>
                </a:path>
                <a:path w="4009390" h="3048000">
                  <a:moveTo>
                    <a:pt x="2847087" y="2873363"/>
                  </a:moveTo>
                  <a:lnTo>
                    <a:pt x="2845384" y="2874910"/>
                  </a:lnTo>
                  <a:lnTo>
                    <a:pt x="2846657" y="2874127"/>
                  </a:lnTo>
                  <a:lnTo>
                    <a:pt x="2847087" y="2873363"/>
                  </a:lnTo>
                  <a:close/>
                </a:path>
                <a:path w="4009390" h="3048000">
                  <a:moveTo>
                    <a:pt x="2873512" y="2870200"/>
                  </a:moveTo>
                  <a:lnTo>
                    <a:pt x="2864993" y="2874910"/>
                  </a:lnTo>
                  <a:lnTo>
                    <a:pt x="2871322" y="2873190"/>
                  </a:lnTo>
                  <a:lnTo>
                    <a:pt x="2873512" y="2870200"/>
                  </a:lnTo>
                  <a:close/>
                </a:path>
                <a:path w="4009390" h="3048000">
                  <a:moveTo>
                    <a:pt x="2852528" y="2870200"/>
                  </a:moveTo>
                  <a:lnTo>
                    <a:pt x="2850569" y="2870200"/>
                  </a:lnTo>
                  <a:lnTo>
                    <a:pt x="2847087" y="2873363"/>
                  </a:lnTo>
                  <a:lnTo>
                    <a:pt x="2846657" y="2874127"/>
                  </a:lnTo>
                  <a:lnTo>
                    <a:pt x="2851812" y="2871041"/>
                  </a:lnTo>
                  <a:lnTo>
                    <a:pt x="2852528" y="2870200"/>
                  </a:lnTo>
                  <a:close/>
                </a:path>
                <a:path w="4009390" h="3048000">
                  <a:moveTo>
                    <a:pt x="2850569" y="2870200"/>
                  </a:moveTo>
                  <a:lnTo>
                    <a:pt x="2849445" y="2870200"/>
                  </a:lnTo>
                  <a:lnTo>
                    <a:pt x="2848546" y="2870769"/>
                  </a:lnTo>
                  <a:lnTo>
                    <a:pt x="2847184" y="2873190"/>
                  </a:lnTo>
                  <a:lnTo>
                    <a:pt x="2848915" y="2871702"/>
                  </a:lnTo>
                  <a:lnTo>
                    <a:pt x="2850569" y="2870200"/>
                  </a:lnTo>
                  <a:close/>
                </a:path>
                <a:path w="4009390" h="3048000">
                  <a:moveTo>
                    <a:pt x="2878487" y="2870200"/>
                  </a:moveTo>
                  <a:lnTo>
                    <a:pt x="2873512" y="2870200"/>
                  </a:lnTo>
                  <a:lnTo>
                    <a:pt x="2871322" y="2873190"/>
                  </a:lnTo>
                  <a:lnTo>
                    <a:pt x="2876798" y="2871702"/>
                  </a:lnTo>
                  <a:lnTo>
                    <a:pt x="2878487" y="2870200"/>
                  </a:lnTo>
                  <a:close/>
                </a:path>
                <a:path w="4009390" h="3048000">
                  <a:moveTo>
                    <a:pt x="2882329" y="2870200"/>
                  </a:moveTo>
                  <a:lnTo>
                    <a:pt x="2878487" y="2870200"/>
                  </a:lnTo>
                  <a:lnTo>
                    <a:pt x="2876798" y="2871702"/>
                  </a:lnTo>
                  <a:lnTo>
                    <a:pt x="2882329" y="2870200"/>
                  </a:lnTo>
                  <a:close/>
                </a:path>
                <a:path w="4009390" h="3048000">
                  <a:moveTo>
                    <a:pt x="2853217" y="2870200"/>
                  </a:moveTo>
                  <a:lnTo>
                    <a:pt x="2852528" y="2870200"/>
                  </a:lnTo>
                  <a:lnTo>
                    <a:pt x="2851812" y="2871041"/>
                  </a:lnTo>
                  <a:lnTo>
                    <a:pt x="2853217" y="2870200"/>
                  </a:lnTo>
                  <a:close/>
                </a:path>
                <a:path w="4009390" h="3048000">
                  <a:moveTo>
                    <a:pt x="2849445" y="2870200"/>
                  </a:moveTo>
                  <a:lnTo>
                    <a:pt x="2848866" y="2870200"/>
                  </a:lnTo>
                  <a:lnTo>
                    <a:pt x="2848546" y="2870769"/>
                  </a:lnTo>
                  <a:lnTo>
                    <a:pt x="2849445" y="2870200"/>
                  </a:lnTo>
                  <a:close/>
                </a:path>
                <a:path w="4009390" h="3048000">
                  <a:moveTo>
                    <a:pt x="1031987" y="2860605"/>
                  </a:moveTo>
                  <a:lnTo>
                    <a:pt x="1036532" y="2869765"/>
                  </a:lnTo>
                  <a:lnTo>
                    <a:pt x="1036633" y="2869969"/>
                  </a:lnTo>
                  <a:lnTo>
                    <a:pt x="1036747" y="2870200"/>
                  </a:lnTo>
                  <a:lnTo>
                    <a:pt x="1043418" y="2870200"/>
                  </a:lnTo>
                  <a:lnTo>
                    <a:pt x="1036560" y="2861953"/>
                  </a:lnTo>
                  <a:lnTo>
                    <a:pt x="1031987" y="2860605"/>
                  </a:lnTo>
                  <a:close/>
                </a:path>
                <a:path w="4009390" h="3048000">
                  <a:moveTo>
                    <a:pt x="1063061" y="2869765"/>
                  </a:moveTo>
                  <a:lnTo>
                    <a:pt x="1063313" y="2870200"/>
                  </a:lnTo>
                  <a:lnTo>
                    <a:pt x="1064536" y="2870200"/>
                  </a:lnTo>
                  <a:lnTo>
                    <a:pt x="1063061" y="2869765"/>
                  </a:lnTo>
                  <a:close/>
                </a:path>
                <a:path w="4009390" h="3048000">
                  <a:moveTo>
                    <a:pt x="1067421" y="2857556"/>
                  </a:moveTo>
                  <a:lnTo>
                    <a:pt x="1055995" y="2857556"/>
                  </a:lnTo>
                  <a:lnTo>
                    <a:pt x="1062248" y="2868359"/>
                  </a:lnTo>
                  <a:lnTo>
                    <a:pt x="1065020" y="2870200"/>
                  </a:lnTo>
                  <a:lnTo>
                    <a:pt x="1079079" y="2870200"/>
                  </a:lnTo>
                  <a:lnTo>
                    <a:pt x="1067421" y="2857556"/>
                  </a:lnTo>
                  <a:close/>
                </a:path>
                <a:path w="4009390" h="3048000">
                  <a:moveTo>
                    <a:pt x="1100919" y="2857556"/>
                  </a:moveTo>
                  <a:lnTo>
                    <a:pt x="1076590" y="2857556"/>
                  </a:lnTo>
                  <a:lnTo>
                    <a:pt x="1095822" y="2870200"/>
                  </a:lnTo>
                  <a:lnTo>
                    <a:pt x="1120733" y="2870200"/>
                  </a:lnTo>
                  <a:lnTo>
                    <a:pt x="1120547" y="2869969"/>
                  </a:lnTo>
                  <a:lnTo>
                    <a:pt x="1100919" y="2857556"/>
                  </a:lnTo>
                  <a:close/>
                </a:path>
                <a:path w="4009390" h="3048000">
                  <a:moveTo>
                    <a:pt x="1120547" y="2869969"/>
                  </a:moveTo>
                  <a:lnTo>
                    <a:pt x="1120733" y="2870200"/>
                  </a:lnTo>
                  <a:lnTo>
                    <a:pt x="1120911" y="2870200"/>
                  </a:lnTo>
                  <a:lnTo>
                    <a:pt x="1120547" y="2869969"/>
                  </a:lnTo>
                  <a:close/>
                </a:path>
                <a:path w="4009390" h="3048000">
                  <a:moveTo>
                    <a:pt x="1125741" y="2857556"/>
                  </a:moveTo>
                  <a:lnTo>
                    <a:pt x="1110528" y="2857556"/>
                  </a:lnTo>
                  <a:lnTo>
                    <a:pt x="1120547" y="2869969"/>
                  </a:lnTo>
                  <a:lnTo>
                    <a:pt x="1120911" y="2870200"/>
                  </a:lnTo>
                  <a:lnTo>
                    <a:pt x="1150427" y="2870200"/>
                  </a:lnTo>
                  <a:lnTo>
                    <a:pt x="1125741" y="2857556"/>
                  </a:lnTo>
                  <a:close/>
                </a:path>
                <a:path w="4009390" h="3048000">
                  <a:moveTo>
                    <a:pt x="2875227" y="2861767"/>
                  </a:moveTo>
                  <a:lnTo>
                    <a:pt x="2874941" y="2861953"/>
                  </a:lnTo>
                  <a:lnTo>
                    <a:pt x="2867545" y="2870200"/>
                  </a:lnTo>
                  <a:lnTo>
                    <a:pt x="2867978" y="2870200"/>
                  </a:lnTo>
                  <a:lnTo>
                    <a:pt x="2875227" y="2861767"/>
                  </a:lnTo>
                  <a:close/>
                </a:path>
                <a:path w="4009390" h="3048000">
                  <a:moveTo>
                    <a:pt x="2884209" y="2861953"/>
                  </a:moveTo>
                  <a:lnTo>
                    <a:pt x="2882655" y="2863411"/>
                  </a:lnTo>
                  <a:lnTo>
                    <a:pt x="2875850" y="2870200"/>
                  </a:lnTo>
                  <a:lnTo>
                    <a:pt x="2880017" y="2870200"/>
                  </a:lnTo>
                  <a:lnTo>
                    <a:pt x="2884209" y="2861953"/>
                  </a:lnTo>
                  <a:close/>
                </a:path>
                <a:path w="4009390" h="3048000">
                  <a:moveTo>
                    <a:pt x="2888798" y="2863411"/>
                  </a:moveTo>
                  <a:lnTo>
                    <a:pt x="2885983" y="2865649"/>
                  </a:lnTo>
                  <a:lnTo>
                    <a:pt x="2884124" y="2869765"/>
                  </a:lnTo>
                  <a:lnTo>
                    <a:pt x="2884032" y="2869969"/>
                  </a:lnTo>
                  <a:lnTo>
                    <a:pt x="2883928" y="2870200"/>
                  </a:lnTo>
                  <a:lnTo>
                    <a:pt x="2885868" y="2870200"/>
                  </a:lnTo>
                  <a:lnTo>
                    <a:pt x="2888798" y="2863411"/>
                  </a:lnTo>
                  <a:close/>
                </a:path>
                <a:path w="4009390" h="3048000">
                  <a:moveTo>
                    <a:pt x="2894275" y="2868056"/>
                  </a:moveTo>
                  <a:lnTo>
                    <a:pt x="2890818" y="2870200"/>
                  </a:lnTo>
                  <a:lnTo>
                    <a:pt x="2892214" y="2870200"/>
                  </a:lnTo>
                  <a:lnTo>
                    <a:pt x="2894275" y="2868056"/>
                  </a:lnTo>
                  <a:close/>
                </a:path>
                <a:path w="4009390" h="3048000">
                  <a:moveTo>
                    <a:pt x="2901568" y="2868880"/>
                  </a:moveTo>
                  <a:lnTo>
                    <a:pt x="2900582" y="2869765"/>
                  </a:lnTo>
                  <a:lnTo>
                    <a:pt x="2900142" y="2870200"/>
                  </a:lnTo>
                  <a:lnTo>
                    <a:pt x="2900790" y="2870200"/>
                  </a:lnTo>
                  <a:lnTo>
                    <a:pt x="2901568" y="2868880"/>
                  </a:lnTo>
                  <a:close/>
                </a:path>
                <a:path w="4009390" h="3048000">
                  <a:moveTo>
                    <a:pt x="2902057" y="2868880"/>
                  </a:moveTo>
                  <a:lnTo>
                    <a:pt x="2900790" y="2870200"/>
                  </a:lnTo>
                  <a:lnTo>
                    <a:pt x="2901349" y="2870200"/>
                  </a:lnTo>
                  <a:lnTo>
                    <a:pt x="2902057" y="2868880"/>
                  </a:lnTo>
                  <a:close/>
                </a:path>
                <a:path w="4009390" h="3048000">
                  <a:moveTo>
                    <a:pt x="2952555" y="2857556"/>
                  </a:moveTo>
                  <a:lnTo>
                    <a:pt x="2918074" y="2857556"/>
                  </a:lnTo>
                  <a:lnTo>
                    <a:pt x="2901349" y="2870200"/>
                  </a:lnTo>
                  <a:lnTo>
                    <a:pt x="2932884" y="2870200"/>
                  </a:lnTo>
                  <a:lnTo>
                    <a:pt x="2952555" y="2857556"/>
                  </a:lnTo>
                  <a:close/>
                </a:path>
                <a:path w="4009390" h="3048000">
                  <a:moveTo>
                    <a:pt x="3003181" y="2844898"/>
                  </a:moveTo>
                  <a:lnTo>
                    <a:pt x="2993721" y="2844898"/>
                  </a:lnTo>
                  <a:lnTo>
                    <a:pt x="2984018" y="2857556"/>
                  </a:lnTo>
                  <a:lnTo>
                    <a:pt x="2969706" y="2857556"/>
                  </a:lnTo>
                  <a:lnTo>
                    <a:pt x="2956120" y="2870200"/>
                  </a:lnTo>
                  <a:lnTo>
                    <a:pt x="2988945" y="2857556"/>
                  </a:lnTo>
                  <a:lnTo>
                    <a:pt x="2989524" y="2857112"/>
                  </a:lnTo>
                  <a:lnTo>
                    <a:pt x="3003181" y="2844898"/>
                  </a:lnTo>
                  <a:close/>
                </a:path>
                <a:path w="4009390" h="3048000">
                  <a:moveTo>
                    <a:pt x="2902713" y="2867656"/>
                  </a:moveTo>
                  <a:lnTo>
                    <a:pt x="2901677" y="2868695"/>
                  </a:lnTo>
                  <a:lnTo>
                    <a:pt x="2901046" y="2869765"/>
                  </a:lnTo>
                  <a:lnTo>
                    <a:pt x="2900926" y="2869969"/>
                  </a:lnTo>
                  <a:lnTo>
                    <a:pt x="2901207" y="2869765"/>
                  </a:lnTo>
                  <a:lnTo>
                    <a:pt x="2902057" y="2868880"/>
                  </a:lnTo>
                  <a:lnTo>
                    <a:pt x="2902713" y="2867656"/>
                  </a:lnTo>
                  <a:close/>
                </a:path>
                <a:path w="4009390" h="3048000">
                  <a:moveTo>
                    <a:pt x="1045970" y="2857556"/>
                  </a:moveTo>
                  <a:lnTo>
                    <a:pt x="1032903" y="2857556"/>
                  </a:lnTo>
                  <a:lnTo>
                    <a:pt x="1036560" y="2861953"/>
                  </a:lnTo>
                  <a:lnTo>
                    <a:pt x="1063061" y="2869765"/>
                  </a:lnTo>
                  <a:lnTo>
                    <a:pt x="1062248" y="2868359"/>
                  </a:lnTo>
                  <a:lnTo>
                    <a:pt x="1045970" y="2857556"/>
                  </a:lnTo>
                  <a:close/>
                </a:path>
                <a:path w="4009390" h="3048000">
                  <a:moveTo>
                    <a:pt x="2960926" y="2857556"/>
                  </a:moveTo>
                  <a:lnTo>
                    <a:pt x="2957693" y="2857556"/>
                  </a:lnTo>
                  <a:lnTo>
                    <a:pt x="2936374" y="2869765"/>
                  </a:lnTo>
                  <a:lnTo>
                    <a:pt x="2938257" y="2868880"/>
                  </a:lnTo>
                  <a:lnTo>
                    <a:pt x="2960926" y="2857556"/>
                  </a:lnTo>
                  <a:close/>
                </a:path>
                <a:path w="4009390" h="3048000">
                  <a:moveTo>
                    <a:pt x="2905770" y="2861953"/>
                  </a:moveTo>
                  <a:lnTo>
                    <a:pt x="2904791" y="2863411"/>
                  </a:lnTo>
                  <a:lnTo>
                    <a:pt x="2901677" y="2868695"/>
                  </a:lnTo>
                  <a:lnTo>
                    <a:pt x="2902713" y="2867656"/>
                  </a:lnTo>
                  <a:lnTo>
                    <a:pt x="2905770" y="2861953"/>
                  </a:lnTo>
                  <a:close/>
                </a:path>
                <a:path w="4009390" h="3048000">
                  <a:moveTo>
                    <a:pt x="2911794" y="2858732"/>
                  </a:moveTo>
                  <a:lnTo>
                    <a:pt x="2909838" y="2860605"/>
                  </a:lnTo>
                  <a:lnTo>
                    <a:pt x="2902713" y="2867656"/>
                  </a:lnTo>
                  <a:lnTo>
                    <a:pt x="2902156" y="2868695"/>
                  </a:lnTo>
                  <a:lnTo>
                    <a:pt x="2902556" y="2868359"/>
                  </a:lnTo>
                  <a:lnTo>
                    <a:pt x="2911794" y="2858732"/>
                  </a:lnTo>
                  <a:close/>
                </a:path>
                <a:path w="4009390" h="3048000">
                  <a:moveTo>
                    <a:pt x="2908173" y="2857556"/>
                  </a:moveTo>
                  <a:lnTo>
                    <a:pt x="2904369" y="2857556"/>
                  </a:lnTo>
                  <a:lnTo>
                    <a:pt x="2894275" y="2868056"/>
                  </a:lnTo>
                  <a:lnTo>
                    <a:pt x="2906294" y="2860605"/>
                  </a:lnTo>
                  <a:lnTo>
                    <a:pt x="2906449" y="2860605"/>
                  </a:lnTo>
                  <a:lnTo>
                    <a:pt x="2908173" y="2857556"/>
                  </a:lnTo>
                  <a:close/>
                </a:path>
                <a:path w="4009390" h="3048000">
                  <a:moveTo>
                    <a:pt x="2891326" y="2857556"/>
                  </a:moveTo>
                  <a:lnTo>
                    <a:pt x="2889650" y="2857556"/>
                  </a:lnTo>
                  <a:lnTo>
                    <a:pt x="2885983" y="2865649"/>
                  </a:lnTo>
                  <a:lnTo>
                    <a:pt x="2888798" y="2863411"/>
                  </a:lnTo>
                  <a:lnTo>
                    <a:pt x="2891326" y="2857556"/>
                  </a:lnTo>
                  <a:close/>
                </a:path>
                <a:path w="4009390" h="3048000">
                  <a:moveTo>
                    <a:pt x="2896373" y="2857556"/>
                  </a:moveTo>
                  <a:lnTo>
                    <a:pt x="2891326" y="2857556"/>
                  </a:lnTo>
                  <a:lnTo>
                    <a:pt x="2888798" y="2863411"/>
                  </a:lnTo>
                  <a:lnTo>
                    <a:pt x="2896373" y="2857556"/>
                  </a:lnTo>
                  <a:close/>
                </a:path>
                <a:path w="4009390" h="3048000">
                  <a:moveTo>
                    <a:pt x="2888527" y="2857556"/>
                  </a:moveTo>
                  <a:lnTo>
                    <a:pt x="2886445" y="2857556"/>
                  </a:lnTo>
                  <a:lnTo>
                    <a:pt x="2884304" y="2861767"/>
                  </a:lnTo>
                  <a:lnTo>
                    <a:pt x="2888527" y="2857556"/>
                  </a:lnTo>
                  <a:close/>
                </a:path>
                <a:path w="4009390" h="3048000">
                  <a:moveTo>
                    <a:pt x="971210" y="2819400"/>
                  </a:moveTo>
                  <a:lnTo>
                    <a:pt x="942709" y="2819400"/>
                  </a:lnTo>
                  <a:lnTo>
                    <a:pt x="980823" y="2832100"/>
                  </a:lnTo>
                  <a:lnTo>
                    <a:pt x="1020831" y="2857112"/>
                  </a:lnTo>
                  <a:lnTo>
                    <a:pt x="1021642" y="2857556"/>
                  </a:lnTo>
                  <a:lnTo>
                    <a:pt x="1031987" y="2860605"/>
                  </a:lnTo>
                  <a:lnTo>
                    <a:pt x="1030475" y="2857556"/>
                  </a:lnTo>
                  <a:lnTo>
                    <a:pt x="1029544" y="2857556"/>
                  </a:lnTo>
                  <a:lnTo>
                    <a:pt x="1010237" y="2844898"/>
                  </a:lnTo>
                  <a:lnTo>
                    <a:pt x="1008930" y="2844275"/>
                  </a:lnTo>
                  <a:lnTo>
                    <a:pt x="982113" y="2832100"/>
                  </a:lnTo>
                  <a:lnTo>
                    <a:pt x="982740" y="2832100"/>
                  </a:lnTo>
                  <a:lnTo>
                    <a:pt x="971210" y="2819400"/>
                  </a:lnTo>
                  <a:close/>
                </a:path>
                <a:path w="4009390" h="3048000">
                  <a:moveTo>
                    <a:pt x="2927361" y="2844898"/>
                  </a:moveTo>
                  <a:lnTo>
                    <a:pt x="2926378" y="2844898"/>
                  </a:lnTo>
                  <a:lnTo>
                    <a:pt x="2910797" y="2854500"/>
                  </a:lnTo>
                  <a:lnTo>
                    <a:pt x="2909046" y="2857556"/>
                  </a:lnTo>
                  <a:lnTo>
                    <a:pt x="2908194" y="2857556"/>
                  </a:lnTo>
                  <a:lnTo>
                    <a:pt x="2906489" y="2860605"/>
                  </a:lnTo>
                  <a:lnTo>
                    <a:pt x="2906294" y="2860605"/>
                  </a:lnTo>
                  <a:lnTo>
                    <a:pt x="2911213" y="2857556"/>
                  </a:lnTo>
                  <a:lnTo>
                    <a:pt x="2911676" y="2857112"/>
                  </a:lnTo>
                  <a:lnTo>
                    <a:pt x="2927361" y="2844898"/>
                  </a:lnTo>
                  <a:close/>
                </a:path>
                <a:path w="4009390" h="3048000">
                  <a:moveTo>
                    <a:pt x="1038047" y="2850283"/>
                  </a:moveTo>
                  <a:lnTo>
                    <a:pt x="1041981" y="2857556"/>
                  </a:lnTo>
                  <a:lnTo>
                    <a:pt x="1048124" y="2857556"/>
                  </a:lnTo>
                  <a:lnTo>
                    <a:pt x="1047714" y="2857112"/>
                  </a:lnTo>
                  <a:lnTo>
                    <a:pt x="1038047" y="2850283"/>
                  </a:lnTo>
                  <a:close/>
                </a:path>
                <a:path w="4009390" h="3048000">
                  <a:moveTo>
                    <a:pt x="1042512" y="2851484"/>
                  </a:moveTo>
                  <a:lnTo>
                    <a:pt x="1047714" y="2857112"/>
                  </a:lnTo>
                  <a:lnTo>
                    <a:pt x="1048342" y="2857556"/>
                  </a:lnTo>
                  <a:lnTo>
                    <a:pt x="1053657" y="2857556"/>
                  </a:lnTo>
                  <a:lnTo>
                    <a:pt x="1042512" y="2851484"/>
                  </a:lnTo>
                  <a:close/>
                </a:path>
                <a:path w="4009390" h="3048000">
                  <a:moveTo>
                    <a:pt x="1055226" y="2844898"/>
                  </a:moveTo>
                  <a:lnTo>
                    <a:pt x="1047169" y="2844898"/>
                  </a:lnTo>
                  <a:lnTo>
                    <a:pt x="1061286" y="2857556"/>
                  </a:lnTo>
                  <a:lnTo>
                    <a:pt x="1070325" y="2857556"/>
                  </a:lnTo>
                  <a:lnTo>
                    <a:pt x="1055226" y="2844898"/>
                  </a:lnTo>
                  <a:close/>
                </a:path>
                <a:path w="4009390" h="3048000">
                  <a:moveTo>
                    <a:pt x="1098325" y="2844898"/>
                  </a:moveTo>
                  <a:lnTo>
                    <a:pt x="1067578" y="2844898"/>
                  </a:lnTo>
                  <a:lnTo>
                    <a:pt x="1074554" y="2857556"/>
                  </a:lnTo>
                  <a:lnTo>
                    <a:pt x="1108493" y="2857556"/>
                  </a:lnTo>
                  <a:lnTo>
                    <a:pt x="1098325" y="2844898"/>
                  </a:lnTo>
                  <a:close/>
                </a:path>
                <a:path w="4009390" h="3048000">
                  <a:moveTo>
                    <a:pt x="2913388" y="2847540"/>
                  </a:moveTo>
                  <a:lnTo>
                    <a:pt x="2899679" y="2857556"/>
                  </a:lnTo>
                  <a:lnTo>
                    <a:pt x="2904776" y="2857556"/>
                  </a:lnTo>
                  <a:lnTo>
                    <a:pt x="2913388" y="2847540"/>
                  </a:lnTo>
                  <a:close/>
                </a:path>
                <a:path w="4009390" h="3048000">
                  <a:moveTo>
                    <a:pt x="2908793" y="2855735"/>
                  </a:moveTo>
                  <a:lnTo>
                    <a:pt x="2905839" y="2857556"/>
                  </a:lnTo>
                  <a:lnTo>
                    <a:pt x="2907069" y="2857556"/>
                  </a:lnTo>
                  <a:lnTo>
                    <a:pt x="2908793" y="2855735"/>
                  </a:lnTo>
                  <a:close/>
                </a:path>
                <a:path w="4009390" h="3048000">
                  <a:moveTo>
                    <a:pt x="2941303" y="2844898"/>
                  </a:moveTo>
                  <a:lnTo>
                    <a:pt x="2927362" y="2844898"/>
                  </a:lnTo>
                  <a:lnTo>
                    <a:pt x="2911232" y="2857556"/>
                  </a:lnTo>
                  <a:lnTo>
                    <a:pt x="2923372" y="2857556"/>
                  </a:lnTo>
                  <a:lnTo>
                    <a:pt x="2941303" y="2844898"/>
                  </a:lnTo>
                  <a:close/>
                </a:path>
                <a:path w="4009390" h="3048000">
                  <a:moveTo>
                    <a:pt x="2980951" y="2844898"/>
                  </a:moveTo>
                  <a:lnTo>
                    <a:pt x="2943705" y="2844898"/>
                  </a:lnTo>
                  <a:lnTo>
                    <a:pt x="2939496" y="2857556"/>
                  </a:lnTo>
                  <a:lnTo>
                    <a:pt x="2966840" y="2857556"/>
                  </a:lnTo>
                  <a:lnTo>
                    <a:pt x="2980951" y="2844898"/>
                  </a:lnTo>
                  <a:close/>
                </a:path>
                <a:path w="4009390" h="3048000">
                  <a:moveTo>
                    <a:pt x="2979651" y="2853409"/>
                  </a:moveTo>
                  <a:lnTo>
                    <a:pt x="2973416" y="2857556"/>
                  </a:lnTo>
                  <a:lnTo>
                    <a:pt x="2977084" y="2857556"/>
                  </a:lnTo>
                  <a:lnTo>
                    <a:pt x="2979651" y="2853409"/>
                  </a:lnTo>
                  <a:close/>
                </a:path>
                <a:path w="4009390" h="3048000">
                  <a:moveTo>
                    <a:pt x="1037027" y="2848398"/>
                  </a:moveTo>
                  <a:lnTo>
                    <a:pt x="1038047" y="2850283"/>
                  </a:lnTo>
                  <a:lnTo>
                    <a:pt x="1047714" y="2857112"/>
                  </a:lnTo>
                  <a:lnTo>
                    <a:pt x="1042512" y="2851484"/>
                  </a:lnTo>
                  <a:lnTo>
                    <a:pt x="1037027" y="2848398"/>
                  </a:lnTo>
                  <a:close/>
                </a:path>
                <a:path w="4009390" h="3048000">
                  <a:moveTo>
                    <a:pt x="2909896" y="2854500"/>
                  </a:moveTo>
                  <a:lnTo>
                    <a:pt x="2908793" y="2855735"/>
                  </a:lnTo>
                  <a:lnTo>
                    <a:pt x="2909179" y="2855735"/>
                  </a:lnTo>
                  <a:lnTo>
                    <a:pt x="2909896" y="2854500"/>
                  </a:lnTo>
                  <a:close/>
                </a:path>
                <a:path w="4009390" h="3048000">
                  <a:moveTo>
                    <a:pt x="2912077" y="2852267"/>
                  </a:moveTo>
                  <a:lnTo>
                    <a:pt x="2910337" y="2854104"/>
                  </a:lnTo>
                  <a:lnTo>
                    <a:pt x="2909909" y="2854500"/>
                  </a:lnTo>
                  <a:lnTo>
                    <a:pt x="2909236" y="2855735"/>
                  </a:lnTo>
                  <a:lnTo>
                    <a:pt x="2908793" y="2855735"/>
                  </a:lnTo>
                  <a:lnTo>
                    <a:pt x="2910797" y="2854500"/>
                  </a:lnTo>
                  <a:lnTo>
                    <a:pt x="2912077" y="2852267"/>
                  </a:lnTo>
                  <a:close/>
                </a:path>
                <a:path w="4009390" h="3048000">
                  <a:moveTo>
                    <a:pt x="2992447" y="2844898"/>
                  </a:moveTo>
                  <a:lnTo>
                    <a:pt x="2984919" y="2844898"/>
                  </a:lnTo>
                  <a:lnTo>
                    <a:pt x="2979651" y="2853409"/>
                  </a:lnTo>
                  <a:lnTo>
                    <a:pt x="2992447" y="2844898"/>
                  </a:lnTo>
                  <a:close/>
                </a:path>
                <a:path w="4009390" h="3048000">
                  <a:moveTo>
                    <a:pt x="2919054" y="2844898"/>
                  </a:moveTo>
                  <a:lnTo>
                    <a:pt x="2917004" y="2844898"/>
                  </a:lnTo>
                  <a:lnTo>
                    <a:pt x="2915792" y="2845784"/>
                  </a:lnTo>
                  <a:lnTo>
                    <a:pt x="2912077" y="2852267"/>
                  </a:lnTo>
                  <a:lnTo>
                    <a:pt x="2919054" y="2844898"/>
                  </a:lnTo>
                  <a:close/>
                </a:path>
                <a:path w="4009390" h="3048000">
                  <a:moveTo>
                    <a:pt x="1036425" y="2844898"/>
                  </a:moveTo>
                  <a:lnTo>
                    <a:pt x="1035134" y="2844898"/>
                  </a:lnTo>
                  <a:lnTo>
                    <a:pt x="1037027" y="2848398"/>
                  </a:lnTo>
                  <a:lnTo>
                    <a:pt x="1042512" y="2851484"/>
                  </a:lnTo>
                  <a:lnTo>
                    <a:pt x="1036425" y="2844898"/>
                  </a:lnTo>
                  <a:close/>
                </a:path>
                <a:path w="4009390" h="3048000">
                  <a:moveTo>
                    <a:pt x="1030429" y="2844898"/>
                  </a:moveTo>
                  <a:lnTo>
                    <a:pt x="1038047" y="2850283"/>
                  </a:lnTo>
                  <a:lnTo>
                    <a:pt x="1037027" y="2848398"/>
                  </a:lnTo>
                  <a:lnTo>
                    <a:pt x="1030429" y="2844898"/>
                  </a:lnTo>
                  <a:close/>
                </a:path>
                <a:path w="4009390" h="3048000">
                  <a:moveTo>
                    <a:pt x="2916300" y="2844898"/>
                  </a:moveTo>
                  <a:lnTo>
                    <a:pt x="2915660" y="2844898"/>
                  </a:lnTo>
                  <a:lnTo>
                    <a:pt x="2913388" y="2847540"/>
                  </a:lnTo>
                  <a:lnTo>
                    <a:pt x="2915792" y="2845784"/>
                  </a:lnTo>
                  <a:lnTo>
                    <a:pt x="2916300" y="2844898"/>
                  </a:lnTo>
                  <a:close/>
                </a:path>
                <a:path w="4009390" h="3048000">
                  <a:moveTo>
                    <a:pt x="2917004" y="2844898"/>
                  </a:moveTo>
                  <a:lnTo>
                    <a:pt x="2916300" y="2844898"/>
                  </a:lnTo>
                  <a:lnTo>
                    <a:pt x="2915792" y="2845784"/>
                  </a:lnTo>
                  <a:lnTo>
                    <a:pt x="2917004" y="2844898"/>
                  </a:lnTo>
                  <a:close/>
                </a:path>
                <a:path w="4009390" h="3048000">
                  <a:moveTo>
                    <a:pt x="1016400" y="2826378"/>
                  </a:moveTo>
                  <a:lnTo>
                    <a:pt x="1023174" y="2832100"/>
                  </a:lnTo>
                  <a:lnTo>
                    <a:pt x="999729" y="2832100"/>
                  </a:lnTo>
                  <a:lnTo>
                    <a:pt x="1015065" y="2844898"/>
                  </a:lnTo>
                  <a:lnTo>
                    <a:pt x="1030375" y="2844898"/>
                  </a:lnTo>
                  <a:lnTo>
                    <a:pt x="1029541" y="2844275"/>
                  </a:lnTo>
                  <a:lnTo>
                    <a:pt x="1039056" y="2844275"/>
                  </a:lnTo>
                  <a:lnTo>
                    <a:pt x="1023852" y="2832100"/>
                  </a:lnTo>
                  <a:lnTo>
                    <a:pt x="1016400" y="2826378"/>
                  </a:lnTo>
                  <a:close/>
                </a:path>
                <a:path w="4009390" h="3048000">
                  <a:moveTo>
                    <a:pt x="1039056" y="2844275"/>
                  </a:moveTo>
                  <a:lnTo>
                    <a:pt x="1029541" y="2844275"/>
                  </a:lnTo>
                  <a:lnTo>
                    <a:pt x="1030424" y="2844898"/>
                  </a:lnTo>
                  <a:lnTo>
                    <a:pt x="1039835" y="2844898"/>
                  </a:lnTo>
                  <a:lnTo>
                    <a:pt x="1039056" y="2844275"/>
                  </a:lnTo>
                  <a:close/>
                </a:path>
                <a:path w="4009390" h="3048000">
                  <a:moveTo>
                    <a:pt x="1057899" y="2832100"/>
                  </a:moveTo>
                  <a:lnTo>
                    <a:pt x="1026369" y="2832100"/>
                  </a:lnTo>
                  <a:lnTo>
                    <a:pt x="1049779" y="2844898"/>
                  </a:lnTo>
                  <a:lnTo>
                    <a:pt x="1076239" y="2844898"/>
                  </a:lnTo>
                  <a:lnTo>
                    <a:pt x="1057899" y="2832100"/>
                  </a:lnTo>
                  <a:close/>
                </a:path>
                <a:path w="4009390" h="3048000">
                  <a:moveTo>
                    <a:pt x="3032047" y="2819400"/>
                  </a:moveTo>
                  <a:lnTo>
                    <a:pt x="2999368" y="2819400"/>
                  </a:lnTo>
                  <a:lnTo>
                    <a:pt x="2993754" y="2832100"/>
                  </a:lnTo>
                  <a:lnTo>
                    <a:pt x="2948400" y="2832100"/>
                  </a:lnTo>
                  <a:lnTo>
                    <a:pt x="2927965" y="2844898"/>
                  </a:lnTo>
                  <a:lnTo>
                    <a:pt x="2995463" y="2844898"/>
                  </a:lnTo>
                  <a:lnTo>
                    <a:pt x="3009419" y="2831738"/>
                  </a:lnTo>
                  <a:lnTo>
                    <a:pt x="3022728" y="2831738"/>
                  </a:lnTo>
                  <a:lnTo>
                    <a:pt x="3022911" y="2831577"/>
                  </a:lnTo>
                  <a:lnTo>
                    <a:pt x="3032047" y="2819400"/>
                  </a:lnTo>
                  <a:close/>
                </a:path>
                <a:path w="4009390" h="3048000">
                  <a:moveTo>
                    <a:pt x="3022728" y="2831738"/>
                  </a:moveTo>
                  <a:lnTo>
                    <a:pt x="3009419" y="2831738"/>
                  </a:lnTo>
                  <a:lnTo>
                    <a:pt x="3003695" y="2844898"/>
                  </a:lnTo>
                  <a:lnTo>
                    <a:pt x="3007025" y="2844898"/>
                  </a:lnTo>
                  <a:lnTo>
                    <a:pt x="3009036" y="2843054"/>
                  </a:lnTo>
                  <a:lnTo>
                    <a:pt x="3015179" y="2832100"/>
                  </a:lnTo>
                  <a:lnTo>
                    <a:pt x="3022319" y="2832100"/>
                  </a:lnTo>
                  <a:lnTo>
                    <a:pt x="3022728" y="2831738"/>
                  </a:lnTo>
                  <a:close/>
                </a:path>
                <a:path w="4009390" h="3048000">
                  <a:moveTo>
                    <a:pt x="3009036" y="2843054"/>
                  </a:moveTo>
                  <a:lnTo>
                    <a:pt x="3007025" y="2844898"/>
                  </a:lnTo>
                  <a:lnTo>
                    <a:pt x="3008001" y="2844898"/>
                  </a:lnTo>
                  <a:lnTo>
                    <a:pt x="3009036" y="2843054"/>
                  </a:lnTo>
                  <a:close/>
                </a:path>
                <a:path w="4009390" h="3048000">
                  <a:moveTo>
                    <a:pt x="3020977" y="2832100"/>
                  </a:moveTo>
                  <a:lnTo>
                    <a:pt x="3009036" y="2843054"/>
                  </a:lnTo>
                  <a:lnTo>
                    <a:pt x="3008001" y="2844898"/>
                  </a:lnTo>
                  <a:lnTo>
                    <a:pt x="3019271" y="2844898"/>
                  </a:lnTo>
                  <a:lnTo>
                    <a:pt x="3020977" y="2832100"/>
                  </a:lnTo>
                  <a:close/>
                </a:path>
                <a:path w="4009390" h="3048000">
                  <a:moveTo>
                    <a:pt x="3029795" y="2832100"/>
                  </a:moveTo>
                  <a:lnTo>
                    <a:pt x="3019202" y="2844898"/>
                  </a:lnTo>
                  <a:lnTo>
                    <a:pt x="3021746" y="2844898"/>
                  </a:lnTo>
                  <a:lnTo>
                    <a:pt x="3029795" y="2832100"/>
                  </a:lnTo>
                  <a:close/>
                </a:path>
                <a:path w="4009390" h="3048000">
                  <a:moveTo>
                    <a:pt x="1007310" y="2819400"/>
                  </a:moveTo>
                  <a:lnTo>
                    <a:pt x="977753" y="2819400"/>
                  </a:lnTo>
                  <a:lnTo>
                    <a:pt x="983380" y="2832100"/>
                  </a:lnTo>
                  <a:lnTo>
                    <a:pt x="1023174" y="2832100"/>
                  </a:lnTo>
                  <a:lnTo>
                    <a:pt x="1016400" y="2826378"/>
                  </a:lnTo>
                  <a:lnTo>
                    <a:pt x="1007310" y="2819400"/>
                  </a:lnTo>
                  <a:close/>
                </a:path>
                <a:path w="4009390" h="3048000">
                  <a:moveTo>
                    <a:pt x="991608" y="2806898"/>
                  </a:moveTo>
                  <a:lnTo>
                    <a:pt x="987522" y="2806898"/>
                  </a:lnTo>
                  <a:lnTo>
                    <a:pt x="997370" y="2819400"/>
                  </a:lnTo>
                  <a:lnTo>
                    <a:pt x="1008137" y="2819400"/>
                  </a:lnTo>
                  <a:lnTo>
                    <a:pt x="1016400" y="2826378"/>
                  </a:lnTo>
                  <a:lnTo>
                    <a:pt x="1023852" y="2832100"/>
                  </a:lnTo>
                  <a:lnTo>
                    <a:pt x="1042587" y="2832100"/>
                  </a:lnTo>
                  <a:lnTo>
                    <a:pt x="991608" y="2806898"/>
                  </a:lnTo>
                  <a:close/>
                </a:path>
                <a:path w="4009390" h="3048000">
                  <a:moveTo>
                    <a:pt x="2996327" y="2819400"/>
                  </a:moveTo>
                  <a:lnTo>
                    <a:pt x="2968804" y="2819400"/>
                  </a:lnTo>
                  <a:lnTo>
                    <a:pt x="2957476" y="2832100"/>
                  </a:lnTo>
                  <a:lnTo>
                    <a:pt x="2984017" y="2832100"/>
                  </a:lnTo>
                  <a:lnTo>
                    <a:pt x="2996327" y="2819400"/>
                  </a:lnTo>
                  <a:close/>
                </a:path>
                <a:path w="4009390" h="3048000">
                  <a:moveTo>
                    <a:pt x="3034183" y="2821635"/>
                  </a:moveTo>
                  <a:lnTo>
                    <a:pt x="3022911" y="2831577"/>
                  </a:lnTo>
                  <a:lnTo>
                    <a:pt x="3022519" y="2832100"/>
                  </a:lnTo>
                  <a:lnTo>
                    <a:pt x="3027745" y="2832100"/>
                  </a:lnTo>
                  <a:lnTo>
                    <a:pt x="3034183" y="2821635"/>
                  </a:lnTo>
                  <a:close/>
                </a:path>
                <a:path w="4009390" h="3048000">
                  <a:moveTo>
                    <a:pt x="3054088" y="2814642"/>
                  </a:moveTo>
                  <a:lnTo>
                    <a:pt x="3044099" y="2819400"/>
                  </a:lnTo>
                  <a:lnTo>
                    <a:pt x="3028665" y="2832100"/>
                  </a:lnTo>
                  <a:lnTo>
                    <a:pt x="3049050" y="2819400"/>
                  </a:lnTo>
                  <a:lnTo>
                    <a:pt x="3050252" y="2819400"/>
                  </a:lnTo>
                  <a:lnTo>
                    <a:pt x="3054088" y="2814642"/>
                  </a:lnTo>
                  <a:close/>
                </a:path>
                <a:path w="4009390" h="3048000">
                  <a:moveTo>
                    <a:pt x="3035558" y="2819400"/>
                  </a:moveTo>
                  <a:lnTo>
                    <a:pt x="3032047" y="2819400"/>
                  </a:lnTo>
                  <a:lnTo>
                    <a:pt x="3022911" y="2831577"/>
                  </a:lnTo>
                  <a:lnTo>
                    <a:pt x="3034183" y="2821635"/>
                  </a:lnTo>
                  <a:lnTo>
                    <a:pt x="3035558" y="2819400"/>
                  </a:lnTo>
                  <a:close/>
                </a:path>
                <a:path w="4009390" h="3048000">
                  <a:moveTo>
                    <a:pt x="3036717" y="2819400"/>
                  </a:moveTo>
                  <a:lnTo>
                    <a:pt x="3035558" y="2819400"/>
                  </a:lnTo>
                  <a:lnTo>
                    <a:pt x="3034183" y="2821635"/>
                  </a:lnTo>
                  <a:lnTo>
                    <a:pt x="3036717" y="2819400"/>
                  </a:lnTo>
                  <a:close/>
                </a:path>
                <a:path w="4009390" h="3048000">
                  <a:moveTo>
                    <a:pt x="3083572" y="2806898"/>
                  </a:moveTo>
                  <a:lnTo>
                    <a:pt x="3082723" y="2806898"/>
                  </a:lnTo>
                  <a:lnTo>
                    <a:pt x="3071449" y="2816355"/>
                  </a:lnTo>
                  <a:lnTo>
                    <a:pt x="3066743" y="2820887"/>
                  </a:lnTo>
                  <a:lnTo>
                    <a:pt x="3083572" y="2806898"/>
                  </a:lnTo>
                  <a:close/>
                </a:path>
                <a:path w="4009390" h="3048000">
                  <a:moveTo>
                    <a:pt x="938243" y="2806898"/>
                  </a:moveTo>
                  <a:lnTo>
                    <a:pt x="920927" y="2806898"/>
                  </a:lnTo>
                  <a:lnTo>
                    <a:pt x="932563" y="2819400"/>
                  </a:lnTo>
                  <a:lnTo>
                    <a:pt x="951565" y="2819400"/>
                  </a:lnTo>
                  <a:lnTo>
                    <a:pt x="949026" y="2814642"/>
                  </a:lnTo>
                  <a:lnTo>
                    <a:pt x="938243" y="2806898"/>
                  </a:lnTo>
                  <a:close/>
                </a:path>
                <a:path w="4009390" h="3048000">
                  <a:moveTo>
                    <a:pt x="949026" y="2814642"/>
                  </a:moveTo>
                  <a:lnTo>
                    <a:pt x="951565" y="2819400"/>
                  </a:lnTo>
                  <a:lnTo>
                    <a:pt x="954358" y="2819400"/>
                  </a:lnTo>
                  <a:lnTo>
                    <a:pt x="952946" y="2817457"/>
                  </a:lnTo>
                  <a:lnTo>
                    <a:pt x="949026" y="2814642"/>
                  </a:lnTo>
                  <a:close/>
                </a:path>
                <a:path w="4009390" h="3048000">
                  <a:moveTo>
                    <a:pt x="952946" y="2817457"/>
                  </a:moveTo>
                  <a:lnTo>
                    <a:pt x="954358" y="2819400"/>
                  </a:lnTo>
                  <a:lnTo>
                    <a:pt x="955650" y="2819400"/>
                  </a:lnTo>
                  <a:lnTo>
                    <a:pt x="952946" y="2817457"/>
                  </a:lnTo>
                  <a:close/>
                </a:path>
                <a:path w="4009390" h="3048000">
                  <a:moveTo>
                    <a:pt x="947040" y="2809332"/>
                  </a:moveTo>
                  <a:lnTo>
                    <a:pt x="952946" y="2817457"/>
                  </a:lnTo>
                  <a:lnTo>
                    <a:pt x="955650" y="2819400"/>
                  </a:lnTo>
                  <a:lnTo>
                    <a:pt x="947040" y="2809332"/>
                  </a:lnTo>
                  <a:close/>
                </a:path>
                <a:path w="4009390" h="3048000">
                  <a:moveTo>
                    <a:pt x="969995" y="2806898"/>
                  </a:moveTo>
                  <a:lnTo>
                    <a:pt x="945270" y="2806898"/>
                  </a:lnTo>
                  <a:lnTo>
                    <a:pt x="947040" y="2809332"/>
                  </a:lnTo>
                  <a:lnTo>
                    <a:pt x="955650" y="2819400"/>
                  </a:lnTo>
                  <a:lnTo>
                    <a:pt x="988016" y="2819400"/>
                  </a:lnTo>
                  <a:lnTo>
                    <a:pt x="969995" y="2806898"/>
                  </a:lnTo>
                  <a:close/>
                </a:path>
                <a:path w="4009390" h="3048000">
                  <a:moveTo>
                    <a:pt x="3035424" y="2794023"/>
                  </a:moveTo>
                  <a:lnTo>
                    <a:pt x="3028668" y="2794023"/>
                  </a:lnTo>
                  <a:lnTo>
                    <a:pt x="3012356" y="2806898"/>
                  </a:lnTo>
                  <a:lnTo>
                    <a:pt x="3000972" y="2819400"/>
                  </a:lnTo>
                  <a:lnTo>
                    <a:pt x="3013177" y="2819400"/>
                  </a:lnTo>
                  <a:lnTo>
                    <a:pt x="3028842" y="2806898"/>
                  </a:lnTo>
                  <a:lnTo>
                    <a:pt x="3016800" y="2806898"/>
                  </a:lnTo>
                  <a:lnTo>
                    <a:pt x="3035424" y="2794023"/>
                  </a:lnTo>
                  <a:close/>
                </a:path>
                <a:path w="4009390" h="3048000">
                  <a:moveTo>
                    <a:pt x="3060332" y="2806898"/>
                  </a:moveTo>
                  <a:lnTo>
                    <a:pt x="3029293" y="2806898"/>
                  </a:lnTo>
                  <a:lnTo>
                    <a:pt x="3015316" y="2819400"/>
                  </a:lnTo>
                  <a:lnTo>
                    <a:pt x="3044099" y="2819400"/>
                  </a:lnTo>
                  <a:lnTo>
                    <a:pt x="3054026" y="2814642"/>
                  </a:lnTo>
                  <a:lnTo>
                    <a:pt x="3055389" y="2813028"/>
                  </a:lnTo>
                  <a:lnTo>
                    <a:pt x="3060332" y="2806898"/>
                  </a:lnTo>
                  <a:close/>
                </a:path>
                <a:path w="4009390" h="3048000">
                  <a:moveTo>
                    <a:pt x="3057394" y="2813028"/>
                  </a:moveTo>
                  <a:lnTo>
                    <a:pt x="3054088" y="2814642"/>
                  </a:lnTo>
                  <a:lnTo>
                    <a:pt x="3050252" y="2819400"/>
                  </a:lnTo>
                  <a:lnTo>
                    <a:pt x="3054275" y="2819400"/>
                  </a:lnTo>
                  <a:lnTo>
                    <a:pt x="3057394" y="2813028"/>
                  </a:lnTo>
                  <a:close/>
                </a:path>
                <a:path w="4009390" h="3048000">
                  <a:moveTo>
                    <a:pt x="3070185" y="2806898"/>
                  </a:moveTo>
                  <a:lnTo>
                    <a:pt x="3057394" y="2813028"/>
                  </a:lnTo>
                  <a:lnTo>
                    <a:pt x="3054275" y="2819400"/>
                  </a:lnTo>
                  <a:lnTo>
                    <a:pt x="3058906" y="2816720"/>
                  </a:lnTo>
                  <a:lnTo>
                    <a:pt x="3069869" y="2807316"/>
                  </a:lnTo>
                  <a:lnTo>
                    <a:pt x="3070185" y="2806898"/>
                  </a:lnTo>
                  <a:close/>
                </a:path>
                <a:path w="4009390" h="3048000">
                  <a:moveTo>
                    <a:pt x="3058906" y="2816720"/>
                  </a:moveTo>
                  <a:lnTo>
                    <a:pt x="3054275" y="2819400"/>
                  </a:lnTo>
                  <a:lnTo>
                    <a:pt x="3055797" y="2819400"/>
                  </a:lnTo>
                  <a:lnTo>
                    <a:pt x="3058906" y="2816720"/>
                  </a:lnTo>
                  <a:close/>
                </a:path>
                <a:path w="4009390" h="3048000">
                  <a:moveTo>
                    <a:pt x="3089954" y="2795905"/>
                  </a:moveTo>
                  <a:lnTo>
                    <a:pt x="3075885" y="2806898"/>
                  </a:lnTo>
                  <a:lnTo>
                    <a:pt x="3065746" y="2812763"/>
                  </a:lnTo>
                  <a:lnTo>
                    <a:pt x="3060724" y="2819400"/>
                  </a:lnTo>
                  <a:lnTo>
                    <a:pt x="3067819" y="2819400"/>
                  </a:lnTo>
                  <a:lnTo>
                    <a:pt x="3071449" y="2816355"/>
                  </a:lnTo>
                  <a:lnTo>
                    <a:pt x="3081267" y="2806898"/>
                  </a:lnTo>
                  <a:lnTo>
                    <a:pt x="3085209" y="2806898"/>
                  </a:lnTo>
                  <a:lnTo>
                    <a:pt x="3089954" y="2795905"/>
                  </a:lnTo>
                  <a:close/>
                </a:path>
                <a:path w="4009390" h="3048000">
                  <a:moveTo>
                    <a:pt x="944958" y="2806898"/>
                  </a:moveTo>
                  <a:lnTo>
                    <a:pt x="945117" y="2807316"/>
                  </a:lnTo>
                  <a:lnTo>
                    <a:pt x="949026" y="2814642"/>
                  </a:lnTo>
                  <a:lnTo>
                    <a:pt x="952946" y="2817457"/>
                  </a:lnTo>
                  <a:lnTo>
                    <a:pt x="947040" y="2809332"/>
                  </a:lnTo>
                  <a:lnTo>
                    <a:pt x="944958" y="2806898"/>
                  </a:lnTo>
                  <a:close/>
                </a:path>
                <a:path w="4009390" h="3048000">
                  <a:moveTo>
                    <a:pt x="3069869" y="2807316"/>
                  </a:moveTo>
                  <a:lnTo>
                    <a:pt x="3058906" y="2816720"/>
                  </a:lnTo>
                  <a:lnTo>
                    <a:pt x="3065746" y="2812763"/>
                  </a:lnTo>
                  <a:lnTo>
                    <a:pt x="3069869" y="2807316"/>
                  </a:lnTo>
                  <a:close/>
                </a:path>
                <a:path w="4009390" h="3048000">
                  <a:moveTo>
                    <a:pt x="944696" y="2794023"/>
                  </a:moveTo>
                  <a:lnTo>
                    <a:pt x="920317" y="2794023"/>
                  </a:lnTo>
                  <a:lnTo>
                    <a:pt x="949026" y="2814642"/>
                  </a:lnTo>
                  <a:lnTo>
                    <a:pt x="944894" y="2806898"/>
                  </a:lnTo>
                  <a:lnTo>
                    <a:pt x="954551" y="2806898"/>
                  </a:lnTo>
                  <a:lnTo>
                    <a:pt x="944819" y="2794241"/>
                  </a:lnTo>
                  <a:lnTo>
                    <a:pt x="944696" y="2794023"/>
                  </a:lnTo>
                  <a:close/>
                </a:path>
                <a:path w="4009390" h="3048000">
                  <a:moveTo>
                    <a:pt x="3078596" y="2781300"/>
                  </a:moveTo>
                  <a:lnTo>
                    <a:pt x="3061132" y="2781300"/>
                  </a:lnTo>
                  <a:lnTo>
                    <a:pt x="3039631" y="2794023"/>
                  </a:lnTo>
                  <a:lnTo>
                    <a:pt x="3020332" y="2806898"/>
                  </a:lnTo>
                  <a:lnTo>
                    <a:pt x="3060395" y="2806898"/>
                  </a:lnTo>
                  <a:lnTo>
                    <a:pt x="3057394" y="2813028"/>
                  </a:lnTo>
                  <a:lnTo>
                    <a:pt x="3070185" y="2806898"/>
                  </a:lnTo>
                  <a:lnTo>
                    <a:pt x="3090739" y="2794023"/>
                  </a:lnTo>
                  <a:lnTo>
                    <a:pt x="3064376" y="2794023"/>
                  </a:lnTo>
                  <a:lnTo>
                    <a:pt x="3078596" y="2781300"/>
                  </a:lnTo>
                  <a:close/>
                </a:path>
                <a:path w="4009390" h="3048000">
                  <a:moveTo>
                    <a:pt x="3090767" y="2794023"/>
                  </a:moveTo>
                  <a:lnTo>
                    <a:pt x="3090392" y="2794241"/>
                  </a:lnTo>
                  <a:lnTo>
                    <a:pt x="3070308" y="2806898"/>
                  </a:lnTo>
                  <a:lnTo>
                    <a:pt x="3069869" y="2807316"/>
                  </a:lnTo>
                  <a:lnTo>
                    <a:pt x="3065746" y="2812763"/>
                  </a:lnTo>
                  <a:lnTo>
                    <a:pt x="3075885" y="2806898"/>
                  </a:lnTo>
                  <a:lnTo>
                    <a:pt x="3089954" y="2795905"/>
                  </a:lnTo>
                  <a:lnTo>
                    <a:pt x="3090673" y="2794241"/>
                  </a:lnTo>
                  <a:lnTo>
                    <a:pt x="3090767" y="2794023"/>
                  </a:lnTo>
                  <a:close/>
                </a:path>
                <a:path w="4009390" h="3048000">
                  <a:moveTo>
                    <a:pt x="945270" y="2806898"/>
                  </a:moveTo>
                  <a:lnTo>
                    <a:pt x="944958" y="2806898"/>
                  </a:lnTo>
                  <a:lnTo>
                    <a:pt x="947040" y="2809332"/>
                  </a:lnTo>
                  <a:lnTo>
                    <a:pt x="945270" y="2806898"/>
                  </a:lnTo>
                  <a:close/>
                </a:path>
                <a:path w="4009390" h="3048000">
                  <a:moveTo>
                    <a:pt x="915608" y="2794023"/>
                  </a:moveTo>
                  <a:lnTo>
                    <a:pt x="879271" y="2794023"/>
                  </a:lnTo>
                  <a:lnTo>
                    <a:pt x="904422" y="2806898"/>
                  </a:lnTo>
                  <a:lnTo>
                    <a:pt x="929003" y="2806898"/>
                  </a:lnTo>
                  <a:lnTo>
                    <a:pt x="915608" y="2794023"/>
                  </a:lnTo>
                  <a:close/>
                </a:path>
                <a:path w="4009390" h="3048000">
                  <a:moveTo>
                    <a:pt x="928400" y="2773074"/>
                  </a:moveTo>
                  <a:lnTo>
                    <a:pt x="939111" y="2781300"/>
                  </a:lnTo>
                  <a:lnTo>
                    <a:pt x="937523" y="2781300"/>
                  </a:lnTo>
                  <a:lnTo>
                    <a:pt x="946030" y="2794023"/>
                  </a:lnTo>
                  <a:lnTo>
                    <a:pt x="960319" y="2794023"/>
                  </a:lnTo>
                  <a:lnTo>
                    <a:pt x="978259" y="2806898"/>
                  </a:lnTo>
                  <a:lnTo>
                    <a:pt x="984130" y="2806898"/>
                  </a:lnTo>
                  <a:lnTo>
                    <a:pt x="968057" y="2794023"/>
                  </a:lnTo>
                  <a:lnTo>
                    <a:pt x="928400" y="2773074"/>
                  </a:lnTo>
                  <a:close/>
                </a:path>
                <a:path w="4009390" h="3048000">
                  <a:moveTo>
                    <a:pt x="976048" y="2794241"/>
                  </a:moveTo>
                  <a:lnTo>
                    <a:pt x="977723" y="2795905"/>
                  </a:lnTo>
                  <a:lnTo>
                    <a:pt x="989078" y="2806898"/>
                  </a:lnTo>
                  <a:lnTo>
                    <a:pt x="991448" y="2806898"/>
                  </a:lnTo>
                  <a:lnTo>
                    <a:pt x="976048" y="2794241"/>
                  </a:lnTo>
                  <a:close/>
                </a:path>
                <a:path w="4009390" h="3048000">
                  <a:moveTo>
                    <a:pt x="3092347" y="2794023"/>
                  </a:moveTo>
                  <a:lnTo>
                    <a:pt x="3090767" y="2794023"/>
                  </a:lnTo>
                  <a:lnTo>
                    <a:pt x="3089954" y="2795905"/>
                  </a:lnTo>
                  <a:lnTo>
                    <a:pt x="3092347" y="2794023"/>
                  </a:lnTo>
                  <a:close/>
                </a:path>
                <a:path w="4009390" h="3048000">
                  <a:moveTo>
                    <a:pt x="864968" y="2768728"/>
                  </a:moveTo>
                  <a:lnTo>
                    <a:pt x="851886" y="2768728"/>
                  </a:lnTo>
                  <a:lnTo>
                    <a:pt x="865586" y="2781300"/>
                  </a:lnTo>
                  <a:lnTo>
                    <a:pt x="879963" y="2794023"/>
                  </a:lnTo>
                  <a:lnTo>
                    <a:pt x="893133" y="2794023"/>
                  </a:lnTo>
                  <a:lnTo>
                    <a:pt x="883324" y="2781300"/>
                  </a:lnTo>
                  <a:lnTo>
                    <a:pt x="882763" y="2781300"/>
                  </a:lnTo>
                  <a:lnTo>
                    <a:pt x="881557" y="2780089"/>
                  </a:lnTo>
                  <a:lnTo>
                    <a:pt x="864968" y="2768728"/>
                  </a:lnTo>
                  <a:close/>
                </a:path>
                <a:path w="4009390" h="3048000">
                  <a:moveTo>
                    <a:pt x="897487" y="2787824"/>
                  </a:moveTo>
                  <a:lnTo>
                    <a:pt x="903939" y="2794023"/>
                  </a:lnTo>
                  <a:lnTo>
                    <a:pt x="908082" y="2794023"/>
                  </a:lnTo>
                  <a:lnTo>
                    <a:pt x="897487" y="2787824"/>
                  </a:lnTo>
                  <a:close/>
                </a:path>
                <a:path w="4009390" h="3048000">
                  <a:moveTo>
                    <a:pt x="915896" y="2781300"/>
                  </a:moveTo>
                  <a:lnTo>
                    <a:pt x="897403" y="2781300"/>
                  </a:lnTo>
                  <a:lnTo>
                    <a:pt x="911120" y="2794023"/>
                  </a:lnTo>
                  <a:lnTo>
                    <a:pt x="934202" y="2794023"/>
                  </a:lnTo>
                  <a:lnTo>
                    <a:pt x="915896" y="2781300"/>
                  </a:lnTo>
                  <a:close/>
                </a:path>
                <a:path w="4009390" h="3048000">
                  <a:moveTo>
                    <a:pt x="943718" y="2792288"/>
                  </a:moveTo>
                  <a:lnTo>
                    <a:pt x="944692" y="2794023"/>
                  </a:lnTo>
                  <a:lnTo>
                    <a:pt x="946046" y="2794023"/>
                  </a:lnTo>
                  <a:lnTo>
                    <a:pt x="943718" y="2792288"/>
                  </a:lnTo>
                  <a:close/>
                </a:path>
                <a:path w="4009390" h="3048000">
                  <a:moveTo>
                    <a:pt x="937523" y="2781300"/>
                  </a:moveTo>
                  <a:lnTo>
                    <a:pt x="941178" y="2787824"/>
                  </a:lnTo>
                  <a:lnTo>
                    <a:pt x="943718" y="2792288"/>
                  </a:lnTo>
                  <a:lnTo>
                    <a:pt x="946046" y="2794023"/>
                  </a:lnTo>
                  <a:lnTo>
                    <a:pt x="937523" y="2781300"/>
                  </a:lnTo>
                  <a:close/>
                </a:path>
                <a:path w="4009390" h="3048000">
                  <a:moveTo>
                    <a:pt x="3116292" y="2781300"/>
                  </a:moveTo>
                  <a:lnTo>
                    <a:pt x="3080789" y="2781300"/>
                  </a:lnTo>
                  <a:lnTo>
                    <a:pt x="3073070" y="2794023"/>
                  </a:lnTo>
                  <a:lnTo>
                    <a:pt x="3107519" y="2794023"/>
                  </a:lnTo>
                  <a:lnTo>
                    <a:pt x="3116292" y="2781300"/>
                  </a:lnTo>
                  <a:close/>
                </a:path>
                <a:path w="4009390" h="3048000">
                  <a:moveTo>
                    <a:pt x="937523" y="2781300"/>
                  </a:moveTo>
                  <a:lnTo>
                    <a:pt x="928978" y="2781300"/>
                  </a:lnTo>
                  <a:lnTo>
                    <a:pt x="943718" y="2792288"/>
                  </a:lnTo>
                  <a:lnTo>
                    <a:pt x="941178" y="2787824"/>
                  </a:lnTo>
                  <a:lnTo>
                    <a:pt x="937523" y="2781300"/>
                  </a:lnTo>
                  <a:close/>
                </a:path>
                <a:path w="4009390" h="3048000">
                  <a:moveTo>
                    <a:pt x="890696" y="2781300"/>
                  </a:moveTo>
                  <a:lnTo>
                    <a:pt x="886336" y="2781300"/>
                  </a:lnTo>
                  <a:lnTo>
                    <a:pt x="897487" y="2787824"/>
                  </a:lnTo>
                  <a:lnTo>
                    <a:pt x="890696" y="2781300"/>
                  </a:lnTo>
                  <a:close/>
                </a:path>
                <a:path w="4009390" h="3048000">
                  <a:moveTo>
                    <a:pt x="875198" y="2773704"/>
                  </a:moveTo>
                  <a:lnTo>
                    <a:pt x="881557" y="2780089"/>
                  </a:lnTo>
                  <a:lnTo>
                    <a:pt x="883324" y="2781300"/>
                  </a:lnTo>
                  <a:lnTo>
                    <a:pt x="889284" y="2781300"/>
                  </a:lnTo>
                  <a:lnTo>
                    <a:pt x="887802" y="2779881"/>
                  </a:lnTo>
                  <a:lnTo>
                    <a:pt x="875198" y="2773704"/>
                  </a:lnTo>
                  <a:close/>
                </a:path>
                <a:path w="4009390" h="3048000">
                  <a:moveTo>
                    <a:pt x="881356" y="2766519"/>
                  </a:moveTo>
                  <a:lnTo>
                    <a:pt x="883028" y="2768728"/>
                  </a:lnTo>
                  <a:lnTo>
                    <a:pt x="876143" y="2768728"/>
                  </a:lnTo>
                  <a:lnTo>
                    <a:pt x="887802" y="2779881"/>
                  </a:lnTo>
                  <a:lnTo>
                    <a:pt x="890696" y="2781300"/>
                  </a:lnTo>
                  <a:lnTo>
                    <a:pt x="907422" y="2781300"/>
                  </a:lnTo>
                  <a:lnTo>
                    <a:pt x="907340" y="2780932"/>
                  </a:lnTo>
                  <a:lnTo>
                    <a:pt x="881356" y="2766519"/>
                  </a:lnTo>
                  <a:close/>
                </a:path>
                <a:path w="4009390" h="3048000">
                  <a:moveTo>
                    <a:pt x="907340" y="2780932"/>
                  </a:moveTo>
                  <a:lnTo>
                    <a:pt x="907422" y="2781300"/>
                  </a:lnTo>
                  <a:lnTo>
                    <a:pt x="908004" y="2781300"/>
                  </a:lnTo>
                  <a:lnTo>
                    <a:pt x="907340" y="2780932"/>
                  </a:lnTo>
                  <a:close/>
                </a:path>
                <a:path w="4009390" h="3048000">
                  <a:moveTo>
                    <a:pt x="906964" y="2779230"/>
                  </a:moveTo>
                  <a:lnTo>
                    <a:pt x="907286" y="2780686"/>
                  </a:lnTo>
                  <a:lnTo>
                    <a:pt x="907340" y="2780932"/>
                  </a:lnTo>
                  <a:lnTo>
                    <a:pt x="908004" y="2781300"/>
                  </a:lnTo>
                  <a:lnTo>
                    <a:pt x="909073" y="2781300"/>
                  </a:lnTo>
                  <a:lnTo>
                    <a:pt x="909104" y="2780686"/>
                  </a:lnTo>
                  <a:lnTo>
                    <a:pt x="906964" y="2779230"/>
                  </a:lnTo>
                  <a:close/>
                </a:path>
                <a:path w="4009390" h="3048000">
                  <a:moveTo>
                    <a:pt x="909104" y="2780686"/>
                  </a:moveTo>
                  <a:lnTo>
                    <a:pt x="909073" y="2781300"/>
                  </a:lnTo>
                  <a:lnTo>
                    <a:pt x="910004" y="2781300"/>
                  </a:lnTo>
                  <a:lnTo>
                    <a:pt x="909104" y="2780686"/>
                  </a:lnTo>
                  <a:close/>
                </a:path>
                <a:path w="4009390" h="3048000">
                  <a:moveTo>
                    <a:pt x="909789" y="2768728"/>
                  </a:moveTo>
                  <a:lnTo>
                    <a:pt x="909716" y="2769078"/>
                  </a:lnTo>
                  <a:lnTo>
                    <a:pt x="909180" y="2779230"/>
                  </a:lnTo>
                  <a:lnTo>
                    <a:pt x="909104" y="2780686"/>
                  </a:lnTo>
                  <a:lnTo>
                    <a:pt x="910004" y="2781300"/>
                  </a:lnTo>
                  <a:lnTo>
                    <a:pt x="913092" y="2781300"/>
                  </a:lnTo>
                  <a:lnTo>
                    <a:pt x="909881" y="2769078"/>
                  </a:lnTo>
                  <a:lnTo>
                    <a:pt x="909789" y="2768728"/>
                  </a:lnTo>
                  <a:close/>
                </a:path>
                <a:path w="4009390" h="3048000">
                  <a:moveTo>
                    <a:pt x="911347" y="2768111"/>
                  </a:moveTo>
                  <a:lnTo>
                    <a:pt x="909570" y="2768111"/>
                  </a:lnTo>
                  <a:lnTo>
                    <a:pt x="914646" y="2781300"/>
                  </a:lnTo>
                  <a:lnTo>
                    <a:pt x="939111" y="2781300"/>
                  </a:lnTo>
                  <a:lnTo>
                    <a:pt x="912201" y="2768728"/>
                  </a:lnTo>
                  <a:lnTo>
                    <a:pt x="911717" y="2768423"/>
                  </a:lnTo>
                  <a:lnTo>
                    <a:pt x="911347" y="2768111"/>
                  </a:lnTo>
                  <a:close/>
                </a:path>
                <a:path w="4009390" h="3048000">
                  <a:moveTo>
                    <a:pt x="3083898" y="2780089"/>
                  </a:moveTo>
                  <a:lnTo>
                    <a:pt x="3081928" y="2781300"/>
                  </a:lnTo>
                  <a:lnTo>
                    <a:pt x="3083042" y="2781300"/>
                  </a:lnTo>
                  <a:lnTo>
                    <a:pt x="3083898" y="2780089"/>
                  </a:lnTo>
                  <a:close/>
                </a:path>
                <a:path w="4009390" h="3048000">
                  <a:moveTo>
                    <a:pt x="3101453" y="2769078"/>
                  </a:moveTo>
                  <a:lnTo>
                    <a:pt x="3084194" y="2779881"/>
                  </a:lnTo>
                  <a:lnTo>
                    <a:pt x="3083898" y="2780089"/>
                  </a:lnTo>
                  <a:lnTo>
                    <a:pt x="3083042" y="2781300"/>
                  </a:lnTo>
                  <a:lnTo>
                    <a:pt x="3091647" y="2781300"/>
                  </a:lnTo>
                  <a:lnTo>
                    <a:pt x="3101453" y="2769078"/>
                  </a:lnTo>
                  <a:close/>
                </a:path>
                <a:path w="4009390" h="3048000">
                  <a:moveTo>
                    <a:pt x="3105405" y="2768728"/>
                  </a:moveTo>
                  <a:lnTo>
                    <a:pt x="3102012" y="2768728"/>
                  </a:lnTo>
                  <a:lnTo>
                    <a:pt x="3101453" y="2769078"/>
                  </a:lnTo>
                  <a:lnTo>
                    <a:pt x="3091647" y="2781300"/>
                  </a:lnTo>
                  <a:lnTo>
                    <a:pt x="3095838" y="2781300"/>
                  </a:lnTo>
                  <a:lnTo>
                    <a:pt x="3105405" y="2768728"/>
                  </a:lnTo>
                  <a:close/>
                </a:path>
                <a:path w="4009390" h="3048000">
                  <a:moveTo>
                    <a:pt x="3128545" y="2766519"/>
                  </a:moveTo>
                  <a:lnTo>
                    <a:pt x="3126161" y="2768111"/>
                  </a:lnTo>
                  <a:lnTo>
                    <a:pt x="3106835" y="2781300"/>
                  </a:lnTo>
                  <a:lnTo>
                    <a:pt x="3135099" y="2781300"/>
                  </a:lnTo>
                  <a:lnTo>
                    <a:pt x="3153409" y="2768728"/>
                  </a:lnTo>
                  <a:lnTo>
                    <a:pt x="3126661" y="2768728"/>
                  </a:lnTo>
                  <a:lnTo>
                    <a:pt x="3128545" y="2766519"/>
                  </a:lnTo>
                  <a:close/>
                </a:path>
                <a:path w="4009390" h="3048000">
                  <a:moveTo>
                    <a:pt x="3101734" y="2768728"/>
                  </a:moveTo>
                  <a:lnTo>
                    <a:pt x="3091930" y="2768728"/>
                  </a:lnTo>
                  <a:lnTo>
                    <a:pt x="3083898" y="2780089"/>
                  </a:lnTo>
                  <a:lnTo>
                    <a:pt x="3084194" y="2779881"/>
                  </a:lnTo>
                  <a:lnTo>
                    <a:pt x="3101453" y="2769078"/>
                  </a:lnTo>
                  <a:lnTo>
                    <a:pt x="3101734" y="2768728"/>
                  </a:lnTo>
                  <a:close/>
                </a:path>
                <a:path w="4009390" h="3048000">
                  <a:moveTo>
                    <a:pt x="904640" y="2768728"/>
                  </a:moveTo>
                  <a:lnTo>
                    <a:pt x="891533" y="2768728"/>
                  </a:lnTo>
                  <a:lnTo>
                    <a:pt x="906964" y="2779230"/>
                  </a:lnTo>
                  <a:lnTo>
                    <a:pt x="904717" y="2769078"/>
                  </a:lnTo>
                  <a:lnTo>
                    <a:pt x="904640" y="2768728"/>
                  </a:lnTo>
                  <a:close/>
                </a:path>
                <a:path w="4009390" h="3048000">
                  <a:moveTo>
                    <a:pt x="870241" y="2768728"/>
                  </a:moveTo>
                  <a:lnTo>
                    <a:pt x="865042" y="2768728"/>
                  </a:lnTo>
                  <a:lnTo>
                    <a:pt x="875198" y="2773704"/>
                  </a:lnTo>
                  <a:lnTo>
                    <a:pt x="870241" y="2768728"/>
                  </a:lnTo>
                  <a:close/>
                </a:path>
                <a:path w="4009390" h="3048000">
                  <a:moveTo>
                    <a:pt x="922739" y="2768728"/>
                  </a:moveTo>
                  <a:lnTo>
                    <a:pt x="920220" y="2768728"/>
                  </a:lnTo>
                  <a:lnTo>
                    <a:pt x="928400" y="2773074"/>
                  </a:lnTo>
                  <a:lnTo>
                    <a:pt x="922739" y="2768728"/>
                  </a:lnTo>
                  <a:close/>
                </a:path>
                <a:path w="4009390" h="3048000">
                  <a:moveTo>
                    <a:pt x="848197" y="2755900"/>
                  </a:moveTo>
                  <a:lnTo>
                    <a:pt x="826486" y="2755900"/>
                  </a:lnTo>
                  <a:lnTo>
                    <a:pt x="836057" y="2768728"/>
                  </a:lnTo>
                  <a:lnTo>
                    <a:pt x="856324" y="2768728"/>
                  </a:lnTo>
                  <a:lnTo>
                    <a:pt x="848197" y="2755900"/>
                  </a:lnTo>
                  <a:close/>
                </a:path>
                <a:path w="4009390" h="3048000">
                  <a:moveTo>
                    <a:pt x="828806" y="2730500"/>
                  </a:moveTo>
                  <a:lnTo>
                    <a:pt x="806888" y="2730500"/>
                  </a:lnTo>
                  <a:lnTo>
                    <a:pt x="828032" y="2741865"/>
                  </a:lnTo>
                  <a:lnTo>
                    <a:pt x="830595" y="2743304"/>
                  </a:lnTo>
                  <a:lnTo>
                    <a:pt x="840384" y="2755900"/>
                  </a:lnTo>
                  <a:lnTo>
                    <a:pt x="848422" y="2755900"/>
                  </a:lnTo>
                  <a:lnTo>
                    <a:pt x="865272" y="2768728"/>
                  </a:lnTo>
                  <a:lnTo>
                    <a:pt x="883028" y="2768728"/>
                  </a:lnTo>
                  <a:lnTo>
                    <a:pt x="881318" y="2766519"/>
                  </a:lnTo>
                  <a:lnTo>
                    <a:pt x="880818" y="2766217"/>
                  </a:lnTo>
                  <a:lnTo>
                    <a:pt x="862438" y="2755900"/>
                  </a:lnTo>
                  <a:lnTo>
                    <a:pt x="859415" y="2750367"/>
                  </a:lnTo>
                  <a:lnTo>
                    <a:pt x="858716" y="2749881"/>
                  </a:lnTo>
                  <a:lnTo>
                    <a:pt x="847920" y="2743304"/>
                  </a:lnTo>
                  <a:lnTo>
                    <a:pt x="839188" y="2743304"/>
                  </a:lnTo>
                  <a:lnTo>
                    <a:pt x="828806" y="2730500"/>
                  </a:lnTo>
                  <a:close/>
                </a:path>
                <a:path w="4009390" h="3048000">
                  <a:moveTo>
                    <a:pt x="876920" y="2760837"/>
                  </a:moveTo>
                  <a:lnTo>
                    <a:pt x="881085" y="2766217"/>
                  </a:lnTo>
                  <a:lnTo>
                    <a:pt x="881356" y="2766519"/>
                  </a:lnTo>
                  <a:lnTo>
                    <a:pt x="885291" y="2768728"/>
                  </a:lnTo>
                  <a:lnTo>
                    <a:pt x="887399" y="2768728"/>
                  </a:lnTo>
                  <a:lnTo>
                    <a:pt x="886501" y="2766519"/>
                  </a:lnTo>
                  <a:lnTo>
                    <a:pt x="876920" y="2760837"/>
                  </a:lnTo>
                  <a:close/>
                </a:path>
                <a:path w="4009390" h="3048000">
                  <a:moveTo>
                    <a:pt x="886501" y="2766519"/>
                  </a:moveTo>
                  <a:lnTo>
                    <a:pt x="887148" y="2768111"/>
                  </a:lnTo>
                  <a:lnTo>
                    <a:pt x="887275" y="2768423"/>
                  </a:lnTo>
                  <a:lnTo>
                    <a:pt x="887399" y="2768728"/>
                  </a:lnTo>
                  <a:lnTo>
                    <a:pt x="890226" y="2768728"/>
                  </a:lnTo>
                  <a:lnTo>
                    <a:pt x="886501" y="2766519"/>
                  </a:lnTo>
                  <a:close/>
                </a:path>
                <a:path w="4009390" h="3048000">
                  <a:moveTo>
                    <a:pt x="882391" y="2756411"/>
                  </a:moveTo>
                  <a:lnTo>
                    <a:pt x="886378" y="2766217"/>
                  </a:lnTo>
                  <a:lnTo>
                    <a:pt x="886501" y="2766519"/>
                  </a:lnTo>
                  <a:lnTo>
                    <a:pt x="890226" y="2768728"/>
                  </a:lnTo>
                  <a:lnTo>
                    <a:pt x="891437" y="2768728"/>
                  </a:lnTo>
                  <a:lnTo>
                    <a:pt x="883649" y="2757931"/>
                  </a:lnTo>
                  <a:lnTo>
                    <a:pt x="882391" y="2756411"/>
                  </a:lnTo>
                  <a:close/>
                </a:path>
                <a:path w="4009390" h="3048000">
                  <a:moveTo>
                    <a:pt x="896854" y="2755900"/>
                  </a:moveTo>
                  <a:lnTo>
                    <a:pt x="882184" y="2755900"/>
                  </a:lnTo>
                  <a:lnTo>
                    <a:pt x="883649" y="2757931"/>
                  </a:lnTo>
                  <a:lnTo>
                    <a:pt x="892579" y="2768728"/>
                  </a:lnTo>
                  <a:lnTo>
                    <a:pt x="907705" y="2768728"/>
                  </a:lnTo>
                  <a:lnTo>
                    <a:pt x="906705" y="2764200"/>
                  </a:lnTo>
                  <a:lnTo>
                    <a:pt x="896854" y="2755900"/>
                  </a:lnTo>
                  <a:close/>
                </a:path>
                <a:path w="4009390" h="3048000">
                  <a:moveTo>
                    <a:pt x="906705" y="2764200"/>
                  </a:moveTo>
                  <a:lnTo>
                    <a:pt x="907569" y="2768111"/>
                  </a:lnTo>
                  <a:lnTo>
                    <a:pt x="907638" y="2768423"/>
                  </a:lnTo>
                  <a:lnTo>
                    <a:pt x="907705" y="2768728"/>
                  </a:lnTo>
                  <a:lnTo>
                    <a:pt x="909734" y="2768728"/>
                  </a:lnTo>
                  <a:lnTo>
                    <a:pt x="909653" y="2768423"/>
                  </a:lnTo>
                  <a:lnTo>
                    <a:pt x="909570" y="2768111"/>
                  </a:lnTo>
                  <a:lnTo>
                    <a:pt x="911347" y="2768111"/>
                  </a:lnTo>
                  <a:lnTo>
                    <a:pt x="906705" y="2764200"/>
                  </a:lnTo>
                  <a:close/>
                </a:path>
                <a:path w="4009390" h="3048000">
                  <a:moveTo>
                    <a:pt x="904872" y="2755900"/>
                  </a:moveTo>
                  <a:lnTo>
                    <a:pt x="906705" y="2764200"/>
                  </a:lnTo>
                  <a:lnTo>
                    <a:pt x="912079" y="2768728"/>
                  </a:lnTo>
                  <a:lnTo>
                    <a:pt x="920131" y="2768728"/>
                  </a:lnTo>
                  <a:lnTo>
                    <a:pt x="904872" y="2755900"/>
                  </a:lnTo>
                  <a:close/>
                </a:path>
                <a:path w="4009390" h="3048000">
                  <a:moveTo>
                    <a:pt x="3106407" y="2755900"/>
                  </a:moveTo>
                  <a:lnTo>
                    <a:pt x="3096652" y="2768728"/>
                  </a:lnTo>
                  <a:lnTo>
                    <a:pt x="3103168" y="2768728"/>
                  </a:lnTo>
                  <a:lnTo>
                    <a:pt x="3106871" y="2766217"/>
                  </a:lnTo>
                  <a:lnTo>
                    <a:pt x="3106499" y="2757931"/>
                  </a:lnTo>
                  <a:lnTo>
                    <a:pt x="3106407" y="2755900"/>
                  </a:lnTo>
                  <a:close/>
                </a:path>
                <a:path w="4009390" h="3048000">
                  <a:moveTo>
                    <a:pt x="3106871" y="2766217"/>
                  </a:moveTo>
                  <a:lnTo>
                    <a:pt x="3103168" y="2768728"/>
                  </a:lnTo>
                  <a:lnTo>
                    <a:pt x="3106984" y="2768728"/>
                  </a:lnTo>
                  <a:lnTo>
                    <a:pt x="3106871" y="2766217"/>
                  </a:lnTo>
                  <a:close/>
                </a:path>
                <a:path w="4009390" h="3048000">
                  <a:moveTo>
                    <a:pt x="3138492" y="2748599"/>
                  </a:moveTo>
                  <a:lnTo>
                    <a:pt x="3122088" y="2755900"/>
                  </a:lnTo>
                  <a:lnTo>
                    <a:pt x="3106871" y="2766217"/>
                  </a:lnTo>
                  <a:lnTo>
                    <a:pt x="3106984" y="2768728"/>
                  </a:lnTo>
                  <a:lnTo>
                    <a:pt x="3118380" y="2768728"/>
                  </a:lnTo>
                  <a:lnTo>
                    <a:pt x="3128564" y="2755900"/>
                  </a:lnTo>
                  <a:lnTo>
                    <a:pt x="3132301" y="2755900"/>
                  </a:lnTo>
                  <a:lnTo>
                    <a:pt x="3138492" y="2748599"/>
                  </a:lnTo>
                  <a:close/>
                </a:path>
                <a:path w="4009390" h="3048000">
                  <a:moveTo>
                    <a:pt x="3129528" y="2755900"/>
                  </a:moveTo>
                  <a:lnTo>
                    <a:pt x="3128564" y="2755900"/>
                  </a:lnTo>
                  <a:lnTo>
                    <a:pt x="3118380" y="2768728"/>
                  </a:lnTo>
                  <a:lnTo>
                    <a:pt x="3120991" y="2768728"/>
                  </a:lnTo>
                  <a:lnTo>
                    <a:pt x="3129528" y="2755900"/>
                  </a:lnTo>
                  <a:close/>
                </a:path>
                <a:path w="4009390" h="3048000">
                  <a:moveTo>
                    <a:pt x="3137605" y="2755900"/>
                  </a:moveTo>
                  <a:lnTo>
                    <a:pt x="3129528" y="2755900"/>
                  </a:lnTo>
                  <a:lnTo>
                    <a:pt x="3120991" y="2768728"/>
                  </a:lnTo>
                  <a:lnTo>
                    <a:pt x="3125258" y="2768728"/>
                  </a:lnTo>
                  <a:lnTo>
                    <a:pt x="3128495" y="2766519"/>
                  </a:lnTo>
                  <a:lnTo>
                    <a:pt x="3128802" y="2766217"/>
                  </a:lnTo>
                  <a:lnTo>
                    <a:pt x="3137605" y="2755900"/>
                  </a:lnTo>
                  <a:close/>
                </a:path>
                <a:path w="4009390" h="3048000">
                  <a:moveTo>
                    <a:pt x="3166126" y="2755900"/>
                  </a:moveTo>
                  <a:lnTo>
                    <a:pt x="3144056" y="2755900"/>
                  </a:lnTo>
                  <a:lnTo>
                    <a:pt x="3128937" y="2766217"/>
                  </a:lnTo>
                  <a:lnTo>
                    <a:pt x="3128545" y="2766519"/>
                  </a:lnTo>
                  <a:lnTo>
                    <a:pt x="3126661" y="2768728"/>
                  </a:lnTo>
                  <a:lnTo>
                    <a:pt x="3153469" y="2768728"/>
                  </a:lnTo>
                  <a:lnTo>
                    <a:pt x="3166126" y="2755900"/>
                  </a:lnTo>
                  <a:close/>
                </a:path>
                <a:path w="4009390" h="3048000">
                  <a:moveTo>
                    <a:pt x="873098" y="2755900"/>
                  </a:moveTo>
                  <a:lnTo>
                    <a:pt x="868594" y="2755900"/>
                  </a:lnTo>
                  <a:lnTo>
                    <a:pt x="876920" y="2760837"/>
                  </a:lnTo>
                  <a:lnTo>
                    <a:pt x="873098" y="2755900"/>
                  </a:lnTo>
                  <a:close/>
                </a:path>
                <a:path w="4009390" h="3048000">
                  <a:moveTo>
                    <a:pt x="882184" y="2755900"/>
                  </a:moveTo>
                  <a:lnTo>
                    <a:pt x="882391" y="2756411"/>
                  </a:lnTo>
                  <a:lnTo>
                    <a:pt x="883649" y="2757931"/>
                  </a:lnTo>
                  <a:lnTo>
                    <a:pt x="882184" y="2755900"/>
                  </a:lnTo>
                  <a:close/>
                </a:path>
                <a:path w="4009390" h="3048000">
                  <a:moveTo>
                    <a:pt x="882184" y="2755900"/>
                  </a:moveTo>
                  <a:lnTo>
                    <a:pt x="881969" y="2755900"/>
                  </a:lnTo>
                  <a:lnTo>
                    <a:pt x="882391" y="2756411"/>
                  </a:lnTo>
                  <a:lnTo>
                    <a:pt x="882184" y="2755900"/>
                  </a:lnTo>
                  <a:close/>
                </a:path>
                <a:path w="4009390" h="3048000">
                  <a:moveTo>
                    <a:pt x="567118" y="2552700"/>
                  </a:moveTo>
                  <a:lnTo>
                    <a:pt x="527659" y="2552700"/>
                  </a:lnTo>
                  <a:lnTo>
                    <a:pt x="538424" y="2565400"/>
                  </a:lnTo>
                  <a:lnTo>
                    <a:pt x="539391" y="2566960"/>
                  </a:lnTo>
                  <a:lnTo>
                    <a:pt x="553722" y="2577790"/>
                  </a:lnTo>
                  <a:lnTo>
                    <a:pt x="554343" y="2578225"/>
                  </a:lnTo>
                  <a:lnTo>
                    <a:pt x="575466" y="2590800"/>
                  </a:lnTo>
                  <a:lnTo>
                    <a:pt x="614689" y="2628900"/>
                  </a:lnTo>
                  <a:lnTo>
                    <a:pt x="643017" y="2641600"/>
                  </a:lnTo>
                  <a:lnTo>
                    <a:pt x="701601" y="2692400"/>
                  </a:lnTo>
                  <a:lnTo>
                    <a:pt x="730802" y="2705100"/>
                  </a:lnTo>
                  <a:lnTo>
                    <a:pt x="732690" y="2705100"/>
                  </a:lnTo>
                  <a:lnTo>
                    <a:pt x="779205" y="2730500"/>
                  </a:lnTo>
                  <a:lnTo>
                    <a:pt x="798154" y="2741865"/>
                  </a:lnTo>
                  <a:lnTo>
                    <a:pt x="800477" y="2743304"/>
                  </a:lnTo>
                  <a:lnTo>
                    <a:pt x="812378" y="2755900"/>
                  </a:lnTo>
                  <a:lnTo>
                    <a:pt x="824588" y="2755900"/>
                  </a:lnTo>
                  <a:lnTo>
                    <a:pt x="815581" y="2743304"/>
                  </a:lnTo>
                  <a:lnTo>
                    <a:pt x="807059" y="2743304"/>
                  </a:lnTo>
                  <a:lnTo>
                    <a:pt x="793787" y="2730500"/>
                  </a:lnTo>
                  <a:lnTo>
                    <a:pt x="788553" y="2730500"/>
                  </a:lnTo>
                  <a:lnTo>
                    <a:pt x="778418" y="2717847"/>
                  </a:lnTo>
                  <a:lnTo>
                    <a:pt x="765350" y="2717847"/>
                  </a:lnTo>
                  <a:lnTo>
                    <a:pt x="748750" y="2705100"/>
                  </a:lnTo>
                  <a:lnTo>
                    <a:pt x="728246" y="2692400"/>
                  </a:lnTo>
                  <a:lnTo>
                    <a:pt x="723963" y="2692400"/>
                  </a:lnTo>
                  <a:lnTo>
                    <a:pt x="722413" y="2684888"/>
                  </a:lnTo>
                  <a:lnTo>
                    <a:pt x="712277" y="2679700"/>
                  </a:lnTo>
                  <a:lnTo>
                    <a:pt x="732895" y="2679700"/>
                  </a:lnTo>
                  <a:lnTo>
                    <a:pt x="728772" y="2667099"/>
                  </a:lnTo>
                  <a:lnTo>
                    <a:pt x="713941" y="2667099"/>
                  </a:lnTo>
                  <a:lnTo>
                    <a:pt x="713662" y="2664545"/>
                  </a:lnTo>
                  <a:lnTo>
                    <a:pt x="713555" y="2663561"/>
                  </a:lnTo>
                  <a:lnTo>
                    <a:pt x="713443" y="2662537"/>
                  </a:lnTo>
                  <a:lnTo>
                    <a:pt x="709163" y="2654300"/>
                  </a:lnTo>
                  <a:lnTo>
                    <a:pt x="704364" y="2654300"/>
                  </a:lnTo>
                  <a:lnTo>
                    <a:pt x="694248" y="2643374"/>
                  </a:lnTo>
                  <a:lnTo>
                    <a:pt x="691094" y="2641600"/>
                  </a:lnTo>
                  <a:lnTo>
                    <a:pt x="695030" y="2641600"/>
                  </a:lnTo>
                  <a:lnTo>
                    <a:pt x="678840" y="2628900"/>
                  </a:lnTo>
                  <a:lnTo>
                    <a:pt x="676986" y="2628900"/>
                  </a:lnTo>
                  <a:lnTo>
                    <a:pt x="662176" y="2616200"/>
                  </a:lnTo>
                  <a:lnTo>
                    <a:pt x="650980" y="2603500"/>
                  </a:lnTo>
                  <a:lnTo>
                    <a:pt x="626491" y="2603500"/>
                  </a:lnTo>
                  <a:lnTo>
                    <a:pt x="625042" y="2600125"/>
                  </a:lnTo>
                  <a:lnTo>
                    <a:pt x="608028" y="2590800"/>
                  </a:lnTo>
                  <a:lnTo>
                    <a:pt x="597536" y="2578366"/>
                  </a:lnTo>
                  <a:lnTo>
                    <a:pt x="582475" y="2565400"/>
                  </a:lnTo>
                  <a:lnTo>
                    <a:pt x="567118" y="2552700"/>
                  </a:lnTo>
                  <a:close/>
                </a:path>
                <a:path w="4009390" h="3048000">
                  <a:moveTo>
                    <a:pt x="862608" y="2752253"/>
                  </a:moveTo>
                  <a:lnTo>
                    <a:pt x="865472" y="2755900"/>
                  </a:lnTo>
                  <a:lnTo>
                    <a:pt x="868594" y="2755900"/>
                  </a:lnTo>
                  <a:lnTo>
                    <a:pt x="862608" y="2752253"/>
                  </a:lnTo>
                  <a:close/>
                </a:path>
                <a:path w="4009390" h="3048000">
                  <a:moveTo>
                    <a:pt x="868624" y="2750895"/>
                  </a:moveTo>
                  <a:lnTo>
                    <a:pt x="869452" y="2755574"/>
                  </a:lnTo>
                  <a:lnTo>
                    <a:pt x="869509" y="2755900"/>
                  </a:lnTo>
                  <a:lnTo>
                    <a:pt x="874340" y="2755900"/>
                  </a:lnTo>
                  <a:lnTo>
                    <a:pt x="868624" y="2750895"/>
                  </a:lnTo>
                  <a:close/>
                </a:path>
                <a:path w="4009390" h="3048000">
                  <a:moveTo>
                    <a:pt x="878977" y="2743304"/>
                  </a:moveTo>
                  <a:lnTo>
                    <a:pt x="867327" y="2743304"/>
                  </a:lnTo>
                  <a:lnTo>
                    <a:pt x="874912" y="2755900"/>
                  </a:lnTo>
                  <a:lnTo>
                    <a:pt x="887858" y="2755900"/>
                  </a:lnTo>
                  <a:lnTo>
                    <a:pt x="878977" y="2743304"/>
                  </a:lnTo>
                  <a:close/>
                </a:path>
                <a:path w="4009390" h="3048000">
                  <a:moveTo>
                    <a:pt x="3182773" y="2722666"/>
                  </a:moveTo>
                  <a:lnTo>
                    <a:pt x="3173023" y="2726667"/>
                  </a:lnTo>
                  <a:lnTo>
                    <a:pt x="3152432" y="2741865"/>
                  </a:lnTo>
                  <a:lnTo>
                    <a:pt x="3150389" y="2743304"/>
                  </a:lnTo>
                  <a:lnTo>
                    <a:pt x="3145284" y="2745576"/>
                  </a:lnTo>
                  <a:lnTo>
                    <a:pt x="3140694" y="2755900"/>
                  </a:lnTo>
                  <a:lnTo>
                    <a:pt x="3179540" y="2755900"/>
                  </a:lnTo>
                  <a:lnTo>
                    <a:pt x="3187385" y="2743304"/>
                  </a:lnTo>
                  <a:lnTo>
                    <a:pt x="3161197" y="2743304"/>
                  </a:lnTo>
                  <a:lnTo>
                    <a:pt x="3163723" y="2741865"/>
                  </a:lnTo>
                  <a:lnTo>
                    <a:pt x="3177062" y="2730500"/>
                  </a:lnTo>
                  <a:lnTo>
                    <a:pt x="3177556" y="2730020"/>
                  </a:lnTo>
                  <a:lnTo>
                    <a:pt x="3180444" y="2727674"/>
                  </a:lnTo>
                  <a:lnTo>
                    <a:pt x="3182773" y="2722666"/>
                  </a:lnTo>
                  <a:close/>
                </a:path>
                <a:path w="4009390" h="3048000">
                  <a:moveTo>
                    <a:pt x="3181468" y="2754458"/>
                  </a:moveTo>
                  <a:lnTo>
                    <a:pt x="3180033" y="2755900"/>
                  </a:lnTo>
                  <a:lnTo>
                    <a:pt x="3180565" y="2755900"/>
                  </a:lnTo>
                  <a:lnTo>
                    <a:pt x="3180875" y="2755574"/>
                  </a:lnTo>
                  <a:lnTo>
                    <a:pt x="3181468" y="2754458"/>
                  </a:lnTo>
                  <a:close/>
                </a:path>
                <a:path w="4009390" h="3048000">
                  <a:moveTo>
                    <a:pt x="3180875" y="2755574"/>
                  </a:moveTo>
                  <a:lnTo>
                    <a:pt x="3180565" y="2755900"/>
                  </a:lnTo>
                  <a:lnTo>
                    <a:pt x="3180702" y="2755900"/>
                  </a:lnTo>
                  <a:lnTo>
                    <a:pt x="3180875" y="2755574"/>
                  </a:lnTo>
                  <a:close/>
                </a:path>
                <a:path w="4009390" h="3048000">
                  <a:moveTo>
                    <a:pt x="3194926" y="2743304"/>
                  </a:moveTo>
                  <a:lnTo>
                    <a:pt x="3192577" y="2743304"/>
                  </a:lnTo>
                  <a:lnTo>
                    <a:pt x="3180875" y="2755574"/>
                  </a:lnTo>
                  <a:lnTo>
                    <a:pt x="3180702" y="2755900"/>
                  </a:lnTo>
                  <a:lnTo>
                    <a:pt x="3182562" y="2755900"/>
                  </a:lnTo>
                  <a:lnTo>
                    <a:pt x="3194926" y="2743304"/>
                  </a:lnTo>
                  <a:close/>
                </a:path>
                <a:path w="4009390" h="3048000">
                  <a:moveTo>
                    <a:pt x="3197150" y="2743304"/>
                  </a:moveTo>
                  <a:lnTo>
                    <a:pt x="3196805" y="2743304"/>
                  </a:lnTo>
                  <a:lnTo>
                    <a:pt x="3189441" y="2755900"/>
                  </a:lnTo>
                  <a:lnTo>
                    <a:pt x="3189770" y="2755900"/>
                  </a:lnTo>
                  <a:lnTo>
                    <a:pt x="3193434" y="2750367"/>
                  </a:lnTo>
                  <a:lnTo>
                    <a:pt x="3197150" y="2743304"/>
                  </a:lnTo>
                  <a:close/>
                </a:path>
                <a:path w="4009390" h="3048000">
                  <a:moveTo>
                    <a:pt x="3207573" y="2743304"/>
                  </a:moveTo>
                  <a:lnTo>
                    <a:pt x="3198114" y="2743304"/>
                  </a:lnTo>
                  <a:lnTo>
                    <a:pt x="3197953" y="2743570"/>
                  </a:lnTo>
                  <a:lnTo>
                    <a:pt x="3194406" y="2755574"/>
                  </a:lnTo>
                  <a:lnTo>
                    <a:pt x="3194310" y="2755900"/>
                  </a:lnTo>
                  <a:lnTo>
                    <a:pt x="3195196" y="2755900"/>
                  </a:lnTo>
                  <a:lnTo>
                    <a:pt x="3207573" y="2743304"/>
                  </a:lnTo>
                  <a:close/>
                </a:path>
                <a:path w="4009390" h="3048000">
                  <a:moveTo>
                    <a:pt x="3197664" y="2717847"/>
                  </a:moveTo>
                  <a:lnTo>
                    <a:pt x="3194518" y="2717847"/>
                  </a:lnTo>
                  <a:lnTo>
                    <a:pt x="3190522" y="2719487"/>
                  </a:lnTo>
                  <a:lnTo>
                    <a:pt x="3185193" y="2723816"/>
                  </a:lnTo>
                  <a:lnTo>
                    <a:pt x="3183785" y="2730020"/>
                  </a:lnTo>
                  <a:lnTo>
                    <a:pt x="3183676" y="2730500"/>
                  </a:lnTo>
                  <a:lnTo>
                    <a:pt x="3179699" y="2732765"/>
                  </a:lnTo>
                  <a:lnTo>
                    <a:pt x="3175600" y="2743304"/>
                  </a:lnTo>
                  <a:lnTo>
                    <a:pt x="3187394" y="2743304"/>
                  </a:lnTo>
                  <a:lnTo>
                    <a:pt x="3181468" y="2754458"/>
                  </a:lnTo>
                  <a:lnTo>
                    <a:pt x="3200528" y="2734966"/>
                  </a:lnTo>
                  <a:lnTo>
                    <a:pt x="3204787" y="2730500"/>
                  </a:lnTo>
                  <a:lnTo>
                    <a:pt x="3186612" y="2730500"/>
                  </a:lnTo>
                  <a:lnTo>
                    <a:pt x="3197664" y="2717847"/>
                  </a:lnTo>
                  <a:close/>
                </a:path>
                <a:path w="4009390" h="3048000">
                  <a:moveTo>
                    <a:pt x="3198032" y="2743304"/>
                  </a:moveTo>
                  <a:lnTo>
                    <a:pt x="3197819" y="2743570"/>
                  </a:lnTo>
                  <a:lnTo>
                    <a:pt x="3193434" y="2750367"/>
                  </a:lnTo>
                  <a:lnTo>
                    <a:pt x="3191281" y="2754458"/>
                  </a:lnTo>
                  <a:lnTo>
                    <a:pt x="3192721" y="2752253"/>
                  </a:lnTo>
                  <a:lnTo>
                    <a:pt x="3197953" y="2743570"/>
                  </a:lnTo>
                  <a:lnTo>
                    <a:pt x="3198032" y="2743304"/>
                  </a:lnTo>
                  <a:close/>
                </a:path>
                <a:path w="4009390" h="3048000">
                  <a:moveTo>
                    <a:pt x="855789" y="2743570"/>
                  </a:moveTo>
                  <a:lnTo>
                    <a:pt x="856797" y="2745576"/>
                  </a:lnTo>
                  <a:lnTo>
                    <a:pt x="859150" y="2749881"/>
                  </a:lnTo>
                  <a:lnTo>
                    <a:pt x="859513" y="2750367"/>
                  </a:lnTo>
                  <a:lnTo>
                    <a:pt x="862608" y="2752253"/>
                  </a:lnTo>
                  <a:lnTo>
                    <a:pt x="855789" y="2743570"/>
                  </a:lnTo>
                  <a:close/>
                </a:path>
                <a:path w="4009390" h="3048000">
                  <a:moveTo>
                    <a:pt x="867282" y="2743304"/>
                  </a:moveTo>
                  <a:lnTo>
                    <a:pt x="859954" y="2743304"/>
                  </a:lnTo>
                  <a:lnTo>
                    <a:pt x="868624" y="2750895"/>
                  </a:lnTo>
                  <a:lnTo>
                    <a:pt x="867329" y="2743570"/>
                  </a:lnTo>
                  <a:lnTo>
                    <a:pt x="867282" y="2743304"/>
                  </a:lnTo>
                  <a:close/>
                </a:path>
                <a:path w="4009390" h="3048000">
                  <a:moveTo>
                    <a:pt x="3197990" y="2743304"/>
                  </a:moveTo>
                  <a:lnTo>
                    <a:pt x="3197150" y="2743304"/>
                  </a:lnTo>
                  <a:lnTo>
                    <a:pt x="3193689" y="2749881"/>
                  </a:lnTo>
                  <a:lnTo>
                    <a:pt x="3194574" y="2748599"/>
                  </a:lnTo>
                  <a:lnTo>
                    <a:pt x="3197990" y="2743304"/>
                  </a:lnTo>
                  <a:close/>
                </a:path>
                <a:path w="4009390" h="3048000">
                  <a:moveTo>
                    <a:pt x="3163682" y="2730500"/>
                  </a:moveTo>
                  <a:lnTo>
                    <a:pt x="3162326" y="2730500"/>
                  </a:lnTo>
                  <a:lnTo>
                    <a:pt x="3145088" y="2741865"/>
                  </a:lnTo>
                  <a:lnTo>
                    <a:pt x="3142982" y="2743304"/>
                  </a:lnTo>
                  <a:lnTo>
                    <a:pt x="3138492" y="2748599"/>
                  </a:lnTo>
                  <a:lnTo>
                    <a:pt x="3145284" y="2745576"/>
                  </a:lnTo>
                  <a:lnTo>
                    <a:pt x="3146176" y="2743570"/>
                  </a:lnTo>
                  <a:lnTo>
                    <a:pt x="3146294" y="2743304"/>
                  </a:lnTo>
                  <a:lnTo>
                    <a:pt x="3149455" y="2743304"/>
                  </a:lnTo>
                  <a:lnTo>
                    <a:pt x="3163682" y="2730500"/>
                  </a:lnTo>
                  <a:close/>
                </a:path>
                <a:path w="4009390" h="3048000">
                  <a:moveTo>
                    <a:pt x="798759" y="2730500"/>
                  </a:moveTo>
                  <a:lnTo>
                    <a:pt x="795465" y="2730500"/>
                  </a:lnTo>
                  <a:lnTo>
                    <a:pt x="807362" y="2743304"/>
                  </a:lnTo>
                  <a:lnTo>
                    <a:pt x="808052" y="2743304"/>
                  </a:lnTo>
                  <a:lnTo>
                    <a:pt x="798759" y="2730500"/>
                  </a:lnTo>
                  <a:close/>
                </a:path>
                <a:path w="4009390" h="3048000">
                  <a:moveTo>
                    <a:pt x="852689" y="2730500"/>
                  </a:moveTo>
                  <a:lnTo>
                    <a:pt x="832295" y="2730500"/>
                  </a:lnTo>
                  <a:lnTo>
                    <a:pt x="850522" y="2743304"/>
                  </a:lnTo>
                  <a:lnTo>
                    <a:pt x="859705" y="2743304"/>
                  </a:lnTo>
                  <a:lnTo>
                    <a:pt x="852689" y="2730500"/>
                  </a:lnTo>
                  <a:close/>
                </a:path>
                <a:path w="4009390" h="3048000">
                  <a:moveTo>
                    <a:pt x="3176575" y="2734544"/>
                  </a:moveTo>
                  <a:lnTo>
                    <a:pt x="3163723" y="2741865"/>
                  </a:lnTo>
                  <a:lnTo>
                    <a:pt x="3162046" y="2743304"/>
                  </a:lnTo>
                  <a:lnTo>
                    <a:pt x="3175630" y="2743304"/>
                  </a:lnTo>
                  <a:lnTo>
                    <a:pt x="3176529" y="2734966"/>
                  </a:lnTo>
                  <a:lnTo>
                    <a:pt x="3176575" y="2734544"/>
                  </a:lnTo>
                  <a:close/>
                </a:path>
                <a:path w="4009390" h="3048000">
                  <a:moveTo>
                    <a:pt x="3215748" y="2730500"/>
                  </a:moveTo>
                  <a:lnTo>
                    <a:pt x="3208909" y="2743304"/>
                  </a:lnTo>
                  <a:lnTo>
                    <a:pt x="3212864" y="2743304"/>
                  </a:lnTo>
                  <a:lnTo>
                    <a:pt x="3215748" y="2730500"/>
                  </a:lnTo>
                  <a:close/>
                </a:path>
                <a:path w="4009390" h="3048000">
                  <a:moveTo>
                    <a:pt x="3225695" y="2730500"/>
                  </a:moveTo>
                  <a:lnTo>
                    <a:pt x="3214859" y="2743304"/>
                  </a:lnTo>
                  <a:lnTo>
                    <a:pt x="3218429" y="2743304"/>
                  </a:lnTo>
                  <a:lnTo>
                    <a:pt x="3225695" y="2730500"/>
                  </a:lnTo>
                  <a:close/>
                </a:path>
                <a:path w="4009390" h="3048000">
                  <a:moveTo>
                    <a:pt x="3177012" y="2730500"/>
                  </a:moveTo>
                  <a:lnTo>
                    <a:pt x="3174403" y="2732765"/>
                  </a:lnTo>
                  <a:lnTo>
                    <a:pt x="3163723" y="2741865"/>
                  </a:lnTo>
                  <a:lnTo>
                    <a:pt x="3176575" y="2734544"/>
                  </a:lnTo>
                  <a:lnTo>
                    <a:pt x="3177012" y="2730500"/>
                  </a:lnTo>
                  <a:close/>
                </a:path>
                <a:path w="4009390" h="3048000">
                  <a:moveTo>
                    <a:pt x="3180444" y="2727674"/>
                  </a:moveTo>
                  <a:lnTo>
                    <a:pt x="3179030" y="2728822"/>
                  </a:lnTo>
                  <a:lnTo>
                    <a:pt x="3177625" y="2730020"/>
                  </a:lnTo>
                  <a:lnTo>
                    <a:pt x="3177012" y="2730500"/>
                  </a:lnTo>
                  <a:lnTo>
                    <a:pt x="3176575" y="2734544"/>
                  </a:lnTo>
                  <a:lnTo>
                    <a:pt x="3179699" y="2732765"/>
                  </a:lnTo>
                  <a:lnTo>
                    <a:pt x="3180580" y="2730500"/>
                  </a:lnTo>
                  <a:lnTo>
                    <a:pt x="3179130" y="2730500"/>
                  </a:lnTo>
                  <a:lnTo>
                    <a:pt x="3180444" y="2727674"/>
                  </a:lnTo>
                  <a:close/>
                </a:path>
                <a:path w="4009390" h="3048000">
                  <a:moveTo>
                    <a:pt x="3185193" y="2723816"/>
                  </a:moveTo>
                  <a:lnTo>
                    <a:pt x="3180444" y="2727674"/>
                  </a:lnTo>
                  <a:lnTo>
                    <a:pt x="3179130" y="2730500"/>
                  </a:lnTo>
                  <a:lnTo>
                    <a:pt x="3180580" y="2730500"/>
                  </a:lnTo>
                  <a:lnTo>
                    <a:pt x="3179699" y="2732765"/>
                  </a:lnTo>
                  <a:lnTo>
                    <a:pt x="3183676" y="2730500"/>
                  </a:lnTo>
                  <a:lnTo>
                    <a:pt x="3185193" y="2723816"/>
                  </a:lnTo>
                  <a:close/>
                </a:path>
                <a:path w="4009390" h="3048000">
                  <a:moveTo>
                    <a:pt x="722413" y="2684888"/>
                  </a:moveTo>
                  <a:lnTo>
                    <a:pt x="723963" y="2692400"/>
                  </a:lnTo>
                  <a:lnTo>
                    <a:pt x="728246" y="2692400"/>
                  </a:lnTo>
                  <a:lnTo>
                    <a:pt x="748750" y="2705100"/>
                  </a:lnTo>
                  <a:lnTo>
                    <a:pt x="765350" y="2717847"/>
                  </a:lnTo>
                  <a:lnTo>
                    <a:pt x="778418" y="2717847"/>
                  </a:lnTo>
                  <a:lnTo>
                    <a:pt x="788553" y="2730500"/>
                  </a:lnTo>
                  <a:lnTo>
                    <a:pt x="793787" y="2730500"/>
                  </a:lnTo>
                  <a:lnTo>
                    <a:pt x="780017" y="2717847"/>
                  </a:lnTo>
                  <a:lnTo>
                    <a:pt x="762555" y="2705100"/>
                  </a:lnTo>
                  <a:lnTo>
                    <a:pt x="759964" y="2705100"/>
                  </a:lnTo>
                  <a:lnTo>
                    <a:pt x="737089" y="2692400"/>
                  </a:lnTo>
                  <a:lnTo>
                    <a:pt x="722413" y="2684888"/>
                  </a:lnTo>
                  <a:close/>
                </a:path>
                <a:path w="4009390" h="3048000">
                  <a:moveTo>
                    <a:pt x="785688" y="2705100"/>
                  </a:moveTo>
                  <a:lnTo>
                    <a:pt x="762555" y="2705100"/>
                  </a:lnTo>
                  <a:lnTo>
                    <a:pt x="780017" y="2717847"/>
                  </a:lnTo>
                  <a:lnTo>
                    <a:pt x="793787" y="2730500"/>
                  </a:lnTo>
                  <a:lnTo>
                    <a:pt x="811219" y="2730500"/>
                  </a:lnTo>
                  <a:lnTo>
                    <a:pt x="802765" y="2717847"/>
                  </a:lnTo>
                  <a:lnTo>
                    <a:pt x="794265" y="2717847"/>
                  </a:lnTo>
                  <a:lnTo>
                    <a:pt x="794118" y="2717568"/>
                  </a:lnTo>
                  <a:lnTo>
                    <a:pt x="785688" y="2705100"/>
                  </a:lnTo>
                  <a:close/>
                </a:path>
                <a:path w="4009390" h="3048000">
                  <a:moveTo>
                    <a:pt x="821794" y="2717847"/>
                  </a:moveTo>
                  <a:lnTo>
                    <a:pt x="808751" y="2717847"/>
                  </a:lnTo>
                  <a:lnTo>
                    <a:pt x="821906" y="2730500"/>
                  </a:lnTo>
                  <a:lnTo>
                    <a:pt x="831846" y="2730500"/>
                  </a:lnTo>
                  <a:lnTo>
                    <a:pt x="821794" y="2717847"/>
                  </a:lnTo>
                  <a:close/>
                </a:path>
                <a:path w="4009390" h="3048000">
                  <a:moveTo>
                    <a:pt x="3173023" y="2726667"/>
                  </a:moveTo>
                  <a:lnTo>
                    <a:pt x="3163682" y="2730500"/>
                  </a:lnTo>
                  <a:lnTo>
                    <a:pt x="3167830" y="2730500"/>
                  </a:lnTo>
                  <a:lnTo>
                    <a:pt x="3173023" y="2726667"/>
                  </a:lnTo>
                  <a:close/>
                </a:path>
                <a:path w="4009390" h="3048000">
                  <a:moveTo>
                    <a:pt x="3189186" y="2730020"/>
                  </a:moveTo>
                  <a:lnTo>
                    <a:pt x="3188566" y="2730500"/>
                  </a:lnTo>
                  <a:lnTo>
                    <a:pt x="3188808" y="2730500"/>
                  </a:lnTo>
                  <a:lnTo>
                    <a:pt x="3189186" y="2730020"/>
                  </a:lnTo>
                  <a:close/>
                </a:path>
                <a:path w="4009390" h="3048000">
                  <a:moveTo>
                    <a:pt x="3230185" y="2697929"/>
                  </a:moveTo>
                  <a:lnTo>
                    <a:pt x="3219509" y="2705100"/>
                  </a:lnTo>
                  <a:lnTo>
                    <a:pt x="3211809" y="2717847"/>
                  </a:lnTo>
                  <a:lnTo>
                    <a:pt x="3204932" y="2717847"/>
                  </a:lnTo>
                  <a:lnTo>
                    <a:pt x="3200055" y="2721617"/>
                  </a:lnTo>
                  <a:lnTo>
                    <a:pt x="3195663" y="2730500"/>
                  </a:lnTo>
                  <a:lnTo>
                    <a:pt x="3223446" y="2730500"/>
                  </a:lnTo>
                  <a:lnTo>
                    <a:pt x="3237531" y="2717847"/>
                  </a:lnTo>
                  <a:lnTo>
                    <a:pt x="3257341" y="2705100"/>
                  </a:lnTo>
                  <a:lnTo>
                    <a:pt x="3225297" y="2705100"/>
                  </a:lnTo>
                  <a:lnTo>
                    <a:pt x="3230185" y="2697929"/>
                  </a:lnTo>
                  <a:close/>
                </a:path>
                <a:path w="4009390" h="3048000">
                  <a:moveTo>
                    <a:pt x="3202003" y="2717847"/>
                  </a:moveTo>
                  <a:lnTo>
                    <a:pt x="3198773" y="2717847"/>
                  </a:lnTo>
                  <a:lnTo>
                    <a:pt x="3189186" y="2730020"/>
                  </a:lnTo>
                  <a:lnTo>
                    <a:pt x="3200055" y="2721617"/>
                  </a:lnTo>
                  <a:lnTo>
                    <a:pt x="3202003" y="2717847"/>
                  </a:lnTo>
                  <a:close/>
                </a:path>
                <a:path w="4009390" h="3048000">
                  <a:moveTo>
                    <a:pt x="3185692" y="2721617"/>
                  </a:moveTo>
                  <a:lnTo>
                    <a:pt x="3185330" y="2721617"/>
                  </a:lnTo>
                  <a:lnTo>
                    <a:pt x="3182773" y="2722666"/>
                  </a:lnTo>
                  <a:lnTo>
                    <a:pt x="3180444" y="2727674"/>
                  </a:lnTo>
                  <a:lnTo>
                    <a:pt x="3185193" y="2723816"/>
                  </a:lnTo>
                  <a:lnTo>
                    <a:pt x="3185692" y="2721617"/>
                  </a:lnTo>
                  <a:close/>
                </a:path>
                <a:path w="4009390" h="3048000">
                  <a:moveTo>
                    <a:pt x="3185014" y="2717847"/>
                  </a:moveTo>
                  <a:lnTo>
                    <a:pt x="3182750" y="2719487"/>
                  </a:lnTo>
                  <a:lnTo>
                    <a:pt x="3173023" y="2726667"/>
                  </a:lnTo>
                  <a:lnTo>
                    <a:pt x="3182773" y="2722666"/>
                  </a:lnTo>
                  <a:lnTo>
                    <a:pt x="3185014" y="2717847"/>
                  </a:lnTo>
                  <a:close/>
                </a:path>
                <a:path w="4009390" h="3048000">
                  <a:moveTo>
                    <a:pt x="3204818" y="2708005"/>
                  </a:moveTo>
                  <a:lnTo>
                    <a:pt x="3186990" y="2717568"/>
                  </a:lnTo>
                  <a:lnTo>
                    <a:pt x="3186548" y="2717847"/>
                  </a:lnTo>
                  <a:lnTo>
                    <a:pt x="3185692" y="2721617"/>
                  </a:lnTo>
                  <a:lnTo>
                    <a:pt x="3185330" y="2721617"/>
                  </a:lnTo>
                  <a:lnTo>
                    <a:pt x="3190522" y="2719487"/>
                  </a:lnTo>
                  <a:lnTo>
                    <a:pt x="3192541" y="2717847"/>
                  </a:lnTo>
                  <a:lnTo>
                    <a:pt x="3201914" y="2717847"/>
                  </a:lnTo>
                  <a:lnTo>
                    <a:pt x="3202068" y="2717568"/>
                  </a:lnTo>
                  <a:lnTo>
                    <a:pt x="3202163" y="2717395"/>
                  </a:lnTo>
                  <a:lnTo>
                    <a:pt x="3204818" y="2708005"/>
                  </a:lnTo>
                  <a:close/>
                </a:path>
                <a:path w="4009390" h="3048000">
                  <a:moveTo>
                    <a:pt x="793616" y="2716426"/>
                  </a:moveTo>
                  <a:lnTo>
                    <a:pt x="794027" y="2717395"/>
                  </a:lnTo>
                  <a:lnTo>
                    <a:pt x="794118" y="2717568"/>
                  </a:lnTo>
                  <a:lnTo>
                    <a:pt x="794307" y="2717847"/>
                  </a:lnTo>
                  <a:lnTo>
                    <a:pt x="794538" y="2717847"/>
                  </a:lnTo>
                  <a:lnTo>
                    <a:pt x="793616" y="2716426"/>
                  </a:lnTo>
                  <a:close/>
                </a:path>
                <a:path w="4009390" h="3048000">
                  <a:moveTo>
                    <a:pt x="808571" y="2705100"/>
                  </a:moveTo>
                  <a:lnTo>
                    <a:pt x="790194" y="2705100"/>
                  </a:lnTo>
                  <a:lnTo>
                    <a:pt x="798972" y="2717847"/>
                  </a:lnTo>
                  <a:lnTo>
                    <a:pt x="808539" y="2717847"/>
                  </a:lnTo>
                  <a:lnTo>
                    <a:pt x="808571" y="2705100"/>
                  </a:lnTo>
                  <a:close/>
                </a:path>
                <a:path w="4009390" h="3048000">
                  <a:moveTo>
                    <a:pt x="3202698" y="2716426"/>
                  </a:moveTo>
                  <a:lnTo>
                    <a:pt x="3202246" y="2717395"/>
                  </a:lnTo>
                  <a:lnTo>
                    <a:pt x="3202114" y="2717568"/>
                  </a:lnTo>
                  <a:lnTo>
                    <a:pt x="3202035" y="2717847"/>
                  </a:lnTo>
                  <a:lnTo>
                    <a:pt x="3202329" y="2717847"/>
                  </a:lnTo>
                  <a:lnTo>
                    <a:pt x="3202698" y="2716426"/>
                  </a:lnTo>
                  <a:close/>
                </a:path>
                <a:path w="4009390" h="3048000">
                  <a:moveTo>
                    <a:pt x="3204885" y="2708005"/>
                  </a:moveTo>
                  <a:lnTo>
                    <a:pt x="3202754" y="2715305"/>
                  </a:lnTo>
                  <a:lnTo>
                    <a:pt x="3202163" y="2717395"/>
                  </a:lnTo>
                  <a:lnTo>
                    <a:pt x="3202698" y="2716426"/>
                  </a:lnTo>
                  <a:lnTo>
                    <a:pt x="3204885" y="2708005"/>
                  </a:lnTo>
                  <a:close/>
                </a:path>
                <a:path w="4009390" h="3048000">
                  <a:moveTo>
                    <a:pt x="3208402" y="2706083"/>
                  </a:moveTo>
                  <a:lnTo>
                    <a:pt x="3204885" y="2708005"/>
                  </a:lnTo>
                  <a:lnTo>
                    <a:pt x="3202698" y="2716426"/>
                  </a:lnTo>
                  <a:lnTo>
                    <a:pt x="3208402" y="2706083"/>
                  </a:lnTo>
                  <a:close/>
                </a:path>
                <a:path w="4009390" h="3048000">
                  <a:moveTo>
                    <a:pt x="787547" y="2705100"/>
                  </a:moveTo>
                  <a:lnTo>
                    <a:pt x="786274" y="2705100"/>
                  </a:lnTo>
                  <a:lnTo>
                    <a:pt x="792890" y="2715305"/>
                  </a:lnTo>
                  <a:lnTo>
                    <a:pt x="787547" y="2705100"/>
                  </a:lnTo>
                  <a:close/>
                </a:path>
                <a:path w="4009390" h="3048000">
                  <a:moveTo>
                    <a:pt x="3210234" y="2705100"/>
                  </a:moveTo>
                  <a:lnTo>
                    <a:pt x="3208944" y="2705100"/>
                  </a:lnTo>
                  <a:lnTo>
                    <a:pt x="3208402" y="2706083"/>
                  </a:lnTo>
                  <a:lnTo>
                    <a:pt x="3210234" y="2705100"/>
                  </a:lnTo>
                  <a:close/>
                </a:path>
                <a:path w="4009390" h="3048000">
                  <a:moveTo>
                    <a:pt x="737038" y="2679700"/>
                  </a:moveTo>
                  <a:lnTo>
                    <a:pt x="721343" y="2679700"/>
                  </a:lnTo>
                  <a:lnTo>
                    <a:pt x="722413" y="2684888"/>
                  </a:lnTo>
                  <a:lnTo>
                    <a:pt x="737089" y="2692400"/>
                  </a:lnTo>
                  <a:lnTo>
                    <a:pt x="759964" y="2705100"/>
                  </a:lnTo>
                  <a:lnTo>
                    <a:pt x="769271" y="2705100"/>
                  </a:lnTo>
                  <a:lnTo>
                    <a:pt x="766290" y="2700704"/>
                  </a:lnTo>
                  <a:lnTo>
                    <a:pt x="759590" y="2692400"/>
                  </a:lnTo>
                  <a:lnTo>
                    <a:pt x="747331" y="2692400"/>
                  </a:lnTo>
                  <a:lnTo>
                    <a:pt x="737038" y="2679700"/>
                  </a:lnTo>
                  <a:close/>
                </a:path>
                <a:path w="4009390" h="3048000">
                  <a:moveTo>
                    <a:pt x="760659" y="2692400"/>
                  </a:moveTo>
                  <a:lnTo>
                    <a:pt x="766290" y="2700704"/>
                  </a:lnTo>
                  <a:lnTo>
                    <a:pt x="769837" y="2705100"/>
                  </a:lnTo>
                  <a:lnTo>
                    <a:pt x="770102" y="2705100"/>
                  </a:lnTo>
                  <a:lnTo>
                    <a:pt x="760659" y="2692400"/>
                  </a:lnTo>
                  <a:close/>
                </a:path>
                <a:path w="4009390" h="3048000">
                  <a:moveTo>
                    <a:pt x="783210" y="2692400"/>
                  </a:moveTo>
                  <a:lnTo>
                    <a:pt x="771540" y="2692400"/>
                  </a:lnTo>
                  <a:lnTo>
                    <a:pt x="780040" y="2705100"/>
                  </a:lnTo>
                  <a:lnTo>
                    <a:pt x="791635" y="2705100"/>
                  </a:lnTo>
                  <a:lnTo>
                    <a:pt x="783210" y="2692400"/>
                  </a:lnTo>
                  <a:close/>
                </a:path>
                <a:path w="4009390" h="3048000">
                  <a:moveTo>
                    <a:pt x="3233955" y="2692400"/>
                  </a:moveTo>
                  <a:lnTo>
                    <a:pt x="3227285" y="2692400"/>
                  </a:lnTo>
                  <a:lnTo>
                    <a:pt x="3217823" y="2705100"/>
                  </a:lnTo>
                  <a:lnTo>
                    <a:pt x="3219509" y="2705100"/>
                  </a:lnTo>
                  <a:lnTo>
                    <a:pt x="3230185" y="2697929"/>
                  </a:lnTo>
                  <a:lnTo>
                    <a:pt x="3233955" y="2692400"/>
                  </a:lnTo>
                  <a:close/>
                </a:path>
                <a:path w="4009390" h="3048000">
                  <a:moveTo>
                    <a:pt x="3233682" y="2695581"/>
                  </a:moveTo>
                  <a:lnTo>
                    <a:pt x="3230185" y="2697929"/>
                  </a:lnTo>
                  <a:lnTo>
                    <a:pt x="3225297" y="2705100"/>
                  </a:lnTo>
                  <a:lnTo>
                    <a:pt x="3226634" y="2705100"/>
                  </a:lnTo>
                  <a:lnTo>
                    <a:pt x="3233682" y="2695581"/>
                  </a:lnTo>
                  <a:close/>
                </a:path>
                <a:path w="4009390" h="3048000">
                  <a:moveTo>
                    <a:pt x="3285597" y="2664545"/>
                  </a:moveTo>
                  <a:lnTo>
                    <a:pt x="3283395" y="2666631"/>
                  </a:lnTo>
                  <a:lnTo>
                    <a:pt x="3282857" y="2667099"/>
                  </a:lnTo>
                  <a:lnTo>
                    <a:pt x="3276843" y="2671122"/>
                  </a:lnTo>
                  <a:lnTo>
                    <a:pt x="3271483" y="2679700"/>
                  </a:lnTo>
                  <a:lnTo>
                    <a:pt x="3259057" y="2679700"/>
                  </a:lnTo>
                  <a:lnTo>
                    <a:pt x="3247575" y="2687537"/>
                  </a:lnTo>
                  <a:lnTo>
                    <a:pt x="3244770" y="2692400"/>
                  </a:lnTo>
                  <a:lnTo>
                    <a:pt x="3240451" y="2692400"/>
                  </a:lnTo>
                  <a:lnTo>
                    <a:pt x="3226634" y="2705100"/>
                  </a:lnTo>
                  <a:lnTo>
                    <a:pt x="3257341" y="2705100"/>
                  </a:lnTo>
                  <a:lnTo>
                    <a:pt x="3281087" y="2692400"/>
                  </a:lnTo>
                  <a:lnTo>
                    <a:pt x="3244770" y="2692400"/>
                  </a:lnTo>
                  <a:lnTo>
                    <a:pt x="3246711" y="2688127"/>
                  </a:lnTo>
                  <a:lnTo>
                    <a:pt x="3289870" y="2688127"/>
                  </a:lnTo>
                  <a:lnTo>
                    <a:pt x="3307191" y="2679700"/>
                  </a:lnTo>
                  <a:lnTo>
                    <a:pt x="3311397" y="2667099"/>
                  </a:lnTo>
                  <a:lnTo>
                    <a:pt x="3284558" y="2667099"/>
                  </a:lnTo>
                  <a:lnTo>
                    <a:pt x="3285597" y="2664545"/>
                  </a:lnTo>
                  <a:close/>
                </a:path>
                <a:path w="4009390" h="3048000">
                  <a:moveTo>
                    <a:pt x="3238418" y="2692400"/>
                  </a:moveTo>
                  <a:lnTo>
                    <a:pt x="3236037" y="2692400"/>
                  </a:lnTo>
                  <a:lnTo>
                    <a:pt x="3233682" y="2695581"/>
                  </a:lnTo>
                  <a:lnTo>
                    <a:pt x="3238418" y="2692400"/>
                  </a:lnTo>
                  <a:close/>
                </a:path>
                <a:path w="4009390" h="3048000">
                  <a:moveTo>
                    <a:pt x="744991" y="2667099"/>
                  </a:moveTo>
                  <a:lnTo>
                    <a:pt x="728772" y="2667099"/>
                  </a:lnTo>
                  <a:lnTo>
                    <a:pt x="745544" y="2679700"/>
                  </a:lnTo>
                  <a:lnTo>
                    <a:pt x="759943" y="2692400"/>
                  </a:lnTo>
                  <a:lnTo>
                    <a:pt x="772945" y="2692400"/>
                  </a:lnTo>
                  <a:lnTo>
                    <a:pt x="763320" y="2679700"/>
                  </a:lnTo>
                  <a:lnTo>
                    <a:pt x="750841" y="2679700"/>
                  </a:lnTo>
                  <a:lnTo>
                    <a:pt x="744991" y="2667099"/>
                  </a:lnTo>
                  <a:close/>
                </a:path>
                <a:path w="4009390" h="3048000">
                  <a:moveTo>
                    <a:pt x="3250539" y="2679700"/>
                  </a:moveTo>
                  <a:lnTo>
                    <a:pt x="3248830" y="2679700"/>
                  </a:lnTo>
                  <a:lnTo>
                    <a:pt x="3237103" y="2692400"/>
                  </a:lnTo>
                  <a:lnTo>
                    <a:pt x="3237392" y="2692400"/>
                  </a:lnTo>
                  <a:lnTo>
                    <a:pt x="3248683" y="2683784"/>
                  </a:lnTo>
                  <a:lnTo>
                    <a:pt x="3250539" y="2679700"/>
                  </a:lnTo>
                  <a:close/>
                </a:path>
                <a:path w="4009390" h="3048000">
                  <a:moveTo>
                    <a:pt x="3250570" y="2682345"/>
                  </a:moveTo>
                  <a:lnTo>
                    <a:pt x="3248683" y="2683784"/>
                  </a:lnTo>
                  <a:lnTo>
                    <a:pt x="3246711" y="2688127"/>
                  </a:lnTo>
                  <a:lnTo>
                    <a:pt x="3247575" y="2687537"/>
                  </a:lnTo>
                  <a:lnTo>
                    <a:pt x="3250570" y="2682345"/>
                  </a:lnTo>
                  <a:close/>
                </a:path>
                <a:path w="4009390" h="3048000">
                  <a:moveTo>
                    <a:pt x="3252097" y="2679700"/>
                  </a:moveTo>
                  <a:lnTo>
                    <a:pt x="3250539" y="2679700"/>
                  </a:lnTo>
                  <a:lnTo>
                    <a:pt x="3248683" y="2683784"/>
                  </a:lnTo>
                  <a:lnTo>
                    <a:pt x="3250570" y="2682345"/>
                  </a:lnTo>
                  <a:lnTo>
                    <a:pt x="3252097" y="2679700"/>
                  </a:lnTo>
                  <a:close/>
                </a:path>
                <a:path w="4009390" h="3048000">
                  <a:moveTo>
                    <a:pt x="3254037" y="2679700"/>
                  </a:moveTo>
                  <a:lnTo>
                    <a:pt x="3252097" y="2679700"/>
                  </a:lnTo>
                  <a:lnTo>
                    <a:pt x="3250570" y="2682345"/>
                  </a:lnTo>
                  <a:lnTo>
                    <a:pt x="3254037" y="2679700"/>
                  </a:lnTo>
                  <a:close/>
                </a:path>
                <a:path w="4009390" h="3048000">
                  <a:moveTo>
                    <a:pt x="3269726" y="2667099"/>
                  </a:moveTo>
                  <a:lnTo>
                    <a:pt x="3269094" y="2667566"/>
                  </a:lnTo>
                  <a:lnTo>
                    <a:pt x="3254037" y="2679700"/>
                  </a:lnTo>
                  <a:lnTo>
                    <a:pt x="3257581" y="2679700"/>
                  </a:lnTo>
                  <a:lnTo>
                    <a:pt x="3269726" y="2667099"/>
                  </a:lnTo>
                  <a:close/>
                </a:path>
                <a:path w="4009390" h="3048000">
                  <a:moveTo>
                    <a:pt x="3269841" y="2667099"/>
                  </a:moveTo>
                  <a:lnTo>
                    <a:pt x="3269275" y="2667566"/>
                  </a:lnTo>
                  <a:lnTo>
                    <a:pt x="3257581" y="2679700"/>
                  </a:lnTo>
                  <a:lnTo>
                    <a:pt x="3260530" y="2679700"/>
                  </a:lnTo>
                  <a:lnTo>
                    <a:pt x="3269427" y="2667566"/>
                  </a:lnTo>
                  <a:lnTo>
                    <a:pt x="3269841" y="2667099"/>
                  </a:lnTo>
                  <a:close/>
                </a:path>
                <a:path w="4009390" h="3048000">
                  <a:moveTo>
                    <a:pt x="3279357" y="2667099"/>
                  </a:moveTo>
                  <a:lnTo>
                    <a:pt x="3269841" y="2667099"/>
                  </a:lnTo>
                  <a:lnTo>
                    <a:pt x="3269427" y="2667566"/>
                  </a:lnTo>
                  <a:lnTo>
                    <a:pt x="3260530" y="2679700"/>
                  </a:lnTo>
                  <a:lnTo>
                    <a:pt x="3264020" y="2679700"/>
                  </a:lnTo>
                  <a:lnTo>
                    <a:pt x="3276843" y="2671122"/>
                  </a:lnTo>
                  <a:lnTo>
                    <a:pt x="3279357" y="2667099"/>
                  </a:lnTo>
                  <a:close/>
                </a:path>
                <a:path w="4009390" h="3048000">
                  <a:moveTo>
                    <a:pt x="3276843" y="2671122"/>
                  </a:moveTo>
                  <a:lnTo>
                    <a:pt x="3264020" y="2679700"/>
                  </a:lnTo>
                  <a:lnTo>
                    <a:pt x="3271483" y="2679700"/>
                  </a:lnTo>
                  <a:lnTo>
                    <a:pt x="3276843" y="2671122"/>
                  </a:lnTo>
                  <a:close/>
                </a:path>
                <a:path w="4009390" h="3048000">
                  <a:moveTo>
                    <a:pt x="712600" y="2654820"/>
                  </a:moveTo>
                  <a:lnTo>
                    <a:pt x="713443" y="2662537"/>
                  </a:lnTo>
                  <a:lnTo>
                    <a:pt x="715813" y="2667099"/>
                  </a:lnTo>
                  <a:lnTo>
                    <a:pt x="745209" y="2667099"/>
                  </a:lnTo>
                  <a:lnTo>
                    <a:pt x="712600" y="2654820"/>
                  </a:lnTo>
                  <a:close/>
                </a:path>
                <a:path w="4009390" h="3048000">
                  <a:moveTo>
                    <a:pt x="3285685" y="2665794"/>
                  </a:moveTo>
                  <a:lnTo>
                    <a:pt x="3284509" y="2667099"/>
                  </a:lnTo>
                  <a:lnTo>
                    <a:pt x="3285128" y="2667099"/>
                  </a:lnTo>
                  <a:lnTo>
                    <a:pt x="3285685" y="2665794"/>
                  </a:lnTo>
                  <a:close/>
                </a:path>
                <a:path w="4009390" h="3048000">
                  <a:moveTo>
                    <a:pt x="3295926" y="2654820"/>
                  </a:moveTo>
                  <a:lnTo>
                    <a:pt x="3293855" y="2656725"/>
                  </a:lnTo>
                  <a:lnTo>
                    <a:pt x="3285685" y="2665794"/>
                  </a:lnTo>
                  <a:lnTo>
                    <a:pt x="3285128" y="2667099"/>
                  </a:lnTo>
                  <a:lnTo>
                    <a:pt x="3293245" y="2667099"/>
                  </a:lnTo>
                  <a:lnTo>
                    <a:pt x="3295926" y="2654820"/>
                  </a:lnTo>
                  <a:close/>
                </a:path>
                <a:path w="4009390" h="3048000">
                  <a:moveTo>
                    <a:pt x="3348671" y="2616200"/>
                  </a:moveTo>
                  <a:lnTo>
                    <a:pt x="3343385" y="2616200"/>
                  </a:lnTo>
                  <a:lnTo>
                    <a:pt x="3334350" y="2628900"/>
                  </a:lnTo>
                  <a:lnTo>
                    <a:pt x="3327406" y="2641600"/>
                  </a:lnTo>
                  <a:lnTo>
                    <a:pt x="3321859" y="2641600"/>
                  </a:lnTo>
                  <a:lnTo>
                    <a:pt x="3308088" y="2654300"/>
                  </a:lnTo>
                  <a:lnTo>
                    <a:pt x="3296416" y="2654300"/>
                  </a:lnTo>
                  <a:lnTo>
                    <a:pt x="3295926" y="2654820"/>
                  </a:lnTo>
                  <a:lnTo>
                    <a:pt x="3293530" y="2665794"/>
                  </a:lnTo>
                  <a:lnTo>
                    <a:pt x="3293425" y="2666278"/>
                  </a:lnTo>
                  <a:lnTo>
                    <a:pt x="3293348" y="2666631"/>
                  </a:lnTo>
                  <a:lnTo>
                    <a:pt x="3293245" y="2667099"/>
                  </a:lnTo>
                  <a:lnTo>
                    <a:pt x="3319121" y="2667099"/>
                  </a:lnTo>
                  <a:lnTo>
                    <a:pt x="3331301" y="2654300"/>
                  </a:lnTo>
                  <a:lnTo>
                    <a:pt x="3350545" y="2641600"/>
                  </a:lnTo>
                  <a:lnTo>
                    <a:pt x="3370479" y="2628900"/>
                  </a:lnTo>
                  <a:lnTo>
                    <a:pt x="3344269" y="2628900"/>
                  </a:lnTo>
                  <a:lnTo>
                    <a:pt x="3348671" y="2616200"/>
                  </a:lnTo>
                  <a:close/>
                </a:path>
                <a:path w="4009390" h="3048000">
                  <a:moveTo>
                    <a:pt x="3293855" y="2656725"/>
                  </a:moveTo>
                  <a:lnTo>
                    <a:pt x="3286636" y="2663561"/>
                  </a:lnTo>
                  <a:lnTo>
                    <a:pt x="3285685" y="2665794"/>
                  </a:lnTo>
                  <a:lnTo>
                    <a:pt x="3293855" y="2656725"/>
                  </a:lnTo>
                  <a:close/>
                </a:path>
                <a:path w="4009390" h="3048000">
                  <a:moveTo>
                    <a:pt x="3290584" y="2654300"/>
                  </a:moveTo>
                  <a:lnTo>
                    <a:pt x="3289764" y="2654300"/>
                  </a:lnTo>
                  <a:lnTo>
                    <a:pt x="3285597" y="2664545"/>
                  </a:lnTo>
                  <a:lnTo>
                    <a:pt x="3286636" y="2663561"/>
                  </a:lnTo>
                  <a:lnTo>
                    <a:pt x="3290584" y="2654300"/>
                  </a:lnTo>
                  <a:close/>
                </a:path>
                <a:path w="4009390" h="3048000">
                  <a:moveTo>
                    <a:pt x="711219" y="2654300"/>
                  </a:moveTo>
                  <a:lnTo>
                    <a:pt x="709163" y="2654300"/>
                  </a:lnTo>
                  <a:lnTo>
                    <a:pt x="713443" y="2662537"/>
                  </a:lnTo>
                  <a:lnTo>
                    <a:pt x="712600" y="2654820"/>
                  </a:lnTo>
                  <a:lnTo>
                    <a:pt x="711219" y="2654300"/>
                  </a:lnTo>
                  <a:close/>
                </a:path>
                <a:path w="4009390" h="3048000">
                  <a:moveTo>
                    <a:pt x="3296040" y="2654300"/>
                  </a:moveTo>
                  <a:lnTo>
                    <a:pt x="3293855" y="2656725"/>
                  </a:lnTo>
                  <a:lnTo>
                    <a:pt x="3295866" y="2654820"/>
                  </a:lnTo>
                  <a:lnTo>
                    <a:pt x="3296040" y="2654300"/>
                  </a:lnTo>
                  <a:close/>
                </a:path>
                <a:path w="4009390" h="3048000">
                  <a:moveTo>
                    <a:pt x="705018" y="2649435"/>
                  </a:moveTo>
                  <a:lnTo>
                    <a:pt x="711219" y="2654300"/>
                  </a:lnTo>
                  <a:lnTo>
                    <a:pt x="712600" y="2654820"/>
                  </a:lnTo>
                  <a:lnTo>
                    <a:pt x="712543" y="2654300"/>
                  </a:lnTo>
                  <a:lnTo>
                    <a:pt x="713662" y="2654300"/>
                  </a:lnTo>
                  <a:lnTo>
                    <a:pt x="705018" y="2649435"/>
                  </a:lnTo>
                  <a:close/>
                </a:path>
                <a:path w="4009390" h="3048000">
                  <a:moveTo>
                    <a:pt x="3307097" y="2651423"/>
                  </a:moveTo>
                  <a:lnTo>
                    <a:pt x="3303746" y="2654300"/>
                  </a:lnTo>
                  <a:lnTo>
                    <a:pt x="3305347" y="2654300"/>
                  </a:lnTo>
                  <a:lnTo>
                    <a:pt x="3307097" y="2651423"/>
                  </a:lnTo>
                  <a:close/>
                </a:path>
                <a:path w="4009390" h="3048000">
                  <a:moveTo>
                    <a:pt x="3318542" y="2641600"/>
                  </a:moveTo>
                  <a:lnTo>
                    <a:pt x="3313075" y="2641600"/>
                  </a:lnTo>
                  <a:lnTo>
                    <a:pt x="3307097" y="2651423"/>
                  </a:lnTo>
                  <a:lnTo>
                    <a:pt x="3318542" y="2641600"/>
                  </a:lnTo>
                  <a:close/>
                </a:path>
                <a:path w="4009390" h="3048000">
                  <a:moveTo>
                    <a:pt x="695030" y="2641600"/>
                  </a:moveTo>
                  <a:lnTo>
                    <a:pt x="692604" y="2641600"/>
                  </a:lnTo>
                  <a:lnTo>
                    <a:pt x="694248" y="2643374"/>
                  </a:lnTo>
                  <a:lnTo>
                    <a:pt x="705018" y="2649435"/>
                  </a:lnTo>
                  <a:lnTo>
                    <a:pt x="695030" y="2641600"/>
                  </a:lnTo>
                  <a:close/>
                </a:path>
                <a:path w="4009390" h="3048000">
                  <a:moveTo>
                    <a:pt x="692604" y="2641600"/>
                  </a:moveTo>
                  <a:lnTo>
                    <a:pt x="691094" y="2641600"/>
                  </a:lnTo>
                  <a:lnTo>
                    <a:pt x="694248" y="2643374"/>
                  </a:lnTo>
                  <a:lnTo>
                    <a:pt x="692604" y="2641600"/>
                  </a:lnTo>
                  <a:close/>
                </a:path>
                <a:path w="4009390" h="3048000">
                  <a:moveTo>
                    <a:pt x="3412576" y="2603500"/>
                  </a:moveTo>
                  <a:lnTo>
                    <a:pt x="3366871" y="2603500"/>
                  </a:lnTo>
                  <a:lnTo>
                    <a:pt x="3362416" y="2616200"/>
                  </a:lnTo>
                  <a:lnTo>
                    <a:pt x="3354767" y="2616200"/>
                  </a:lnTo>
                  <a:lnTo>
                    <a:pt x="3344269" y="2628900"/>
                  </a:lnTo>
                  <a:lnTo>
                    <a:pt x="3370479" y="2628900"/>
                  </a:lnTo>
                  <a:lnTo>
                    <a:pt x="3391144" y="2616200"/>
                  </a:lnTo>
                  <a:lnTo>
                    <a:pt x="3412576" y="2603500"/>
                  </a:lnTo>
                  <a:close/>
                </a:path>
                <a:path w="4009390" h="3048000">
                  <a:moveTo>
                    <a:pt x="625042" y="2600125"/>
                  </a:moveTo>
                  <a:lnTo>
                    <a:pt x="626491" y="2603500"/>
                  </a:lnTo>
                  <a:lnTo>
                    <a:pt x="631199" y="2603500"/>
                  </a:lnTo>
                  <a:lnTo>
                    <a:pt x="625042" y="2600125"/>
                  </a:lnTo>
                  <a:close/>
                </a:path>
                <a:path w="4009390" h="3048000">
                  <a:moveTo>
                    <a:pt x="621303" y="2591415"/>
                  </a:moveTo>
                  <a:lnTo>
                    <a:pt x="625042" y="2600125"/>
                  </a:lnTo>
                  <a:lnTo>
                    <a:pt x="631199" y="2603500"/>
                  </a:lnTo>
                  <a:lnTo>
                    <a:pt x="632715" y="2603500"/>
                  </a:lnTo>
                  <a:lnTo>
                    <a:pt x="622143" y="2592001"/>
                  </a:lnTo>
                  <a:lnTo>
                    <a:pt x="621303" y="2591415"/>
                  </a:lnTo>
                  <a:close/>
                </a:path>
                <a:path w="4009390" h="3048000">
                  <a:moveTo>
                    <a:pt x="622632" y="2590800"/>
                  </a:moveTo>
                  <a:lnTo>
                    <a:pt x="621038" y="2590800"/>
                  </a:lnTo>
                  <a:lnTo>
                    <a:pt x="622143" y="2592001"/>
                  </a:lnTo>
                  <a:lnTo>
                    <a:pt x="638645" y="2603500"/>
                  </a:lnTo>
                  <a:lnTo>
                    <a:pt x="640438" y="2603500"/>
                  </a:lnTo>
                  <a:lnTo>
                    <a:pt x="622632" y="2590800"/>
                  </a:lnTo>
                  <a:close/>
                </a:path>
                <a:path w="4009390" h="3048000">
                  <a:moveTo>
                    <a:pt x="3437942" y="2578225"/>
                  </a:moveTo>
                  <a:lnTo>
                    <a:pt x="3407476" y="2578225"/>
                  </a:lnTo>
                  <a:lnTo>
                    <a:pt x="3396391" y="2590800"/>
                  </a:lnTo>
                  <a:lnTo>
                    <a:pt x="3381754" y="2590800"/>
                  </a:lnTo>
                  <a:lnTo>
                    <a:pt x="3367787" y="2603500"/>
                  </a:lnTo>
                  <a:lnTo>
                    <a:pt x="3417180" y="2603500"/>
                  </a:lnTo>
                  <a:lnTo>
                    <a:pt x="3426648" y="2590800"/>
                  </a:lnTo>
                  <a:lnTo>
                    <a:pt x="3437815" y="2578366"/>
                  </a:lnTo>
                  <a:lnTo>
                    <a:pt x="3437942" y="2578225"/>
                  </a:lnTo>
                  <a:close/>
                </a:path>
                <a:path w="4009390" h="3048000">
                  <a:moveTo>
                    <a:pt x="621038" y="2590800"/>
                  </a:moveTo>
                  <a:lnTo>
                    <a:pt x="620419" y="2590800"/>
                  </a:lnTo>
                  <a:lnTo>
                    <a:pt x="621303" y="2591415"/>
                  </a:lnTo>
                  <a:lnTo>
                    <a:pt x="621038" y="2590800"/>
                  </a:lnTo>
                  <a:close/>
                </a:path>
                <a:path w="4009390" h="3048000">
                  <a:moveTo>
                    <a:pt x="567185" y="2540000"/>
                  </a:moveTo>
                  <a:lnTo>
                    <a:pt x="553096" y="2540000"/>
                  </a:lnTo>
                  <a:lnTo>
                    <a:pt x="567937" y="2552700"/>
                  </a:lnTo>
                  <a:lnTo>
                    <a:pt x="586595" y="2565400"/>
                  </a:lnTo>
                  <a:lnTo>
                    <a:pt x="597418" y="2578225"/>
                  </a:lnTo>
                  <a:lnTo>
                    <a:pt x="616733" y="2590800"/>
                  </a:lnTo>
                  <a:lnTo>
                    <a:pt x="620419" y="2590800"/>
                  </a:lnTo>
                  <a:lnTo>
                    <a:pt x="614822" y="2578366"/>
                  </a:lnTo>
                  <a:lnTo>
                    <a:pt x="614759" y="2578225"/>
                  </a:lnTo>
                  <a:lnTo>
                    <a:pt x="613867" y="2578225"/>
                  </a:lnTo>
                  <a:lnTo>
                    <a:pt x="600993" y="2565400"/>
                  </a:lnTo>
                  <a:lnTo>
                    <a:pt x="593915" y="2565400"/>
                  </a:lnTo>
                  <a:lnTo>
                    <a:pt x="585111" y="2552700"/>
                  </a:lnTo>
                  <a:lnTo>
                    <a:pt x="567185" y="2540000"/>
                  </a:lnTo>
                  <a:close/>
                </a:path>
                <a:path w="4009390" h="3048000">
                  <a:moveTo>
                    <a:pt x="545044" y="2527300"/>
                  </a:moveTo>
                  <a:lnTo>
                    <a:pt x="493021" y="2527300"/>
                  </a:lnTo>
                  <a:lnTo>
                    <a:pt x="510714" y="2540000"/>
                  </a:lnTo>
                  <a:lnTo>
                    <a:pt x="520362" y="2552700"/>
                  </a:lnTo>
                  <a:lnTo>
                    <a:pt x="529288" y="2565400"/>
                  </a:lnTo>
                  <a:lnTo>
                    <a:pt x="544971" y="2578225"/>
                  </a:lnTo>
                  <a:lnTo>
                    <a:pt x="546377" y="2578225"/>
                  </a:lnTo>
                  <a:lnTo>
                    <a:pt x="539391" y="2566960"/>
                  </a:lnTo>
                  <a:lnTo>
                    <a:pt x="537326" y="2565400"/>
                  </a:lnTo>
                  <a:lnTo>
                    <a:pt x="526779" y="2552700"/>
                  </a:lnTo>
                  <a:lnTo>
                    <a:pt x="567118" y="2552700"/>
                  </a:lnTo>
                  <a:lnTo>
                    <a:pt x="545794" y="2540000"/>
                  </a:lnTo>
                  <a:lnTo>
                    <a:pt x="557557" y="2540000"/>
                  </a:lnTo>
                  <a:lnTo>
                    <a:pt x="545044" y="2527300"/>
                  </a:lnTo>
                  <a:close/>
                </a:path>
                <a:path w="4009390" h="3048000">
                  <a:moveTo>
                    <a:pt x="553096" y="2540000"/>
                  </a:moveTo>
                  <a:lnTo>
                    <a:pt x="545794" y="2540000"/>
                  </a:lnTo>
                  <a:lnTo>
                    <a:pt x="567118" y="2552700"/>
                  </a:lnTo>
                  <a:lnTo>
                    <a:pt x="582475" y="2565400"/>
                  </a:lnTo>
                  <a:lnTo>
                    <a:pt x="596867" y="2577790"/>
                  </a:lnTo>
                  <a:lnTo>
                    <a:pt x="597418" y="2578225"/>
                  </a:lnTo>
                  <a:lnTo>
                    <a:pt x="586595" y="2565400"/>
                  </a:lnTo>
                  <a:lnTo>
                    <a:pt x="567937" y="2552700"/>
                  </a:lnTo>
                  <a:lnTo>
                    <a:pt x="553096" y="2540000"/>
                  </a:lnTo>
                  <a:close/>
                </a:path>
                <a:path w="4009390" h="3048000">
                  <a:moveTo>
                    <a:pt x="3475629" y="2552700"/>
                  </a:moveTo>
                  <a:lnTo>
                    <a:pt x="3436696" y="2552700"/>
                  </a:lnTo>
                  <a:lnTo>
                    <a:pt x="3418112" y="2565400"/>
                  </a:lnTo>
                  <a:lnTo>
                    <a:pt x="3415676" y="2577790"/>
                  </a:lnTo>
                  <a:lnTo>
                    <a:pt x="3415590" y="2578225"/>
                  </a:lnTo>
                  <a:lnTo>
                    <a:pt x="3446765" y="2578225"/>
                  </a:lnTo>
                  <a:lnTo>
                    <a:pt x="3447388" y="2566960"/>
                  </a:lnTo>
                  <a:lnTo>
                    <a:pt x="3447474" y="2565400"/>
                  </a:lnTo>
                  <a:lnTo>
                    <a:pt x="3462786" y="2565400"/>
                  </a:lnTo>
                  <a:lnTo>
                    <a:pt x="3475629" y="2552700"/>
                  </a:lnTo>
                  <a:close/>
                </a:path>
                <a:path w="4009390" h="3048000">
                  <a:moveTo>
                    <a:pt x="527659" y="2552700"/>
                  </a:moveTo>
                  <a:lnTo>
                    <a:pt x="526779" y="2552700"/>
                  </a:lnTo>
                  <a:lnTo>
                    <a:pt x="537326" y="2565400"/>
                  </a:lnTo>
                  <a:lnTo>
                    <a:pt x="539391" y="2566960"/>
                  </a:lnTo>
                  <a:lnTo>
                    <a:pt x="538424" y="2565400"/>
                  </a:lnTo>
                  <a:lnTo>
                    <a:pt x="527659" y="2552700"/>
                  </a:lnTo>
                  <a:close/>
                </a:path>
                <a:path w="4009390" h="3048000">
                  <a:moveTo>
                    <a:pt x="3451950" y="2540000"/>
                  </a:moveTo>
                  <a:lnTo>
                    <a:pt x="3445710" y="2552700"/>
                  </a:lnTo>
                  <a:lnTo>
                    <a:pt x="3449417" y="2549218"/>
                  </a:lnTo>
                  <a:lnTo>
                    <a:pt x="3451950" y="2540000"/>
                  </a:lnTo>
                  <a:close/>
                </a:path>
                <a:path w="4009390" h="3048000">
                  <a:moveTo>
                    <a:pt x="3491661" y="2527300"/>
                  </a:moveTo>
                  <a:lnTo>
                    <a:pt x="3464926" y="2527300"/>
                  </a:lnTo>
                  <a:lnTo>
                    <a:pt x="3459230" y="2540000"/>
                  </a:lnTo>
                  <a:lnTo>
                    <a:pt x="3449417" y="2549218"/>
                  </a:lnTo>
                  <a:lnTo>
                    <a:pt x="3448460" y="2552700"/>
                  </a:lnTo>
                  <a:lnTo>
                    <a:pt x="3474334" y="2552700"/>
                  </a:lnTo>
                  <a:lnTo>
                    <a:pt x="3476210" y="2549218"/>
                  </a:lnTo>
                  <a:lnTo>
                    <a:pt x="3480843" y="2540000"/>
                  </a:lnTo>
                  <a:lnTo>
                    <a:pt x="3486753" y="2540000"/>
                  </a:lnTo>
                  <a:lnTo>
                    <a:pt x="3491661" y="2527300"/>
                  </a:lnTo>
                  <a:close/>
                </a:path>
                <a:path w="4009390" h="3048000">
                  <a:moveTo>
                    <a:pt x="3487480" y="2540000"/>
                  </a:moveTo>
                  <a:lnTo>
                    <a:pt x="3481178" y="2540000"/>
                  </a:lnTo>
                  <a:lnTo>
                    <a:pt x="3476118" y="2549218"/>
                  </a:lnTo>
                  <a:lnTo>
                    <a:pt x="3474334" y="2552700"/>
                  </a:lnTo>
                  <a:lnTo>
                    <a:pt x="3478244" y="2552700"/>
                  </a:lnTo>
                  <a:lnTo>
                    <a:pt x="3487480" y="2540000"/>
                  </a:lnTo>
                  <a:close/>
                </a:path>
                <a:path w="4009390" h="3048000">
                  <a:moveTo>
                    <a:pt x="3489704" y="2537131"/>
                  </a:moveTo>
                  <a:lnTo>
                    <a:pt x="3487480" y="2540000"/>
                  </a:lnTo>
                  <a:lnTo>
                    <a:pt x="3488141" y="2540000"/>
                  </a:lnTo>
                  <a:lnTo>
                    <a:pt x="3489704" y="2537131"/>
                  </a:lnTo>
                  <a:close/>
                </a:path>
                <a:path w="4009390" h="3048000">
                  <a:moveTo>
                    <a:pt x="3497328" y="2527300"/>
                  </a:moveTo>
                  <a:lnTo>
                    <a:pt x="3495063" y="2527300"/>
                  </a:lnTo>
                  <a:lnTo>
                    <a:pt x="3489704" y="2537131"/>
                  </a:lnTo>
                  <a:lnTo>
                    <a:pt x="3497328" y="2527300"/>
                  </a:lnTo>
                  <a:close/>
                </a:path>
                <a:path w="4009390" h="3048000">
                  <a:moveTo>
                    <a:pt x="374425" y="2362200"/>
                  </a:moveTo>
                  <a:lnTo>
                    <a:pt x="368009" y="2362200"/>
                  </a:lnTo>
                  <a:lnTo>
                    <a:pt x="375659" y="2374900"/>
                  </a:lnTo>
                  <a:lnTo>
                    <a:pt x="376436" y="2374900"/>
                  </a:lnTo>
                  <a:lnTo>
                    <a:pt x="378518" y="2378376"/>
                  </a:lnTo>
                  <a:lnTo>
                    <a:pt x="386106" y="2387600"/>
                  </a:lnTo>
                  <a:lnTo>
                    <a:pt x="393605" y="2387600"/>
                  </a:lnTo>
                  <a:lnTo>
                    <a:pt x="397978" y="2400307"/>
                  </a:lnTo>
                  <a:lnTo>
                    <a:pt x="405318" y="2400307"/>
                  </a:lnTo>
                  <a:lnTo>
                    <a:pt x="414959" y="2413000"/>
                  </a:lnTo>
                  <a:lnTo>
                    <a:pt x="393672" y="2413000"/>
                  </a:lnTo>
                  <a:lnTo>
                    <a:pt x="403749" y="2433098"/>
                  </a:lnTo>
                  <a:lnTo>
                    <a:pt x="410058" y="2438400"/>
                  </a:lnTo>
                  <a:lnTo>
                    <a:pt x="413228" y="2438400"/>
                  </a:lnTo>
                  <a:lnTo>
                    <a:pt x="424120" y="2451100"/>
                  </a:lnTo>
                  <a:lnTo>
                    <a:pt x="437169" y="2463361"/>
                  </a:lnTo>
                  <a:lnTo>
                    <a:pt x="437322" y="2463537"/>
                  </a:lnTo>
                  <a:lnTo>
                    <a:pt x="437881" y="2464043"/>
                  </a:lnTo>
                  <a:lnTo>
                    <a:pt x="438144" y="2464386"/>
                  </a:lnTo>
                  <a:lnTo>
                    <a:pt x="448675" y="2476500"/>
                  </a:lnTo>
                  <a:lnTo>
                    <a:pt x="446993" y="2476500"/>
                  </a:lnTo>
                  <a:lnTo>
                    <a:pt x="452963" y="2489200"/>
                  </a:lnTo>
                  <a:lnTo>
                    <a:pt x="456374" y="2489200"/>
                  </a:lnTo>
                  <a:lnTo>
                    <a:pt x="467389" y="2501900"/>
                  </a:lnTo>
                  <a:lnTo>
                    <a:pt x="474066" y="2514600"/>
                  </a:lnTo>
                  <a:lnTo>
                    <a:pt x="486378" y="2514600"/>
                  </a:lnTo>
                  <a:lnTo>
                    <a:pt x="495192" y="2527300"/>
                  </a:lnTo>
                  <a:lnTo>
                    <a:pt x="542895" y="2527300"/>
                  </a:lnTo>
                  <a:lnTo>
                    <a:pt x="529355" y="2514600"/>
                  </a:lnTo>
                  <a:lnTo>
                    <a:pt x="513279" y="2501900"/>
                  </a:lnTo>
                  <a:lnTo>
                    <a:pt x="495071" y="2476500"/>
                  </a:lnTo>
                  <a:lnTo>
                    <a:pt x="475196" y="2463836"/>
                  </a:lnTo>
                  <a:lnTo>
                    <a:pt x="475495" y="2463836"/>
                  </a:lnTo>
                  <a:lnTo>
                    <a:pt x="474116" y="2461324"/>
                  </a:lnTo>
                  <a:lnTo>
                    <a:pt x="462764" y="2451100"/>
                  </a:lnTo>
                  <a:lnTo>
                    <a:pt x="458805" y="2451100"/>
                  </a:lnTo>
                  <a:lnTo>
                    <a:pt x="386307" y="2374900"/>
                  </a:lnTo>
                  <a:lnTo>
                    <a:pt x="374425" y="2362200"/>
                  </a:lnTo>
                  <a:close/>
                </a:path>
                <a:path w="4009390" h="3048000">
                  <a:moveTo>
                    <a:pt x="3481041" y="2520228"/>
                  </a:moveTo>
                  <a:lnTo>
                    <a:pt x="3471704" y="2527300"/>
                  </a:lnTo>
                  <a:lnTo>
                    <a:pt x="3476673" y="2527300"/>
                  </a:lnTo>
                  <a:lnTo>
                    <a:pt x="3481041" y="2520228"/>
                  </a:lnTo>
                  <a:close/>
                </a:path>
                <a:path w="4009390" h="3048000">
                  <a:moveTo>
                    <a:pt x="3488472" y="2514600"/>
                  </a:moveTo>
                  <a:lnTo>
                    <a:pt x="3481041" y="2520228"/>
                  </a:lnTo>
                  <a:lnTo>
                    <a:pt x="3476673" y="2527300"/>
                  </a:lnTo>
                  <a:lnTo>
                    <a:pt x="3488472" y="2514600"/>
                  </a:lnTo>
                  <a:close/>
                </a:path>
                <a:path w="4009390" h="3048000">
                  <a:moveTo>
                    <a:pt x="3510826" y="2514600"/>
                  </a:moveTo>
                  <a:lnTo>
                    <a:pt x="3488472" y="2514600"/>
                  </a:lnTo>
                  <a:lnTo>
                    <a:pt x="3476673" y="2527300"/>
                  </a:lnTo>
                  <a:lnTo>
                    <a:pt x="3502126" y="2527300"/>
                  </a:lnTo>
                  <a:lnTo>
                    <a:pt x="3510826" y="2514600"/>
                  </a:lnTo>
                  <a:close/>
                </a:path>
                <a:path w="4009390" h="3048000">
                  <a:moveTo>
                    <a:pt x="3554327" y="2476500"/>
                  </a:moveTo>
                  <a:lnTo>
                    <a:pt x="3528655" y="2476500"/>
                  </a:lnTo>
                  <a:lnTo>
                    <a:pt x="3518906" y="2489200"/>
                  </a:lnTo>
                  <a:lnTo>
                    <a:pt x="3522027" y="2489200"/>
                  </a:lnTo>
                  <a:lnTo>
                    <a:pt x="3502729" y="2501900"/>
                  </a:lnTo>
                  <a:lnTo>
                    <a:pt x="3484518" y="2514600"/>
                  </a:lnTo>
                  <a:lnTo>
                    <a:pt x="3481041" y="2520228"/>
                  </a:lnTo>
                  <a:lnTo>
                    <a:pt x="3488472" y="2514600"/>
                  </a:lnTo>
                  <a:lnTo>
                    <a:pt x="3520342" y="2514600"/>
                  </a:lnTo>
                  <a:lnTo>
                    <a:pt x="3527211" y="2501900"/>
                  </a:lnTo>
                  <a:lnTo>
                    <a:pt x="3554327" y="2476500"/>
                  </a:lnTo>
                  <a:close/>
                </a:path>
                <a:path w="4009390" h="3048000">
                  <a:moveTo>
                    <a:pt x="3508820" y="2489200"/>
                  </a:moveTo>
                  <a:lnTo>
                    <a:pt x="3508225" y="2489200"/>
                  </a:lnTo>
                  <a:lnTo>
                    <a:pt x="3495753" y="2501900"/>
                  </a:lnTo>
                  <a:lnTo>
                    <a:pt x="3500426" y="2501900"/>
                  </a:lnTo>
                  <a:lnTo>
                    <a:pt x="3508820" y="2489200"/>
                  </a:lnTo>
                  <a:close/>
                </a:path>
                <a:path w="4009390" h="3048000">
                  <a:moveTo>
                    <a:pt x="448158" y="2484459"/>
                  </a:moveTo>
                  <a:lnTo>
                    <a:pt x="448852" y="2489200"/>
                  </a:lnTo>
                  <a:lnTo>
                    <a:pt x="452963" y="2489200"/>
                  </a:lnTo>
                  <a:lnTo>
                    <a:pt x="448158" y="2484459"/>
                  </a:lnTo>
                  <a:close/>
                </a:path>
                <a:path w="4009390" h="3048000">
                  <a:moveTo>
                    <a:pt x="446993" y="2476500"/>
                  </a:moveTo>
                  <a:lnTo>
                    <a:pt x="448158" y="2484459"/>
                  </a:lnTo>
                  <a:lnTo>
                    <a:pt x="452963" y="2489200"/>
                  </a:lnTo>
                  <a:lnTo>
                    <a:pt x="446993" y="2476500"/>
                  </a:lnTo>
                  <a:close/>
                </a:path>
                <a:path w="4009390" h="3048000">
                  <a:moveTo>
                    <a:pt x="394945" y="2425700"/>
                  </a:moveTo>
                  <a:lnTo>
                    <a:pt x="389637" y="2425700"/>
                  </a:lnTo>
                  <a:lnTo>
                    <a:pt x="395206" y="2435568"/>
                  </a:lnTo>
                  <a:lnTo>
                    <a:pt x="397411" y="2438400"/>
                  </a:lnTo>
                  <a:lnTo>
                    <a:pt x="405432" y="2438400"/>
                  </a:lnTo>
                  <a:lnTo>
                    <a:pt x="417165" y="2451100"/>
                  </a:lnTo>
                  <a:lnTo>
                    <a:pt x="428472" y="2463836"/>
                  </a:lnTo>
                  <a:lnTo>
                    <a:pt x="440091" y="2476500"/>
                  </a:lnTo>
                  <a:lnTo>
                    <a:pt x="448158" y="2484459"/>
                  </a:lnTo>
                  <a:lnTo>
                    <a:pt x="446993" y="2476500"/>
                  </a:lnTo>
                  <a:lnTo>
                    <a:pt x="448675" y="2476500"/>
                  </a:lnTo>
                  <a:lnTo>
                    <a:pt x="437839" y="2464043"/>
                  </a:lnTo>
                  <a:lnTo>
                    <a:pt x="437322" y="2463537"/>
                  </a:lnTo>
                  <a:lnTo>
                    <a:pt x="437169" y="2463361"/>
                  </a:lnTo>
                  <a:lnTo>
                    <a:pt x="434640" y="2461324"/>
                  </a:lnTo>
                  <a:lnTo>
                    <a:pt x="422249" y="2451100"/>
                  </a:lnTo>
                  <a:lnTo>
                    <a:pt x="406407" y="2438400"/>
                  </a:lnTo>
                  <a:lnTo>
                    <a:pt x="403749" y="2433098"/>
                  </a:lnTo>
                  <a:lnTo>
                    <a:pt x="394945" y="2425700"/>
                  </a:lnTo>
                  <a:close/>
                </a:path>
                <a:path w="4009390" h="3048000">
                  <a:moveTo>
                    <a:pt x="3625907" y="2377124"/>
                  </a:moveTo>
                  <a:lnTo>
                    <a:pt x="3613279" y="2387600"/>
                  </a:lnTo>
                  <a:lnTo>
                    <a:pt x="3606923" y="2400307"/>
                  </a:lnTo>
                  <a:lnTo>
                    <a:pt x="3600651" y="2413000"/>
                  </a:lnTo>
                  <a:lnTo>
                    <a:pt x="3586547" y="2424875"/>
                  </a:lnTo>
                  <a:lnTo>
                    <a:pt x="3586276" y="2425700"/>
                  </a:lnTo>
                  <a:lnTo>
                    <a:pt x="3577009" y="2425700"/>
                  </a:lnTo>
                  <a:lnTo>
                    <a:pt x="3566604" y="2438400"/>
                  </a:lnTo>
                  <a:lnTo>
                    <a:pt x="3566175" y="2438400"/>
                  </a:lnTo>
                  <a:lnTo>
                    <a:pt x="3562813" y="2451100"/>
                  </a:lnTo>
                  <a:lnTo>
                    <a:pt x="3552333" y="2451100"/>
                  </a:lnTo>
                  <a:lnTo>
                    <a:pt x="3544924" y="2463361"/>
                  </a:lnTo>
                  <a:lnTo>
                    <a:pt x="3544617" y="2463836"/>
                  </a:lnTo>
                  <a:lnTo>
                    <a:pt x="3530031" y="2476500"/>
                  </a:lnTo>
                  <a:lnTo>
                    <a:pt x="3560588" y="2476500"/>
                  </a:lnTo>
                  <a:lnTo>
                    <a:pt x="3566502" y="2464043"/>
                  </a:lnTo>
                  <a:lnTo>
                    <a:pt x="3566601" y="2463836"/>
                  </a:lnTo>
                  <a:lnTo>
                    <a:pt x="3576923" y="2463836"/>
                  </a:lnTo>
                  <a:lnTo>
                    <a:pt x="3589608" y="2451100"/>
                  </a:lnTo>
                  <a:lnTo>
                    <a:pt x="3607004" y="2425700"/>
                  </a:lnTo>
                  <a:lnTo>
                    <a:pt x="3630774" y="2400307"/>
                  </a:lnTo>
                  <a:lnTo>
                    <a:pt x="3637413" y="2400307"/>
                  </a:lnTo>
                  <a:lnTo>
                    <a:pt x="3646644" y="2387600"/>
                  </a:lnTo>
                  <a:lnTo>
                    <a:pt x="3622738" y="2387600"/>
                  </a:lnTo>
                  <a:lnTo>
                    <a:pt x="3625907" y="2377124"/>
                  </a:lnTo>
                  <a:close/>
                </a:path>
                <a:path w="4009390" h="3048000">
                  <a:moveTo>
                    <a:pt x="3565994" y="2466774"/>
                  </a:moveTo>
                  <a:lnTo>
                    <a:pt x="3561319" y="2476500"/>
                  </a:lnTo>
                  <a:lnTo>
                    <a:pt x="3563956" y="2476500"/>
                  </a:lnTo>
                  <a:lnTo>
                    <a:pt x="3565994" y="2466774"/>
                  </a:lnTo>
                  <a:close/>
                </a:path>
                <a:path w="4009390" h="3048000">
                  <a:moveTo>
                    <a:pt x="3567407" y="2463836"/>
                  </a:moveTo>
                  <a:lnTo>
                    <a:pt x="3566610" y="2463836"/>
                  </a:lnTo>
                  <a:lnTo>
                    <a:pt x="3565994" y="2466774"/>
                  </a:lnTo>
                  <a:lnTo>
                    <a:pt x="3567307" y="2464043"/>
                  </a:lnTo>
                  <a:lnTo>
                    <a:pt x="3567407" y="2463836"/>
                  </a:lnTo>
                  <a:close/>
                </a:path>
                <a:path w="4009390" h="3048000">
                  <a:moveTo>
                    <a:pt x="413753" y="2452632"/>
                  </a:moveTo>
                  <a:lnTo>
                    <a:pt x="422069" y="2463836"/>
                  </a:lnTo>
                  <a:lnTo>
                    <a:pt x="426038" y="2463836"/>
                  </a:lnTo>
                  <a:lnTo>
                    <a:pt x="413753" y="2452632"/>
                  </a:lnTo>
                  <a:close/>
                </a:path>
                <a:path w="4009390" h="3048000">
                  <a:moveTo>
                    <a:pt x="470490" y="2451100"/>
                  </a:moveTo>
                  <a:lnTo>
                    <a:pt x="468505" y="2451100"/>
                  </a:lnTo>
                  <a:lnTo>
                    <a:pt x="474116" y="2461324"/>
                  </a:lnTo>
                  <a:lnTo>
                    <a:pt x="476905" y="2463836"/>
                  </a:lnTo>
                  <a:lnTo>
                    <a:pt x="479268" y="2463836"/>
                  </a:lnTo>
                  <a:lnTo>
                    <a:pt x="470490" y="2451100"/>
                  </a:lnTo>
                  <a:close/>
                </a:path>
                <a:path w="4009390" h="3048000">
                  <a:moveTo>
                    <a:pt x="405432" y="2438400"/>
                  </a:moveTo>
                  <a:lnTo>
                    <a:pt x="404068" y="2438400"/>
                  </a:lnTo>
                  <a:lnTo>
                    <a:pt x="412072" y="2451100"/>
                  </a:lnTo>
                  <a:lnTo>
                    <a:pt x="413753" y="2452632"/>
                  </a:lnTo>
                  <a:lnTo>
                    <a:pt x="412615" y="2451100"/>
                  </a:lnTo>
                  <a:lnTo>
                    <a:pt x="405432" y="2438400"/>
                  </a:lnTo>
                  <a:close/>
                </a:path>
                <a:path w="4009390" h="3048000">
                  <a:moveTo>
                    <a:pt x="378492" y="2400307"/>
                  </a:moveTo>
                  <a:lnTo>
                    <a:pt x="375100" y="2400307"/>
                  </a:lnTo>
                  <a:lnTo>
                    <a:pt x="383727" y="2413000"/>
                  </a:lnTo>
                  <a:lnTo>
                    <a:pt x="377215" y="2413000"/>
                  </a:lnTo>
                  <a:lnTo>
                    <a:pt x="396804" y="2438400"/>
                  </a:lnTo>
                  <a:lnTo>
                    <a:pt x="395206" y="2435568"/>
                  </a:lnTo>
                  <a:lnTo>
                    <a:pt x="387524" y="2425700"/>
                  </a:lnTo>
                  <a:lnTo>
                    <a:pt x="394945" y="2425700"/>
                  </a:lnTo>
                  <a:lnTo>
                    <a:pt x="378492" y="2400307"/>
                  </a:lnTo>
                  <a:close/>
                </a:path>
                <a:path w="4009390" h="3048000">
                  <a:moveTo>
                    <a:pt x="389637" y="2425700"/>
                  </a:moveTo>
                  <a:lnTo>
                    <a:pt x="387524" y="2425700"/>
                  </a:lnTo>
                  <a:lnTo>
                    <a:pt x="395206" y="2435568"/>
                  </a:lnTo>
                  <a:lnTo>
                    <a:pt x="389637" y="2425700"/>
                  </a:lnTo>
                  <a:close/>
                </a:path>
                <a:path w="4009390" h="3048000">
                  <a:moveTo>
                    <a:pt x="378509" y="2400307"/>
                  </a:moveTo>
                  <a:lnTo>
                    <a:pt x="394945" y="2425700"/>
                  </a:lnTo>
                  <a:lnTo>
                    <a:pt x="403749" y="2433098"/>
                  </a:lnTo>
                  <a:lnTo>
                    <a:pt x="393672" y="2413000"/>
                  </a:lnTo>
                  <a:lnTo>
                    <a:pt x="390498" y="2413000"/>
                  </a:lnTo>
                  <a:lnTo>
                    <a:pt x="378509" y="2400307"/>
                  </a:lnTo>
                  <a:close/>
                </a:path>
                <a:path w="4009390" h="3048000">
                  <a:moveTo>
                    <a:pt x="3590446" y="2413000"/>
                  </a:moveTo>
                  <a:lnTo>
                    <a:pt x="3590038" y="2413000"/>
                  </a:lnTo>
                  <a:lnTo>
                    <a:pt x="3585568" y="2425700"/>
                  </a:lnTo>
                  <a:lnTo>
                    <a:pt x="3586547" y="2424875"/>
                  </a:lnTo>
                  <a:lnTo>
                    <a:pt x="3590446" y="2413000"/>
                  </a:lnTo>
                  <a:close/>
                </a:path>
                <a:path w="4009390" h="3048000">
                  <a:moveTo>
                    <a:pt x="372841" y="2405592"/>
                  </a:moveTo>
                  <a:lnTo>
                    <a:pt x="375573" y="2413000"/>
                  </a:lnTo>
                  <a:lnTo>
                    <a:pt x="377215" y="2413000"/>
                  </a:lnTo>
                  <a:lnTo>
                    <a:pt x="372841" y="2405592"/>
                  </a:lnTo>
                  <a:close/>
                </a:path>
                <a:path w="4009390" h="3048000">
                  <a:moveTo>
                    <a:pt x="378518" y="2378376"/>
                  </a:moveTo>
                  <a:lnTo>
                    <a:pt x="384044" y="2387600"/>
                  </a:lnTo>
                  <a:lnTo>
                    <a:pt x="368289" y="2387600"/>
                  </a:lnTo>
                  <a:lnTo>
                    <a:pt x="378509" y="2400307"/>
                  </a:lnTo>
                  <a:lnTo>
                    <a:pt x="390498" y="2413000"/>
                  </a:lnTo>
                  <a:lnTo>
                    <a:pt x="414959" y="2413000"/>
                  </a:lnTo>
                  <a:lnTo>
                    <a:pt x="403618" y="2400307"/>
                  </a:lnTo>
                  <a:lnTo>
                    <a:pt x="395848" y="2400307"/>
                  </a:lnTo>
                  <a:lnTo>
                    <a:pt x="386106" y="2387600"/>
                  </a:lnTo>
                  <a:lnTo>
                    <a:pt x="378518" y="2378376"/>
                  </a:lnTo>
                  <a:close/>
                </a:path>
                <a:path w="4009390" h="3048000">
                  <a:moveTo>
                    <a:pt x="405318" y="2400307"/>
                  </a:moveTo>
                  <a:lnTo>
                    <a:pt x="403618" y="2400307"/>
                  </a:lnTo>
                  <a:lnTo>
                    <a:pt x="414959" y="2413000"/>
                  </a:lnTo>
                  <a:lnTo>
                    <a:pt x="405318" y="2400307"/>
                  </a:lnTo>
                  <a:close/>
                </a:path>
                <a:path w="4009390" h="3048000">
                  <a:moveTo>
                    <a:pt x="370891" y="2400307"/>
                  </a:moveTo>
                  <a:lnTo>
                    <a:pt x="369719" y="2400307"/>
                  </a:lnTo>
                  <a:lnTo>
                    <a:pt x="372841" y="2405592"/>
                  </a:lnTo>
                  <a:lnTo>
                    <a:pt x="370891" y="2400307"/>
                  </a:lnTo>
                  <a:close/>
                </a:path>
                <a:path w="4009390" h="3048000">
                  <a:moveTo>
                    <a:pt x="350324" y="2374900"/>
                  </a:moveTo>
                  <a:lnTo>
                    <a:pt x="343347" y="2374900"/>
                  </a:lnTo>
                  <a:lnTo>
                    <a:pt x="347364" y="2387600"/>
                  </a:lnTo>
                  <a:lnTo>
                    <a:pt x="356159" y="2400307"/>
                  </a:lnTo>
                  <a:lnTo>
                    <a:pt x="358044" y="2400307"/>
                  </a:lnTo>
                  <a:lnTo>
                    <a:pt x="356459" y="2387600"/>
                  </a:lnTo>
                  <a:lnTo>
                    <a:pt x="354735" y="2387600"/>
                  </a:lnTo>
                  <a:lnTo>
                    <a:pt x="350324" y="2374900"/>
                  </a:lnTo>
                  <a:close/>
                </a:path>
                <a:path w="4009390" h="3048000">
                  <a:moveTo>
                    <a:pt x="360575" y="2387600"/>
                  </a:moveTo>
                  <a:lnTo>
                    <a:pt x="356459" y="2387600"/>
                  </a:lnTo>
                  <a:lnTo>
                    <a:pt x="365189" y="2400307"/>
                  </a:lnTo>
                  <a:lnTo>
                    <a:pt x="366558" y="2400307"/>
                  </a:lnTo>
                  <a:lnTo>
                    <a:pt x="360575" y="2387600"/>
                  </a:lnTo>
                  <a:close/>
                </a:path>
                <a:path w="4009390" h="3048000">
                  <a:moveTo>
                    <a:pt x="362936" y="2387600"/>
                  </a:moveTo>
                  <a:lnTo>
                    <a:pt x="362235" y="2387600"/>
                  </a:lnTo>
                  <a:lnTo>
                    <a:pt x="368617" y="2400307"/>
                  </a:lnTo>
                  <a:lnTo>
                    <a:pt x="371098" y="2400307"/>
                  </a:lnTo>
                  <a:lnTo>
                    <a:pt x="370135" y="2397828"/>
                  </a:lnTo>
                  <a:lnTo>
                    <a:pt x="362936" y="2387600"/>
                  </a:lnTo>
                  <a:close/>
                </a:path>
                <a:path w="4009390" h="3048000">
                  <a:moveTo>
                    <a:pt x="368289" y="2387600"/>
                  </a:moveTo>
                  <a:lnTo>
                    <a:pt x="366163" y="2387600"/>
                  </a:lnTo>
                  <a:lnTo>
                    <a:pt x="370135" y="2397828"/>
                  </a:lnTo>
                  <a:lnTo>
                    <a:pt x="371880" y="2400307"/>
                  </a:lnTo>
                  <a:lnTo>
                    <a:pt x="368289" y="2387600"/>
                  </a:lnTo>
                  <a:close/>
                </a:path>
                <a:path w="4009390" h="3048000">
                  <a:moveTo>
                    <a:pt x="368009" y="2362200"/>
                  </a:moveTo>
                  <a:lnTo>
                    <a:pt x="371090" y="2370840"/>
                  </a:lnTo>
                  <a:lnTo>
                    <a:pt x="375105" y="2374900"/>
                  </a:lnTo>
                  <a:lnTo>
                    <a:pt x="355446" y="2374900"/>
                  </a:lnTo>
                  <a:lnTo>
                    <a:pt x="357928" y="2380484"/>
                  </a:lnTo>
                  <a:lnTo>
                    <a:pt x="370135" y="2397828"/>
                  </a:lnTo>
                  <a:lnTo>
                    <a:pt x="366163" y="2387600"/>
                  </a:lnTo>
                  <a:lnTo>
                    <a:pt x="384044" y="2387600"/>
                  </a:lnTo>
                  <a:lnTo>
                    <a:pt x="378518" y="2378376"/>
                  </a:lnTo>
                  <a:lnTo>
                    <a:pt x="375659" y="2374900"/>
                  </a:lnTo>
                  <a:lnTo>
                    <a:pt x="368009" y="2362200"/>
                  </a:lnTo>
                  <a:close/>
                </a:path>
                <a:path w="4009390" h="3048000">
                  <a:moveTo>
                    <a:pt x="350324" y="2374900"/>
                  </a:moveTo>
                  <a:lnTo>
                    <a:pt x="354735" y="2387600"/>
                  </a:lnTo>
                  <a:lnTo>
                    <a:pt x="359482" y="2387600"/>
                  </a:lnTo>
                  <a:lnTo>
                    <a:pt x="350324" y="2374900"/>
                  </a:lnTo>
                  <a:close/>
                </a:path>
                <a:path w="4009390" h="3048000">
                  <a:moveTo>
                    <a:pt x="353997" y="2374900"/>
                  </a:moveTo>
                  <a:lnTo>
                    <a:pt x="350324" y="2374900"/>
                  </a:lnTo>
                  <a:lnTo>
                    <a:pt x="359482" y="2387600"/>
                  </a:lnTo>
                  <a:lnTo>
                    <a:pt x="361089" y="2387600"/>
                  </a:lnTo>
                  <a:lnTo>
                    <a:pt x="357928" y="2380484"/>
                  </a:lnTo>
                  <a:lnTo>
                    <a:pt x="353997" y="2374900"/>
                  </a:lnTo>
                  <a:close/>
                </a:path>
                <a:path w="4009390" h="3048000">
                  <a:moveTo>
                    <a:pt x="3628588" y="2374900"/>
                  </a:moveTo>
                  <a:lnTo>
                    <a:pt x="3625907" y="2377124"/>
                  </a:lnTo>
                  <a:lnTo>
                    <a:pt x="3622738" y="2387600"/>
                  </a:lnTo>
                  <a:lnTo>
                    <a:pt x="3628588" y="2374900"/>
                  </a:lnTo>
                  <a:close/>
                </a:path>
                <a:path w="4009390" h="3048000">
                  <a:moveTo>
                    <a:pt x="3655399" y="2374900"/>
                  </a:moveTo>
                  <a:lnTo>
                    <a:pt x="3628588" y="2374900"/>
                  </a:lnTo>
                  <a:lnTo>
                    <a:pt x="3622738" y="2387600"/>
                  </a:lnTo>
                  <a:lnTo>
                    <a:pt x="3646644" y="2387600"/>
                  </a:lnTo>
                  <a:lnTo>
                    <a:pt x="3655399" y="2374900"/>
                  </a:lnTo>
                  <a:close/>
                </a:path>
                <a:path w="4009390" h="3048000">
                  <a:moveTo>
                    <a:pt x="362545" y="2362200"/>
                  </a:moveTo>
                  <a:lnTo>
                    <a:pt x="347299" y="2362200"/>
                  </a:lnTo>
                  <a:lnTo>
                    <a:pt x="353997" y="2374900"/>
                  </a:lnTo>
                  <a:lnTo>
                    <a:pt x="357928" y="2380484"/>
                  </a:lnTo>
                  <a:lnTo>
                    <a:pt x="355446" y="2374900"/>
                  </a:lnTo>
                  <a:lnTo>
                    <a:pt x="372538" y="2374900"/>
                  </a:lnTo>
                  <a:lnTo>
                    <a:pt x="372119" y="2373724"/>
                  </a:lnTo>
                  <a:lnTo>
                    <a:pt x="369471" y="2369202"/>
                  </a:lnTo>
                  <a:lnTo>
                    <a:pt x="362545" y="2362200"/>
                  </a:lnTo>
                  <a:close/>
                </a:path>
                <a:path w="4009390" h="3048000">
                  <a:moveTo>
                    <a:pt x="3672909" y="2349500"/>
                  </a:moveTo>
                  <a:lnTo>
                    <a:pt x="3650742" y="2349500"/>
                  </a:lnTo>
                  <a:lnTo>
                    <a:pt x="3636963" y="2362200"/>
                  </a:lnTo>
                  <a:lnTo>
                    <a:pt x="3626579" y="2374900"/>
                  </a:lnTo>
                  <a:lnTo>
                    <a:pt x="3625907" y="2377124"/>
                  </a:lnTo>
                  <a:lnTo>
                    <a:pt x="3628588" y="2374900"/>
                  </a:lnTo>
                  <a:lnTo>
                    <a:pt x="3652567" y="2374900"/>
                  </a:lnTo>
                  <a:lnTo>
                    <a:pt x="3661461" y="2366106"/>
                  </a:lnTo>
                  <a:lnTo>
                    <a:pt x="3663839" y="2362200"/>
                  </a:lnTo>
                  <a:lnTo>
                    <a:pt x="3664154" y="2362200"/>
                  </a:lnTo>
                  <a:lnTo>
                    <a:pt x="3672909" y="2349500"/>
                  </a:lnTo>
                  <a:close/>
                </a:path>
                <a:path w="4009390" h="3048000">
                  <a:moveTo>
                    <a:pt x="335860" y="2366526"/>
                  </a:moveTo>
                  <a:lnTo>
                    <a:pt x="339448" y="2374900"/>
                  </a:lnTo>
                  <a:lnTo>
                    <a:pt x="341325" y="2374900"/>
                  </a:lnTo>
                  <a:lnTo>
                    <a:pt x="340490" y="2371116"/>
                  </a:lnTo>
                  <a:lnTo>
                    <a:pt x="335860" y="2366526"/>
                  </a:lnTo>
                  <a:close/>
                </a:path>
                <a:path w="4009390" h="3048000">
                  <a:moveTo>
                    <a:pt x="340490" y="2371116"/>
                  </a:moveTo>
                  <a:lnTo>
                    <a:pt x="341325" y="2374900"/>
                  </a:lnTo>
                  <a:lnTo>
                    <a:pt x="344305" y="2374900"/>
                  </a:lnTo>
                  <a:lnTo>
                    <a:pt x="340490" y="2371116"/>
                  </a:lnTo>
                  <a:close/>
                </a:path>
                <a:path w="4009390" h="3048000">
                  <a:moveTo>
                    <a:pt x="338839" y="2363643"/>
                  </a:moveTo>
                  <a:lnTo>
                    <a:pt x="340429" y="2370840"/>
                  </a:lnTo>
                  <a:lnTo>
                    <a:pt x="340490" y="2371116"/>
                  </a:lnTo>
                  <a:lnTo>
                    <a:pt x="344305" y="2374900"/>
                  </a:lnTo>
                  <a:lnTo>
                    <a:pt x="347304" y="2374900"/>
                  </a:lnTo>
                  <a:lnTo>
                    <a:pt x="338839" y="2363643"/>
                  </a:lnTo>
                  <a:close/>
                </a:path>
                <a:path w="4009390" h="3048000">
                  <a:moveTo>
                    <a:pt x="372119" y="2373724"/>
                  </a:moveTo>
                  <a:lnTo>
                    <a:pt x="372538" y="2374900"/>
                  </a:lnTo>
                  <a:lnTo>
                    <a:pt x="372807" y="2374900"/>
                  </a:lnTo>
                  <a:lnTo>
                    <a:pt x="372119" y="2373724"/>
                  </a:lnTo>
                  <a:close/>
                </a:path>
                <a:path w="4009390" h="3048000">
                  <a:moveTo>
                    <a:pt x="371090" y="2370840"/>
                  </a:moveTo>
                  <a:lnTo>
                    <a:pt x="372119" y="2373724"/>
                  </a:lnTo>
                  <a:lnTo>
                    <a:pt x="372807" y="2374900"/>
                  </a:lnTo>
                  <a:lnTo>
                    <a:pt x="375105" y="2374900"/>
                  </a:lnTo>
                  <a:lnTo>
                    <a:pt x="371090" y="2370840"/>
                  </a:lnTo>
                  <a:close/>
                </a:path>
                <a:path w="4009390" h="3048000">
                  <a:moveTo>
                    <a:pt x="3661222" y="2366526"/>
                  </a:moveTo>
                  <a:lnTo>
                    <a:pt x="3659327" y="2369202"/>
                  </a:lnTo>
                  <a:lnTo>
                    <a:pt x="3655399" y="2374900"/>
                  </a:lnTo>
                  <a:lnTo>
                    <a:pt x="3656157" y="2374900"/>
                  </a:lnTo>
                  <a:lnTo>
                    <a:pt x="3661222" y="2366526"/>
                  </a:lnTo>
                  <a:close/>
                </a:path>
                <a:path w="4009390" h="3048000">
                  <a:moveTo>
                    <a:pt x="3667959" y="2362200"/>
                  </a:moveTo>
                  <a:lnTo>
                    <a:pt x="3665413" y="2362200"/>
                  </a:lnTo>
                  <a:lnTo>
                    <a:pt x="3664279" y="2363321"/>
                  </a:lnTo>
                  <a:lnTo>
                    <a:pt x="3661535" y="2374900"/>
                  </a:lnTo>
                  <a:lnTo>
                    <a:pt x="3667959" y="2362200"/>
                  </a:lnTo>
                  <a:close/>
                </a:path>
                <a:path w="4009390" h="3048000">
                  <a:moveTo>
                    <a:pt x="369471" y="2369202"/>
                  </a:moveTo>
                  <a:lnTo>
                    <a:pt x="372119" y="2373724"/>
                  </a:lnTo>
                  <a:lnTo>
                    <a:pt x="371189" y="2371116"/>
                  </a:lnTo>
                  <a:lnTo>
                    <a:pt x="371090" y="2370840"/>
                  </a:lnTo>
                  <a:lnTo>
                    <a:pt x="369471" y="2369202"/>
                  </a:lnTo>
                  <a:close/>
                </a:path>
                <a:path w="4009390" h="3048000">
                  <a:moveTo>
                    <a:pt x="333537" y="2311434"/>
                  </a:moveTo>
                  <a:lnTo>
                    <a:pt x="301395" y="2311434"/>
                  </a:lnTo>
                  <a:lnTo>
                    <a:pt x="313302" y="2324100"/>
                  </a:lnTo>
                  <a:lnTo>
                    <a:pt x="324064" y="2336800"/>
                  </a:lnTo>
                  <a:lnTo>
                    <a:pt x="326712" y="2340979"/>
                  </a:lnTo>
                  <a:lnTo>
                    <a:pt x="335897" y="2349500"/>
                  </a:lnTo>
                  <a:lnTo>
                    <a:pt x="358376" y="2349500"/>
                  </a:lnTo>
                  <a:lnTo>
                    <a:pt x="365370" y="2362200"/>
                  </a:lnTo>
                  <a:lnTo>
                    <a:pt x="369471" y="2369202"/>
                  </a:lnTo>
                  <a:lnTo>
                    <a:pt x="371090" y="2370840"/>
                  </a:lnTo>
                  <a:lnTo>
                    <a:pt x="368009" y="2362200"/>
                  </a:lnTo>
                  <a:lnTo>
                    <a:pt x="374425" y="2362200"/>
                  </a:lnTo>
                  <a:lnTo>
                    <a:pt x="350662" y="2336800"/>
                  </a:lnTo>
                  <a:lnTo>
                    <a:pt x="333637" y="2311582"/>
                  </a:lnTo>
                  <a:lnTo>
                    <a:pt x="333537" y="2311434"/>
                  </a:lnTo>
                  <a:close/>
                </a:path>
                <a:path w="4009390" h="3048000">
                  <a:moveTo>
                    <a:pt x="319726" y="2336800"/>
                  </a:moveTo>
                  <a:lnTo>
                    <a:pt x="316349" y="2336800"/>
                  </a:lnTo>
                  <a:lnTo>
                    <a:pt x="322778" y="2349500"/>
                  </a:lnTo>
                  <a:lnTo>
                    <a:pt x="323828" y="2349500"/>
                  </a:lnTo>
                  <a:lnTo>
                    <a:pt x="325434" y="2353367"/>
                  </a:lnTo>
                  <a:lnTo>
                    <a:pt x="331497" y="2362200"/>
                  </a:lnTo>
                  <a:lnTo>
                    <a:pt x="335860" y="2366526"/>
                  </a:lnTo>
                  <a:lnTo>
                    <a:pt x="334007" y="2362200"/>
                  </a:lnTo>
                  <a:lnTo>
                    <a:pt x="337754" y="2362200"/>
                  </a:lnTo>
                  <a:lnTo>
                    <a:pt x="335620" y="2358090"/>
                  </a:lnTo>
                  <a:lnTo>
                    <a:pt x="328014" y="2349500"/>
                  </a:lnTo>
                  <a:lnTo>
                    <a:pt x="319726" y="2336800"/>
                  </a:lnTo>
                  <a:close/>
                </a:path>
                <a:path w="4009390" h="3048000">
                  <a:moveTo>
                    <a:pt x="3664154" y="2362200"/>
                  </a:moveTo>
                  <a:lnTo>
                    <a:pt x="3663839" y="2362200"/>
                  </a:lnTo>
                  <a:lnTo>
                    <a:pt x="3661580" y="2365934"/>
                  </a:lnTo>
                  <a:lnTo>
                    <a:pt x="3664154" y="2362200"/>
                  </a:lnTo>
                  <a:close/>
                </a:path>
                <a:path w="4009390" h="3048000">
                  <a:moveTo>
                    <a:pt x="3664544" y="2362200"/>
                  </a:moveTo>
                  <a:lnTo>
                    <a:pt x="3664154" y="2362200"/>
                  </a:lnTo>
                  <a:lnTo>
                    <a:pt x="3661580" y="2365934"/>
                  </a:lnTo>
                  <a:lnTo>
                    <a:pt x="3664279" y="2363321"/>
                  </a:lnTo>
                  <a:lnTo>
                    <a:pt x="3664544" y="2362200"/>
                  </a:lnTo>
                  <a:close/>
                </a:path>
                <a:path w="4009390" h="3048000">
                  <a:moveTo>
                    <a:pt x="338521" y="2362200"/>
                  </a:moveTo>
                  <a:lnTo>
                    <a:pt x="337754" y="2362200"/>
                  </a:lnTo>
                  <a:lnTo>
                    <a:pt x="338839" y="2363643"/>
                  </a:lnTo>
                  <a:lnTo>
                    <a:pt x="338521" y="2362200"/>
                  </a:lnTo>
                  <a:close/>
                </a:path>
                <a:path w="4009390" h="3048000">
                  <a:moveTo>
                    <a:pt x="3665413" y="2362200"/>
                  </a:moveTo>
                  <a:lnTo>
                    <a:pt x="3664544" y="2362200"/>
                  </a:lnTo>
                  <a:lnTo>
                    <a:pt x="3664279" y="2363321"/>
                  </a:lnTo>
                  <a:lnTo>
                    <a:pt x="3665413" y="2362200"/>
                  </a:lnTo>
                  <a:close/>
                </a:path>
                <a:path w="4009390" h="3048000">
                  <a:moveTo>
                    <a:pt x="285861" y="2301867"/>
                  </a:moveTo>
                  <a:lnTo>
                    <a:pt x="287961" y="2309628"/>
                  </a:lnTo>
                  <a:lnTo>
                    <a:pt x="289514" y="2311434"/>
                  </a:lnTo>
                  <a:lnTo>
                    <a:pt x="303505" y="2336800"/>
                  </a:lnTo>
                  <a:lnTo>
                    <a:pt x="314795" y="2349500"/>
                  </a:lnTo>
                  <a:lnTo>
                    <a:pt x="328630" y="2362200"/>
                  </a:lnTo>
                  <a:lnTo>
                    <a:pt x="329100" y="2362200"/>
                  </a:lnTo>
                  <a:lnTo>
                    <a:pt x="325434" y="2353367"/>
                  </a:lnTo>
                  <a:lnTo>
                    <a:pt x="322778" y="2349500"/>
                  </a:lnTo>
                  <a:lnTo>
                    <a:pt x="318302" y="2349500"/>
                  </a:lnTo>
                  <a:lnTo>
                    <a:pt x="312161" y="2336800"/>
                  </a:lnTo>
                  <a:lnTo>
                    <a:pt x="312467" y="2336800"/>
                  </a:lnTo>
                  <a:lnTo>
                    <a:pt x="305330" y="2324100"/>
                  </a:lnTo>
                  <a:lnTo>
                    <a:pt x="299976" y="2324100"/>
                  </a:lnTo>
                  <a:lnTo>
                    <a:pt x="298026" y="2319609"/>
                  </a:lnTo>
                  <a:lnTo>
                    <a:pt x="290969" y="2311434"/>
                  </a:lnTo>
                  <a:lnTo>
                    <a:pt x="285861" y="2301867"/>
                  </a:lnTo>
                  <a:close/>
                </a:path>
                <a:path w="4009390" h="3048000">
                  <a:moveTo>
                    <a:pt x="325434" y="2353367"/>
                  </a:moveTo>
                  <a:lnTo>
                    <a:pt x="329100" y="2362200"/>
                  </a:lnTo>
                  <a:lnTo>
                    <a:pt x="331497" y="2362200"/>
                  </a:lnTo>
                  <a:lnTo>
                    <a:pt x="325434" y="2353367"/>
                  </a:lnTo>
                  <a:close/>
                </a:path>
                <a:path w="4009390" h="3048000">
                  <a:moveTo>
                    <a:pt x="300498" y="2311434"/>
                  </a:moveTo>
                  <a:lnTo>
                    <a:pt x="298813" y="2311434"/>
                  </a:lnTo>
                  <a:lnTo>
                    <a:pt x="307149" y="2324100"/>
                  </a:lnTo>
                  <a:lnTo>
                    <a:pt x="305468" y="2324100"/>
                  </a:lnTo>
                  <a:lnTo>
                    <a:pt x="312467" y="2336800"/>
                  </a:lnTo>
                  <a:lnTo>
                    <a:pt x="319726" y="2336800"/>
                  </a:lnTo>
                  <a:lnTo>
                    <a:pt x="331159" y="2349500"/>
                  </a:lnTo>
                  <a:lnTo>
                    <a:pt x="335620" y="2358090"/>
                  </a:lnTo>
                  <a:lnTo>
                    <a:pt x="339258" y="2362200"/>
                  </a:lnTo>
                  <a:lnTo>
                    <a:pt x="360906" y="2362200"/>
                  </a:lnTo>
                  <a:lnTo>
                    <a:pt x="356077" y="2349500"/>
                  </a:lnTo>
                  <a:lnTo>
                    <a:pt x="332110" y="2349500"/>
                  </a:lnTo>
                  <a:lnTo>
                    <a:pt x="326712" y="2340979"/>
                  </a:lnTo>
                  <a:lnTo>
                    <a:pt x="322207" y="2336800"/>
                  </a:lnTo>
                  <a:lnTo>
                    <a:pt x="310832" y="2324100"/>
                  </a:lnTo>
                  <a:lnTo>
                    <a:pt x="300619" y="2311582"/>
                  </a:lnTo>
                  <a:lnTo>
                    <a:pt x="300498" y="2311434"/>
                  </a:lnTo>
                  <a:close/>
                </a:path>
                <a:path w="4009390" h="3048000">
                  <a:moveTo>
                    <a:pt x="3671697" y="2357437"/>
                  </a:moveTo>
                  <a:lnTo>
                    <a:pt x="3667959" y="2362200"/>
                  </a:lnTo>
                  <a:lnTo>
                    <a:pt x="3670970" y="2362200"/>
                  </a:lnTo>
                  <a:lnTo>
                    <a:pt x="3671597" y="2358090"/>
                  </a:lnTo>
                  <a:lnTo>
                    <a:pt x="3671697" y="2357437"/>
                  </a:lnTo>
                  <a:close/>
                </a:path>
                <a:path w="4009390" h="3048000">
                  <a:moveTo>
                    <a:pt x="319726" y="2336800"/>
                  </a:moveTo>
                  <a:lnTo>
                    <a:pt x="328014" y="2349500"/>
                  </a:lnTo>
                  <a:lnTo>
                    <a:pt x="335620" y="2358090"/>
                  </a:lnTo>
                  <a:lnTo>
                    <a:pt x="331159" y="2349500"/>
                  </a:lnTo>
                  <a:lnTo>
                    <a:pt x="319726" y="2336800"/>
                  </a:lnTo>
                  <a:close/>
                </a:path>
                <a:path w="4009390" h="3048000">
                  <a:moveTo>
                    <a:pt x="3828987" y="2133600"/>
                  </a:moveTo>
                  <a:lnTo>
                    <a:pt x="3807996" y="2133600"/>
                  </a:lnTo>
                  <a:lnTo>
                    <a:pt x="3797891" y="2146300"/>
                  </a:lnTo>
                  <a:lnTo>
                    <a:pt x="3782648" y="2171700"/>
                  </a:lnTo>
                  <a:lnTo>
                    <a:pt x="3762964" y="2197100"/>
                  </a:lnTo>
                  <a:lnTo>
                    <a:pt x="3759814" y="2209800"/>
                  </a:lnTo>
                  <a:lnTo>
                    <a:pt x="3747818" y="2222500"/>
                  </a:lnTo>
                  <a:lnTo>
                    <a:pt x="3733257" y="2247900"/>
                  </a:lnTo>
                  <a:lnTo>
                    <a:pt x="3722410" y="2260600"/>
                  </a:lnTo>
                  <a:lnTo>
                    <a:pt x="3719697" y="2260600"/>
                  </a:lnTo>
                  <a:lnTo>
                    <a:pt x="3713555" y="2273300"/>
                  </a:lnTo>
                  <a:lnTo>
                    <a:pt x="3705642" y="2286000"/>
                  </a:lnTo>
                  <a:lnTo>
                    <a:pt x="3699695" y="2295406"/>
                  </a:lnTo>
                  <a:lnTo>
                    <a:pt x="3698795" y="2298700"/>
                  </a:lnTo>
                  <a:lnTo>
                    <a:pt x="3690628" y="2298700"/>
                  </a:lnTo>
                  <a:lnTo>
                    <a:pt x="3684578" y="2311184"/>
                  </a:lnTo>
                  <a:lnTo>
                    <a:pt x="3684453" y="2311434"/>
                  </a:lnTo>
                  <a:lnTo>
                    <a:pt x="3676792" y="2324100"/>
                  </a:lnTo>
                  <a:lnTo>
                    <a:pt x="3671654" y="2324100"/>
                  </a:lnTo>
                  <a:lnTo>
                    <a:pt x="3664875" y="2336800"/>
                  </a:lnTo>
                  <a:lnTo>
                    <a:pt x="3652271" y="2349500"/>
                  </a:lnTo>
                  <a:lnTo>
                    <a:pt x="3672909" y="2349500"/>
                  </a:lnTo>
                  <a:lnTo>
                    <a:pt x="3671697" y="2357437"/>
                  </a:lnTo>
                  <a:lnTo>
                    <a:pt x="3697863" y="2324100"/>
                  </a:lnTo>
                  <a:lnTo>
                    <a:pt x="3724027" y="2298700"/>
                  </a:lnTo>
                  <a:lnTo>
                    <a:pt x="3749040" y="2260600"/>
                  </a:lnTo>
                  <a:lnTo>
                    <a:pt x="3775495" y="2222500"/>
                  </a:lnTo>
                  <a:lnTo>
                    <a:pt x="3780361" y="2222500"/>
                  </a:lnTo>
                  <a:lnTo>
                    <a:pt x="3790618" y="2197100"/>
                  </a:lnTo>
                  <a:lnTo>
                    <a:pt x="3800609" y="2184400"/>
                  </a:lnTo>
                  <a:lnTo>
                    <a:pt x="3803762" y="2184400"/>
                  </a:lnTo>
                  <a:lnTo>
                    <a:pt x="3809956" y="2171700"/>
                  </a:lnTo>
                  <a:lnTo>
                    <a:pt x="3819589" y="2159000"/>
                  </a:lnTo>
                  <a:lnTo>
                    <a:pt x="3828987" y="2133600"/>
                  </a:lnTo>
                  <a:close/>
                </a:path>
                <a:path w="4009390" h="3048000">
                  <a:moveTo>
                    <a:pt x="316349" y="2336800"/>
                  </a:moveTo>
                  <a:lnTo>
                    <a:pt x="312161" y="2336800"/>
                  </a:lnTo>
                  <a:lnTo>
                    <a:pt x="318302" y="2349500"/>
                  </a:lnTo>
                  <a:lnTo>
                    <a:pt x="322778" y="2349500"/>
                  </a:lnTo>
                  <a:lnTo>
                    <a:pt x="316349" y="2336800"/>
                  </a:lnTo>
                  <a:close/>
                </a:path>
                <a:path w="4009390" h="3048000">
                  <a:moveTo>
                    <a:pt x="305619" y="2273300"/>
                  </a:moveTo>
                  <a:lnTo>
                    <a:pt x="260624" y="2273300"/>
                  </a:lnTo>
                  <a:lnTo>
                    <a:pt x="266287" y="2283759"/>
                  </a:lnTo>
                  <a:lnTo>
                    <a:pt x="268730" y="2286000"/>
                  </a:lnTo>
                  <a:lnTo>
                    <a:pt x="282984" y="2286000"/>
                  </a:lnTo>
                  <a:lnTo>
                    <a:pt x="288164" y="2298700"/>
                  </a:lnTo>
                  <a:lnTo>
                    <a:pt x="289819" y="2298700"/>
                  </a:lnTo>
                  <a:lnTo>
                    <a:pt x="300498" y="2311434"/>
                  </a:lnTo>
                  <a:lnTo>
                    <a:pt x="310832" y="2324100"/>
                  </a:lnTo>
                  <a:lnTo>
                    <a:pt x="322207" y="2336800"/>
                  </a:lnTo>
                  <a:lnTo>
                    <a:pt x="326712" y="2340979"/>
                  </a:lnTo>
                  <a:lnTo>
                    <a:pt x="324064" y="2336800"/>
                  </a:lnTo>
                  <a:lnTo>
                    <a:pt x="313302" y="2324100"/>
                  </a:lnTo>
                  <a:lnTo>
                    <a:pt x="301395" y="2311434"/>
                  </a:lnTo>
                  <a:lnTo>
                    <a:pt x="333537" y="2311434"/>
                  </a:lnTo>
                  <a:lnTo>
                    <a:pt x="316365" y="2286000"/>
                  </a:lnTo>
                  <a:lnTo>
                    <a:pt x="305619" y="2273300"/>
                  </a:lnTo>
                  <a:close/>
                </a:path>
                <a:path w="4009390" h="3048000">
                  <a:moveTo>
                    <a:pt x="298026" y="2319609"/>
                  </a:moveTo>
                  <a:lnTo>
                    <a:pt x="299976" y="2324100"/>
                  </a:lnTo>
                  <a:lnTo>
                    <a:pt x="301053" y="2324100"/>
                  </a:lnTo>
                  <a:lnTo>
                    <a:pt x="299920" y="2321804"/>
                  </a:lnTo>
                  <a:lnTo>
                    <a:pt x="298026" y="2319609"/>
                  </a:lnTo>
                  <a:close/>
                </a:path>
                <a:path w="4009390" h="3048000">
                  <a:moveTo>
                    <a:pt x="299920" y="2321804"/>
                  </a:moveTo>
                  <a:lnTo>
                    <a:pt x="301053" y="2324100"/>
                  </a:lnTo>
                  <a:lnTo>
                    <a:pt x="301901" y="2324100"/>
                  </a:lnTo>
                  <a:lnTo>
                    <a:pt x="299920" y="2321804"/>
                  </a:lnTo>
                  <a:close/>
                </a:path>
                <a:path w="4009390" h="3048000">
                  <a:moveTo>
                    <a:pt x="297234" y="2316362"/>
                  </a:moveTo>
                  <a:lnTo>
                    <a:pt x="299920" y="2321804"/>
                  </a:lnTo>
                  <a:lnTo>
                    <a:pt x="301901" y="2324100"/>
                  </a:lnTo>
                  <a:lnTo>
                    <a:pt x="303284" y="2324100"/>
                  </a:lnTo>
                  <a:lnTo>
                    <a:pt x="297234" y="2316362"/>
                  </a:lnTo>
                  <a:close/>
                </a:path>
                <a:path w="4009390" h="3048000">
                  <a:moveTo>
                    <a:pt x="296521" y="2314917"/>
                  </a:moveTo>
                  <a:lnTo>
                    <a:pt x="297234" y="2316362"/>
                  </a:lnTo>
                  <a:lnTo>
                    <a:pt x="303284" y="2324100"/>
                  </a:lnTo>
                  <a:lnTo>
                    <a:pt x="305330" y="2324100"/>
                  </a:lnTo>
                  <a:lnTo>
                    <a:pt x="296521" y="2314917"/>
                  </a:lnTo>
                  <a:close/>
                </a:path>
                <a:path w="4009390" h="3048000">
                  <a:moveTo>
                    <a:pt x="296104" y="2314917"/>
                  </a:moveTo>
                  <a:lnTo>
                    <a:pt x="296615" y="2316362"/>
                  </a:lnTo>
                  <a:lnTo>
                    <a:pt x="298026" y="2319609"/>
                  </a:lnTo>
                  <a:lnTo>
                    <a:pt x="299920" y="2321804"/>
                  </a:lnTo>
                  <a:lnTo>
                    <a:pt x="297234" y="2316362"/>
                  </a:lnTo>
                  <a:lnTo>
                    <a:pt x="296104" y="2314917"/>
                  </a:lnTo>
                  <a:close/>
                </a:path>
                <a:path w="4009390" h="3048000">
                  <a:moveTo>
                    <a:pt x="294802" y="2311434"/>
                  </a:moveTo>
                  <a:lnTo>
                    <a:pt x="294475" y="2311434"/>
                  </a:lnTo>
                  <a:lnTo>
                    <a:pt x="295547" y="2313901"/>
                  </a:lnTo>
                  <a:lnTo>
                    <a:pt x="296521" y="2314917"/>
                  </a:lnTo>
                  <a:lnTo>
                    <a:pt x="294981" y="2311795"/>
                  </a:lnTo>
                  <a:lnTo>
                    <a:pt x="294875" y="2311582"/>
                  </a:lnTo>
                  <a:lnTo>
                    <a:pt x="294802" y="2311434"/>
                  </a:lnTo>
                  <a:close/>
                </a:path>
                <a:path w="4009390" h="3048000">
                  <a:moveTo>
                    <a:pt x="294268" y="2312568"/>
                  </a:moveTo>
                  <a:lnTo>
                    <a:pt x="295842" y="2314582"/>
                  </a:lnTo>
                  <a:lnTo>
                    <a:pt x="295547" y="2313901"/>
                  </a:lnTo>
                  <a:lnTo>
                    <a:pt x="294268" y="2312568"/>
                  </a:lnTo>
                  <a:close/>
                </a:path>
                <a:path w="4009390" h="3048000">
                  <a:moveTo>
                    <a:pt x="289648" y="2302887"/>
                  </a:moveTo>
                  <a:lnTo>
                    <a:pt x="292426" y="2309628"/>
                  </a:lnTo>
                  <a:lnTo>
                    <a:pt x="293186" y="2311184"/>
                  </a:lnTo>
                  <a:lnTo>
                    <a:pt x="294268" y="2312568"/>
                  </a:lnTo>
                  <a:lnTo>
                    <a:pt x="295547" y="2313901"/>
                  </a:lnTo>
                  <a:lnTo>
                    <a:pt x="294632" y="2311795"/>
                  </a:lnTo>
                  <a:lnTo>
                    <a:pt x="294539" y="2311582"/>
                  </a:lnTo>
                  <a:lnTo>
                    <a:pt x="294475" y="2311434"/>
                  </a:lnTo>
                  <a:lnTo>
                    <a:pt x="294806" y="2311434"/>
                  </a:lnTo>
                  <a:lnTo>
                    <a:pt x="289648" y="2302887"/>
                  </a:lnTo>
                  <a:close/>
                </a:path>
                <a:path w="4009390" h="3048000">
                  <a:moveTo>
                    <a:pt x="293076" y="2311184"/>
                  </a:moveTo>
                  <a:lnTo>
                    <a:pt x="293239" y="2311434"/>
                  </a:lnTo>
                  <a:lnTo>
                    <a:pt x="293526" y="2311795"/>
                  </a:lnTo>
                  <a:lnTo>
                    <a:pt x="294268" y="2312568"/>
                  </a:lnTo>
                  <a:lnTo>
                    <a:pt x="293497" y="2311582"/>
                  </a:lnTo>
                  <a:lnTo>
                    <a:pt x="293381" y="2311434"/>
                  </a:lnTo>
                  <a:lnTo>
                    <a:pt x="293076" y="2311184"/>
                  </a:lnTo>
                  <a:close/>
                </a:path>
                <a:path w="4009390" h="3048000">
                  <a:moveTo>
                    <a:pt x="287961" y="2309628"/>
                  </a:moveTo>
                  <a:lnTo>
                    <a:pt x="288382" y="2311184"/>
                  </a:lnTo>
                  <a:lnTo>
                    <a:pt x="288450" y="2311434"/>
                  </a:lnTo>
                  <a:lnTo>
                    <a:pt x="289525" y="2311434"/>
                  </a:lnTo>
                  <a:lnTo>
                    <a:pt x="287961" y="2309628"/>
                  </a:lnTo>
                  <a:close/>
                </a:path>
                <a:path w="4009390" h="3048000">
                  <a:moveTo>
                    <a:pt x="285003" y="2298700"/>
                  </a:moveTo>
                  <a:lnTo>
                    <a:pt x="285861" y="2301867"/>
                  </a:lnTo>
                  <a:lnTo>
                    <a:pt x="290958" y="2311434"/>
                  </a:lnTo>
                  <a:lnTo>
                    <a:pt x="293185" y="2311434"/>
                  </a:lnTo>
                  <a:lnTo>
                    <a:pt x="285003" y="2298700"/>
                  </a:lnTo>
                  <a:close/>
                </a:path>
                <a:path w="4009390" h="3048000">
                  <a:moveTo>
                    <a:pt x="278516" y="2286000"/>
                  </a:moveTo>
                  <a:lnTo>
                    <a:pt x="267500" y="2286000"/>
                  </a:lnTo>
                  <a:lnTo>
                    <a:pt x="287961" y="2309628"/>
                  </a:lnTo>
                  <a:lnTo>
                    <a:pt x="285861" y="2301867"/>
                  </a:lnTo>
                  <a:lnTo>
                    <a:pt x="284173" y="2298700"/>
                  </a:lnTo>
                  <a:lnTo>
                    <a:pt x="280424" y="2298700"/>
                  </a:lnTo>
                  <a:lnTo>
                    <a:pt x="278516" y="2286000"/>
                  </a:lnTo>
                  <a:close/>
                </a:path>
                <a:path w="4009390" h="3048000">
                  <a:moveTo>
                    <a:pt x="282984" y="2286000"/>
                  </a:moveTo>
                  <a:lnTo>
                    <a:pt x="278516" y="2286000"/>
                  </a:lnTo>
                  <a:lnTo>
                    <a:pt x="287121" y="2298700"/>
                  </a:lnTo>
                  <a:lnTo>
                    <a:pt x="289527" y="2302686"/>
                  </a:lnTo>
                  <a:lnTo>
                    <a:pt x="287825" y="2298700"/>
                  </a:lnTo>
                  <a:lnTo>
                    <a:pt x="282984" y="2286000"/>
                  </a:lnTo>
                  <a:close/>
                </a:path>
                <a:path w="4009390" h="3048000">
                  <a:moveTo>
                    <a:pt x="3698689" y="2296997"/>
                  </a:moveTo>
                  <a:lnTo>
                    <a:pt x="3697612" y="2298700"/>
                  </a:lnTo>
                  <a:lnTo>
                    <a:pt x="3698332" y="2298700"/>
                  </a:lnTo>
                  <a:lnTo>
                    <a:pt x="3698689" y="2296997"/>
                  </a:lnTo>
                  <a:close/>
                </a:path>
                <a:path w="4009390" h="3048000">
                  <a:moveTo>
                    <a:pt x="3702265" y="2286000"/>
                  </a:moveTo>
                  <a:lnTo>
                    <a:pt x="3700997" y="2286000"/>
                  </a:lnTo>
                  <a:lnTo>
                    <a:pt x="3698689" y="2296997"/>
                  </a:lnTo>
                  <a:lnTo>
                    <a:pt x="3699695" y="2295406"/>
                  </a:lnTo>
                  <a:lnTo>
                    <a:pt x="3702265" y="2286000"/>
                  </a:lnTo>
                  <a:close/>
                </a:path>
                <a:path w="4009390" h="3048000">
                  <a:moveTo>
                    <a:pt x="263928" y="2281596"/>
                  </a:moveTo>
                  <a:lnTo>
                    <a:pt x="265682" y="2286000"/>
                  </a:lnTo>
                  <a:lnTo>
                    <a:pt x="267500" y="2286000"/>
                  </a:lnTo>
                  <a:lnTo>
                    <a:pt x="266287" y="2283759"/>
                  </a:lnTo>
                  <a:lnTo>
                    <a:pt x="263928" y="2281596"/>
                  </a:lnTo>
                  <a:close/>
                </a:path>
                <a:path w="4009390" h="3048000">
                  <a:moveTo>
                    <a:pt x="214273" y="2146300"/>
                  </a:moveTo>
                  <a:lnTo>
                    <a:pt x="181349" y="2146300"/>
                  </a:lnTo>
                  <a:lnTo>
                    <a:pt x="181506" y="2147324"/>
                  </a:lnTo>
                  <a:lnTo>
                    <a:pt x="191871" y="2159000"/>
                  </a:lnTo>
                  <a:lnTo>
                    <a:pt x="198025" y="2171700"/>
                  </a:lnTo>
                  <a:lnTo>
                    <a:pt x="200125" y="2171700"/>
                  </a:lnTo>
                  <a:lnTo>
                    <a:pt x="208088" y="2184400"/>
                  </a:lnTo>
                  <a:lnTo>
                    <a:pt x="210365" y="2187914"/>
                  </a:lnTo>
                  <a:lnTo>
                    <a:pt x="219322" y="2197100"/>
                  </a:lnTo>
                  <a:lnTo>
                    <a:pt x="230367" y="2209800"/>
                  </a:lnTo>
                  <a:lnTo>
                    <a:pt x="233158" y="2222500"/>
                  </a:lnTo>
                  <a:lnTo>
                    <a:pt x="232751" y="2222500"/>
                  </a:lnTo>
                  <a:lnTo>
                    <a:pt x="240341" y="2235200"/>
                  </a:lnTo>
                  <a:lnTo>
                    <a:pt x="242216" y="2235200"/>
                  </a:lnTo>
                  <a:lnTo>
                    <a:pt x="245332" y="2247900"/>
                  </a:lnTo>
                  <a:lnTo>
                    <a:pt x="240334" y="2247900"/>
                  </a:lnTo>
                  <a:lnTo>
                    <a:pt x="254880" y="2273300"/>
                  </a:lnTo>
                  <a:lnTo>
                    <a:pt x="263928" y="2281596"/>
                  </a:lnTo>
                  <a:lnTo>
                    <a:pt x="260624" y="2273300"/>
                  </a:lnTo>
                  <a:lnTo>
                    <a:pt x="305619" y="2273300"/>
                  </a:lnTo>
                  <a:lnTo>
                    <a:pt x="284126" y="2247900"/>
                  </a:lnTo>
                  <a:lnTo>
                    <a:pt x="264477" y="2222500"/>
                  </a:lnTo>
                  <a:lnTo>
                    <a:pt x="233158" y="2222500"/>
                  </a:lnTo>
                  <a:lnTo>
                    <a:pt x="232147" y="2220980"/>
                  </a:lnTo>
                  <a:lnTo>
                    <a:pt x="263302" y="2220980"/>
                  </a:lnTo>
                  <a:lnTo>
                    <a:pt x="254653" y="2209800"/>
                  </a:lnTo>
                  <a:lnTo>
                    <a:pt x="256832" y="2209800"/>
                  </a:lnTo>
                  <a:lnTo>
                    <a:pt x="250412" y="2197100"/>
                  </a:lnTo>
                  <a:lnTo>
                    <a:pt x="231063" y="2171700"/>
                  </a:lnTo>
                  <a:lnTo>
                    <a:pt x="214273" y="2146300"/>
                  </a:lnTo>
                  <a:close/>
                </a:path>
                <a:path w="4009390" h="3048000">
                  <a:moveTo>
                    <a:pt x="239020" y="2245758"/>
                  </a:moveTo>
                  <a:lnTo>
                    <a:pt x="239905" y="2247900"/>
                  </a:lnTo>
                  <a:lnTo>
                    <a:pt x="240334" y="2247900"/>
                  </a:lnTo>
                  <a:lnTo>
                    <a:pt x="239020" y="2245758"/>
                  </a:lnTo>
                  <a:close/>
                </a:path>
                <a:path w="4009390" h="3048000">
                  <a:moveTo>
                    <a:pt x="232544" y="2235200"/>
                  </a:moveTo>
                  <a:lnTo>
                    <a:pt x="237883" y="2245758"/>
                  </a:lnTo>
                  <a:lnTo>
                    <a:pt x="235188" y="2239509"/>
                  </a:lnTo>
                  <a:lnTo>
                    <a:pt x="232544" y="2235200"/>
                  </a:lnTo>
                  <a:close/>
                </a:path>
                <a:path w="4009390" h="3048000">
                  <a:moveTo>
                    <a:pt x="229359" y="2222500"/>
                  </a:moveTo>
                  <a:lnTo>
                    <a:pt x="227528" y="2222500"/>
                  </a:lnTo>
                  <a:lnTo>
                    <a:pt x="235188" y="2239509"/>
                  </a:lnTo>
                  <a:lnTo>
                    <a:pt x="239020" y="2245758"/>
                  </a:lnTo>
                  <a:lnTo>
                    <a:pt x="234659" y="2235200"/>
                  </a:lnTo>
                  <a:lnTo>
                    <a:pt x="231595" y="2225337"/>
                  </a:lnTo>
                  <a:lnTo>
                    <a:pt x="229359" y="2222500"/>
                  </a:lnTo>
                  <a:close/>
                </a:path>
                <a:path w="4009390" h="3048000">
                  <a:moveTo>
                    <a:pt x="227030" y="2222500"/>
                  </a:moveTo>
                  <a:lnTo>
                    <a:pt x="224392" y="2222500"/>
                  </a:lnTo>
                  <a:lnTo>
                    <a:pt x="228856" y="2235200"/>
                  </a:lnTo>
                  <a:lnTo>
                    <a:pt x="227030" y="2222500"/>
                  </a:lnTo>
                  <a:close/>
                </a:path>
                <a:path w="4009390" h="3048000">
                  <a:moveTo>
                    <a:pt x="233375" y="2227596"/>
                  </a:moveTo>
                  <a:lnTo>
                    <a:pt x="236293" y="2235200"/>
                  </a:lnTo>
                  <a:lnTo>
                    <a:pt x="239368" y="2235200"/>
                  </a:lnTo>
                  <a:lnTo>
                    <a:pt x="233375" y="2227596"/>
                  </a:lnTo>
                  <a:close/>
                </a:path>
                <a:path w="4009390" h="3048000">
                  <a:moveTo>
                    <a:pt x="231420" y="2222500"/>
                  </a:moveTo>
                  <a:lnTo>
                    <a:pt x="230714" y="2222500"/>
                  </a:lnTo>
                  <a:lnTo>
                    <a:pt x="231595" y="2225337"/>
                  </a:lnTo>
                  <a:lnTo>
                    <a:pt x="233375" y="2227596"/>
                  </a:lnTo>
                  <a:lnTo>
                    <a:pt x="231420" y="2222500"/>
                  </a:lnTo>
                  <a:close/>
                </a:path>
                <a:path w="4009390" h="3048000">
                  <a:moveTo>
                    <a:pt x="230714" y="2222500"/>
                  </a:moveTo>
                  <a:lnTo>
                    <a:pt x="229359" y="2222500"/>
                  </a:lnTo>
                  <a:lnTo>
                    <a:pt x="231595" y="2225337"/>
                  </a:lnTo>
                  <a:lnTo>
                    <a:pt x="230714" y="2222500"/>
                  </a:lnTo>
                  <a:close/>
                </a:path>
                <a:path w="4009390" h="3048000">
                  <a:moveTo>
                    <a:pt x="217846" y="2209800"/>
                  </a:moveTo>
                  <a:lnTo>
                    <a:pt x="214910" y="2209800"/>
                  </a:lnTo>
                  <a:lnTo>
                    <a:pt x="218575" y="2222500"/>
                  </a:lnTo>
                  <a:lnTo>
                    <a:pt x="223968" y="2222500"/>
                  </a:lnTo>
                  <a:lnTo>
                    <a:pt x="219157" y="2211556"/>
                  </a:lnTo>
                  <a:lnTo>
                    <a:pt x="219094" y="2211414"/>
                  </a:lnTo>
                  <a:lnTo>
                    <a:pt x="217846" y="2209800"/>
                  </a:lnTo>
                  <a:close/>
                </a:path>
                <a:path w="4009390" h="3048000">
                  <a:moveTo>
                    <a:pt x="219157" y="2211556"/>
                  </a:moveTo>
                  <a:lnTo>
                    <a:pt x="223968" y="2222500"/>
                  </a:lnTo>
                  <a:lnTo>
                    <a:pt x="227323" y="2222500"/>
                  </a:lnTo>
                  <a:lnTo>
                    <a:pt x="219157" y="2211556"/>
                  </a:lnTo>
                  <a:close/>
                </a:path>
                <a:path w="4009390" h="3048000">
                  <a:moveTo>
                    <a:pt x="206938" y="2184400"/>
                  </a:moveTo>
                  <a:lnTo>
                    <a:pt x="201524" y="2184400"/>
                  </a:lnTo>
                  <a:lnTo>
                    <a:pt x="210820" y="2197100"/>
                  </a:lnTo>
                  <a:lnTo>
                    <a:pt x="218384" y="2209800"/>
                  </a:lnTo>
                  <a:lnTo>
                    <a:pt x="219051" y="2211414"/>
                  </a:lnTo>
                  <a:lnTo>
                    <a:pt x="227323" y="2222500"/>
                  </a:lnTo>
                  <a:lnTo>
                    <a:pt x="227972" y="2222500"/>
                  </a:lnTo>
                  <a:lnTo>
                    <a:pt x="225809" y="2211556"/>
                  </a:lnTo>
                  <a:lnTo>
                    <a:pt x="225781" y="2211414"/>
                  </a:lnTo>
                  <a:lnTo>
                    <a:pt x="216315" y="2197100"/>
                  </a:lnTo>
                  <a:lnTo>
                    <a:pt x="210365" y="2187914"/>
                  </a:lnTo>
                  <a:lnTo>
                    <a:pt x="206938" y="2184400"/>
                  </a:lnTo>
                  <a:close/>
                </a:path>
                <a:path w="4009390" h="3048000">
                  <a:moveTo>
                    <a:pt x="227700" y="2209800"/>
                  </a:moveTo>
                  <a:lnTo>
                    <a:pt x="225461" y="2209800"/>
                  </a:lnTo>
                  <a:lnTo>
                    <a:pt x="225781" y="2211414"/>
                  </a:lnTo>
                  <a:lnTo>
                    <a:pt x="232147" y="2220980"/>
                  </a:lnTo>
                  <a:lnTo>
                    <a:pt x="227700" y="2209800"/>
                  </a:lnTo>
                  <a:close/>
                </a:path>
                <a:path w="4009390" h="3048000">
                  <a:moveTo>
                    <a:pt x="208544" y="2197100"/>
                  </a:moveTo>
                  <a:lnTo>
                    <a:pt x="211407" y="2209800"/>
                  </a:lnTo>
                  <a:lnTo>
                    <a:pt x="214910" y="2209800"/>
                  </a:lnTo>
                  <a:lnTo>
                    <a:pt x="208544" y="2197100"/>
                  </a:lnTo>
                  <a:close/>
                </a:path>
                <a:path w="4009390" h="3048000">
                  <a:moveTo>
                    <a:pt x="200125" y="2171700"/>
                  </a:moveTo>
                  <a:lnTo>
                    <a:pt x="194109" y="2171700"/>
                  </a:lnTo>
                  <a:lnTo>
                    <a:pt x="203001" y="2197100"/>
                  </a:lnTo>
                  <a:lnTo>
                    <a:pt x="207441" y="2197100"/>
                  </a:lnTo>
                  <a:lnTo>
                    <a:pt x="201524" y="2184400"/>
                  </a:lnTo>
                  <a:lnTo>
                    <a:pt x="206938" y="2184400"/>
                  </a:lnTo>
                  <a:lnTo>
                    <a:pt x="200125" y="2171700"/>
                  </a:lnTo>
                  <a:close/>
                </a:path>
                <a:path w="4009390" h="3048000">
                  <a:moveTo>
                    <a:pt x="200125" y="2171700"/>
                  </a:moveTo>
                  <a:lnTo>
                    <a:pt x="206938" y="2184400"/>
                  </a:lnTo>
                  <a:lnTo>
                    <a:pt x="210365" y="2187914"/>
                  </a:lnTo>
                  <a:lnTo>
                    <a:pt x="208088" y="2184400"/>
                  </a:lnTo>
                  <a:lnTo>
                    <a:pt x="200125" y="2171700"/>
                  </a:lnTo>
                  <a:close/>
                </a:path>
                <a:path w="4009390" h="3048000">
                  <a:moveTo>
                    <a:pt x="176155" y="2146300"/>
                  </a:moveTo>
                  <a:lnTo>
                    <a:pt x="172140" y="2146300"/>
                  </a:lnTo>
                  <a:lnTo>
                    <a:pt x="178547" y="2159000"/>
                  </a:lnTo>
                  <a:lnTo>
                    <a:pt x="186982" y="2171700"/>
                  </a:lnTo>
                  <a:lnTo>
                    <a:pt x="188067" y="2171700"/>
                  </a:lnTo>
                  <a:lnTo>
                    <a:pt x="183925" y="2159000"/>
                  </a:lnTo>
                  <a:lnTo>
                    <a:pt x="179971" y="2159000"/>
                  </a:lnTo>
                  <a:lnTo>
                    <a:pt x="176155" y="2146300"/>
                  </a:lnTo>
                  <a:close/>
                </a:path>
                <a:path w="4009390" h="3048000">
                  <a:moveTo>
                    <a:pt x="188664" y="2165463"/>
                  </a:moveTo>
                  <a:lnTo>
                    <a:pt x="188936" y="2171700"/>
                  </a:lnTo>
                  <a:lnTo>
                    <a:pt x="191710" y="2171700"/>
                  </a:lnTo>
                  <a:lnTo>
                    <a:pt x="188664" y="2165463"/>
                  </a:lnTo>
                  <a:close/>
                </a:path>
                <a:path w="4009390" h="3048000">
                  <a:moveTo>
                    <a:pt x="188484" y="2161329"/>
                  </a:moveTo>
                  <a:lnTo>
                    <a:pt x="188664" y="2165463"/>
                  </a:lnTo>
                  <a:lnTo>
                    <a:pt x="191710" y="2171700"/>
                  </a:lnTo>
                  <a:lnTo>
                    <a:pt x="195000" y="2171700"/>
                  </a:lnTo>
                  <a:lnTo>
                    <a:pt x="193201" y="2168016"/>
                  </a:lnTo>
                  <a:lnTo>
                    <a:pt x="188484" y="2161329"/>
                  </a:lnTo>
                  <a:close/>
                </a:path>
                <a:path w="4009390" h="3048000">
                  <a:moveTo>
                    <a:pt x="193201" y="2168016"/>
                  </a:moveTo>
                  <a:lnTo>
                    <a:pt x="195000" y="2171700"/>
                  </a:lnTo>
                  <a:lnTo>
                    <a:pt x="195799" y="2171700"/>
                  </a:lnTo>
                  <a:lnTo>
                    <a:pt x="193201" y="2168016"/>
                  </a:lnTo>
                  <a:close/>
                </a:path>
                <a:path w="4009390" h="3048000">
                  <a:moveTo>
                    <a:pt x="188798" y="2159000"/>
                  </a:moveTo>
                  <a:lnTo>
                    <a:pt x="188383" y="2159000"/>
                  </a:lnTo>
                  <a:lnTo>
                    <a:pt x="188484" y="2161329"/>
                  </a:lnTo>
                  <a:lnTo>
                    <a:pt x="193201" y="2168016"/>
                  </a:lnTo>
                  <a:lnTo>
                    <a:pt x="188798" y="2159000"/>
                  </a:lnTo>
                  <a:close/>
                </a:path>
                <a:path w="4009390" h="3048000">
                  <a:moveTo>
                    <a:pt x="182309" y="2152575"/>
                  </a:moveTo>
                  <a:lnTo>
                    <a:pt x="182740" y="2155393"/>
                  </a:lnTo>
                  <a:lnTo>
                    <a:pt x="184185" y="2159000"/>
                  </a:lnTo>
                  <a:lnTo>
                    <a:pt x="185509" y="2159000"/>
                  </a:lnTo>
                  <a:lnTo>
                    <a:pt x="188664" y="2165463"/>
                  </a:lnTo>
                  <a:lnTo>
                    <a:pt x="188484" y="2161329"/>
                  </a:lnTo>
                  <a:lnTo>
                    <a:pt x="182309" y="2152575"/>
                  </a:lnTo>
                  <a:close/>
                </a:path>
                <a:path w="4009390" h="3048000">
                  <a:moveTo>
                    <a:pt x="182321" y="2154348"/>
                  </a:moveTo>
                  <a:lnTo>
                    <a:pt x="183239" y="2158657"/>
                  </a:lnTo>
                  <a:lnTo>
                    <a:pt x="182740" y="2155393"/>
                  </a:lnTo>
                  <a:lnTo>
                    <a:pt x="182321" y="2154348"/>
                  </a:lnTo>
                  <a:close/>
                </a:path>
                <a:path w="4009390" h="3048000">
                  <a:moveTo>
                    <a:pt x="181785" y="2151833"/>
                  </a:moveTo>
                  <a:lnTo>
                    <a:pt x="182321" y="2154348"/>
                  </a:lnTo>
                  <a:lnTo>
                    <a:pt x="182740" y="2155393"/>
                  </a:lnTo>
                  <a:lnTo>
                    <a:pt x="182309" y="2152575"/>
                  </a:lnTo>
                  <a:lnTo>
                    <a:pt x="181785" y="2151833"/>
                  </a:lnTo>
                  <a:close/>
                </a:path>
                <a:path w="4009390" h="3048000">
                  <a:moveTo>
                    <a:pt x="180692" y="2150283"/>
                  </a:moveTo>
                  <a:lnTo>
                    <a:pt x="182321" y="2154348"/>
                  </a:lnTo>
                  <a:lnTo>
                    <a:pt x="181785" y="2151833"/>
                  </a:lnTo>
                  <a:lnTo>
                    <a:pt x="180692" y="2150283"/>
                  </a:lnTo>
                  <a:close/>
                </a:path>
                <a:path w="4009390" h="3048000">
                  <a:moveTo>
                    <a:pt x="180596" y="2146300"/>
                  </a:moveTo>
                  <a:lnTo>
                    <a:pt x="181785" y="2151833"/>
                  </a:lnTo>
                  <a:lnTo>
                    <a:pt x="182309" y="2152575"/>
                  </a:lnTo>
                  <a:lnTo>
                    <a:pt x="181506" y="2147324"/>
                  </a:lnTo>
                  <a:lnTo>
                    <a:pt x="180596" y="2146300"/>
                  </a:lnTo>
                  <a:close/>
                </a:path>
                <a:path w="4009390" h="3048000">
                  <a:moveTo>
                    <a:pt x="174006" y="2133600"/>
                  </a:moveTo>
                  <a:lnTo>
                    <a:pt x="171482" y="2133600"/>
                  </a:lnTo>
                  <a:lnTo>
                    <a:pt x="177882" y="2146300"/>
                  </a:lnTo>
                  <a:lnTo>
                    <a:pt x="180692" y="2150283"/>
                  </a:lnTo>
                  <a:lnTo>
                    <a:pt x="174006" y="2133600"/>
                  </a:lnTo>
                  <a:close/>
                </a:path>
                <a:path w="4009390" h="3048000">
                  <a:moveTo>
                    <a:pt x="176431" y="2070100"/>
                  </a:moveTo>
                  <a:lnTo>
                    <a:pt x="145514" y="2070100"/>
                  </a:lnTo>
                  <a:lnTo>
                    <a:pt x="157738" y="2095500"/>
                  </a:lnTo>
                  <a:lnTo>
                    <a:pt x="169326" y="2120900"/>
                  </a:lnTo>
                  <a:lnTo>
                    <a:pt x="180596" y="2146300"/>
                  </a:lnTo>
                  <a:lnTo>
                    <a:pt x="181506" y="2147324"/>
                  </a:lnTo>
                  <a:lnTo>
                    <a:pt x="181349" y="2146300"/>
                  </a:lnTo>
                  <a:lnTo>
                    <a:pt x="214273" y="2146300"/>
                  </a:lnTo>
                  <a:lnTo>
                    <a:pt x="205878" y="2133600"/>
                  </a:lnTo>
                  <a:lnTo>
                    <a:pt x="182858" y="2082800"/>
                  </a:lnTo>
                  <a:lnTo>
                    <a:pt x="176431" y="2070100"/>
                  </a:lnTo>
                  <a:close/>
                </a:path>
                <a:path w="4009390" h="3048000">
                  <a:moveTo>
                    <a:pt x="167390" y="2133600"/>
                  </a:moveTo>
                  <a:lnTo>
                    <a:pt x="165733" y="2133600"/>
                  </a:lnTo>
                  <a:lnTo>
                    <a:pt x="172140" y="2146300"/>
                  </a:lnTo>
                  <a:lnTo>
                    <a:pt x="171910" y="2144995"/>
                  </a:lnTo>
                  <a:lnTo>
                    <a:pt x="167390" y="2133600"/>
                  </a:lnTo>
                  <a:close/>
                </a:path>
                <a:path w="4009390" h="3048000">
                  <a:moveTo>
                    <a:pt x="170974" y="2133600"/>
                  </a:moveTo>
                  <a:lnTo>
                    <a:pt x="170028" y="2133600"/>
                  </a:lnTo>
                  <a:lnTo>
                    <a:pt x="171910" y="2144995"/>
                  </a:lnTo>
                  <a:lnTo>
                    <a:pt x="172428" y="2146300"/>
                  </a:lnTo>
                  <a:lnTo>
                    <a:pt x="170974" y="2133600"/>
                  </a:lnTo>
                  <a:close/>
                </a:path>
                <a:path w="4009390" h="3048000">
                  <a:moveTo>
                    <a:pt x="147585" y="2019300"/>
                  </a:moveTo>
                  <a:lnTo>
                    <a:pt x="120499" y="2019300"/>
                  </a:lnTo>
                  <a:lnTo>
                    <a:pt x="121388" y="2022630"/>
                  </a:lnTo>
                  <a:lnTo>
                    <a:pt x="126258" y="2032000"/>
                  </a:lnTo>
                  <a:lnTo>
                    <a:pt x="129946" y="2032000"/>
                  </a:lnTo>
                  <a:lnTo>
                    <a:pt x="134274" y="2044700"/>
                  </a:lnTo>
                  <a:lnTo>
                    <a:pt x="132108" y="2044700"/>
                  </a:lnTo>
                  <a:lnTo>
                    <a:pt x="136448" y="2057400"/>
                  </a:lnTo>
                  <a:lnTo>
                    <a:pt x="128379" y="2057400"/>
                  </a:lnTo>
                  <a:lnTo>
                    <a:pt x="144885" y="2095500"/>
                  </a:lnTo>
                  <a:lnTo>
                    <a:pt x="162352" y="2120900"/>
                  </a:lnTo>
                  <a:lnTo>
                    <a:pt x="171910" y="2144995"/>
                  </a:lnTo>
                  <a:lnTo>
                    <a:pt x="170028" y="2133600"/>
                  </a:lnTo>
                  <a:lnTo>
                    <a:pt x="171482" y="2133600"/>
                  </a:lnTo>
                  <a:lnTo>
                    <a:pt x="165082" y="2120900"/>
                  </a:lnTo>
                  <a:lnTo>
                    <a:pt x="155070" y="2095500"/>
                  </a:lnTo>
                  <a:lnTo>
                    <a:pt x="145514" y="2070100"/>
                  </a:lnTo>
                  <a:lnTo>
                    <a:pt x="176431" y="2070100"/>
                  </a:lnTo>
                  <a:lnTo>
                    <a:pt x="170003" y="2057400"/>
                  </a:lnTo>
                  <a:lnTo>
                    <a:pt x="162672" y="2044700"/>
                  </a:lnTo>
                  <a:lnTo>
                    <a:pt x="152519" y="2032000"/>
                  </a:lnTo>
                  <a:lnTo>
                    <a:pt x="147585" y="2019300"/>
                  </a:lnTo>
                  <a:close/>
                </a:path>
                <a:path w="4009390" h="3048000">
                  <a:moveTo>
                    <a:pt x="3857039" y="2095500"/>
                  </a:moveTo>
                  <a:lnTo>
                    <a:pt x="3827466" y="2095500"/>
                  </a:lnTo>
                  <a:lnTo>
                    <a:pt x="3822771" y="2108200"/>
                  </a:lnTo>
                  <a:lnTo>
                    <a:pt x="3812264" y="2133600"/>
                  </a:lnTo>
                  <a:lnTo>
                    <a:pt x="3834846" y="2133600"/>
                  </a:lnTo>
                  <a:lnTo>
                    <a:pt x="3842877" y="2120900"/>
                  </a:lnTo>
                  <a:lnTo>
                    <a:pt x="3850314" y="2108200"/>
                  </a:lnTo>
                  <a:lnTo>
                    <a:pt x="3854391" y="2108200"/>
                  </a:lnTo>
                  <a:lnTo>
                    <a:pt x="3857039" y="2095500"/>
                  </a:lnTo>
                  <a:close/>
                </a:path>
                <a:path w="4009390" h="3048000">
                  <a:moveTo>
                    <a:pt x="3882873" y="1983195"/>
                  </a:moveTo>
                  <a:lnTo>
                    <a:pt x="3877545" y="1993932"/>
                  </a:lnTo>
                  <a:lnTo>
                    <a:pt x="3869229" y="2019300"/>
                  </a:lnTo>
                  <a:lnTo>
                    <a:pt x="3853420" y="2044700"/>
                  </a:lnTo>
                  <a:lnTo>
                    <a:pt x="3853075" y="2044700"/>
                  </a:lnTo>
                  <a:lnTo>
                    <a:pt x="3838749" y="2070100"/>
                  </a:lnTo>
                  <a:lnTo>
                    <a:pt x="3831182" y="2095500"/>
                  </a:lnTo>
                  <a:lnTo>
                    <a:pt x="3855843" y="2095500"/>
                  </a:lnTo>
                  <a:lnTo>
                    <a:pt x="3867161" y="2070100"/>
                  </a:lnTo>
                  <a:lnTo>
                    <a:pt x="3876411" y="2057400"/>
                  </a:lnTo>
                  <a:lnTo>
                    <a:pt x="3883893" y="2044700"/>
                  </a:lnTo>
                  <a:lnTo>
                    <a:pt x="3889908" y="2019300"/>
                  </a:lnTo>
                  <a:lnTo>
                    <a:pt x="3892917" y="2019300"/>
                  </a:lnTo>
                  <a:lnTo>
                    <a:pt x="3896902" y="2006600"/>
                  </a:lnTo>
                  <a:lnTo>
                    <a:pt x="3900056" y="1997186"/>
                  </a:lnTo>
                  <a:lnTo>
                    <a:pt x="3900883" y="1993932"/>
                  </a:lnTo>
                  <a:lnTo>
                    <a:pt x="3880951" y="1993932"/>
                  </a:lnTo>
                  <a:lnTo>
                    <a:pt x="3881126" y="1993349"/>
                  </a:lnTo>
                  <a:lnTo>
                    <a:pt x="3881346" y="1991741"/>
                  </a:lnTo>
                  <a:lnTo>
                    <a:pt x="3882873" y="1983195"/>
                  </a:lnTo>
                  <a:close/>
                </a:path>
                <a:path w="4009390" h="3048000">
                  <a:moveTo>
                    <a:pt x="72488" y="1930400"/>
                  </a:moveTo>
                  <a:lnTo>
                    <a:pt x="71329" y="1930400"/>
                  </a:lnTo>
                  <a:lnTo>
                    <a:pt x="82593" y="1955597"/>
                  </a:lnTo>
                  <a:lnTo>
                    <a:pt x="92654" y="1981200"/>
                  </a:lnTo>
                  <a:lnTo>
                    <a:pt x="102961" y="2006600"/>
                  </a:lnTo>
                  <a:lnTo>
                    <a:pt x="115324" y="2032000"/>
                  </a:lnTo>
                  <a:lnTo>
                    <a:pt x="117923" y="2044700"/>
                  </a:lnTo>
                  <a:lnTo>
                    <a:pt x="121128" y="2044700"/>
                  </a:lnTo>
                  <a:lnTo>
                    <a:pt x="125000" y="2057400"/>
                  </a:lnTo>
                  <a:lnTo>
                    <a:pt x="134390" y="2057400"/>
                  </a:lnTo>
                  <a:lnTo>
                    <a:pt x="131082" y="2044700"/>
                  </a:lnTo>
                  <a:lnTo>
                    <a:pt x="126258" y="2032000"/>
                  </a:lnTo>
                  <a:lnTo>
                    <a:pt x="123891" y="2032000"/>
                  </a:lnTo>
                  <a:lnTo>
                    <a:pt x="121388" y="2022630"/>
                  </a:lnTo>
                  <a:lnTo>
                    <a:pt x="119657" y="2019300"/>
                  </a:lnTo>
                  <a:lnTo>
                    <a:pt x="147585" y="2019300"/>
                  </a:lnTo>
                  <a:lnTo>
                    <a:pt x="142650" y="2006600"/>
                  </a:lnTo>
                  <a:lnTo>
                    <a:pt x="138523" y="2006600"/>
                  </a:lnTo>
                  <a:lnTo>
                    <a:pt x="134570" y="1993932"/>
                  </a:lnTo>
                  <a:lnTo>
                    <a:pt x="129243" y="1981200"/>
                  </a:lnTo>
                  <a:lnTo>
                    <a:pt x="102572" y="1981200"/>
                  </a:lnTo>
                  <a:lnTo>
                    <a:pt x="98694" y="1968500"/>
                  </a:lnTo>
                  <a:lnTo>
                    <a:pt x="94379" y="1955806"/>
                  </a:lnTo>
                  <a:lnTo>
                    <a:pt x="93015" y="1955806"/>
                  </a:lnTo>
                  <a:lnTo>
                    <a:pt x="88723" y="1943100"/>
                  </a:lnTo>
                  <a:lnTo>
                    <a:pt x="78151" y="1943100"/>
                  </a:lnTo>
                  <a:lnTo>
                    <a:pt x="72488" y="1930400"/>
                  </a:lnTo>
                  <a:close/>
                </a:path>
                <a:path w="4009390" h="3048000">
                  <a:moveTo>
                    <a:pt x="121388" y="2022630"/>
                  </a:moveTo>
                  <a:lnTo>
                    <a:pt x="123891" y="2032000"/>
                  </a:lnTo>
                  <a:lnTo>
                    <a:pt x="126258" y="2032000"/>
                  </a:lnTo>
                  <a:lnTo>
                    <a:pt x="121388" y="2022630"/>
                  </a:lnTo>
                  <a:close/>
                </a:path>
                <a:path w="4009390" h="3048000">
                  <a:moveTo>
                    <a:pt x="3900056" y="1997186"/>
                  </a:moveTo>
                  <a:lnTo>
                    <a:pt x="3896902" y="2006600"/>
                  </a:lnTo>
                  <a:lnTo>
                    <a:pt x="3892917" y="2019300"/>
                  </a:lnTo>
                  <a:lnTo>
                    <a:pt x="3897666" y="2006600"/>
                  </a:lnTo>
                  <a:lnTo>
                    <a:pt x="3900056" y="1997186"/>
                  </a:lnTo>
                  <a:close/>
                </a:path>
                <a:path w="4009390" h="3048000">
                  <a:moveTo>
                    <a:pt x="3925917" y="1930400"/>
                  </a:moveTo>
                  <a:lnTo>
                    <a:pt x="3901532" y="1930400"/>
                  </a:lnTo>
                  <a:lnTo>
                    <a:pt x="3898666" y="1943100"/>
                  </a:lnTo>
                  <a:lnTo>
                    <a:pt x="3896673" y="1954970"/>
                  </a:lnTo>
                  <a:lnTo>
                    <a:pt x="3896568" y="1955597"/>
                  </a:lnTo>
                  <a:lnTo>
                    <a:pt x="3896533" y="1955806"/>
                  </a:lnTo>
                  <a:lnTo>
                    <a:pt x="3893662" y="1955806"/>
                  </a:lnTo>
                  <a:lnTo>
                    <a:pt x="3891812" y="1968500"/>
                  </a:lnTo>
                  <a:lnTo>
                    <a:pt x="3889498" y="1968500"/>
                  </a:lnTo>
                  <a:lnTo>
                    <a:pt x="3885151" y="1981200"/>
                  </a:lnTo>
                  <a:lnTo>
                    <a:pt x="3884758" y="1981200"/>
                  </a:lnTo>
                  <a:lnTo>
                    <a:pt x="3881606" y="1991741"/>
                  </a:lnTo>
                  <a:lnTo>
                    <a:pt x="3881059" y="1993349"/>
                  </a:lnTo>
                  <a:lnTo>
                    <a:pt x="3880955" y="1993932"/>
                  </a:lnTo>
                  <a:lnTo>
                    <a:pt x="3901147" y="1993932"/>
                  </a:lnTo>
                  <a:lnTo>
                    <a:pt x="3900056" y="1997186"/>
                  </a:lnTo>
                  <a:lnTo>
                    <a:pt x="3897666" y="2006600"/>
                  </a:lnTo>
                  <a:lnTo>
                    <a:pt x="3892917" y="2019300"/>
                  </a:lnTo>
                  <a:lnTo>
                    <a:pt x="3894705" y="2019300"/>
                  </a:lnTo>
                  <a:lnTo>
                    <a:pt x="3899092" y="2006600"/>
                  </a:lnTo>
                  <a:lnTo>
                    <a:pt x="3904535" y="1991741"/>
                  </a:lnTo>
                  <a:lnTo>
                    <a:pt x="3907839" y="1981200"/>
                  </a:lnTo>
                  <a:lnTo>
                    <a:pt x="3914818" y="1968500"/>
                  </a:lnTo>
                  <a:lnTo>
                    <a:pt x="3891812" y="1968500"/>
                  </a:lnTo>
                  <a:lnTo>
                    <a:pt x="3891690" y="1961816"/>
                  </a:lnTo>
                  <a:lnTo>
                    <a:pt x="3917845" y="1961816"/>
                  </a:lnTo>
                  <a:lnTo>
                    <a:pt x="3920567" y="1955806"/>
                  </a:lnTo>
                  <a:lnTo>
                    <a:pt x="3925917" y="1930400"/>
                  </a:lnTo>
                  <a:close/>
                </a:path>
                <a:path w="4009390" h="3048000">
                  <a:moveTo>
                    <a:pt x="3910041" y="1993932"/>
                  </a:moveTo>
                  <a:lnTo>
                    <a:pt x="3909410" y="1993932"/>
                  </a:lnTo>
                  <a:lnTo>
                    <a:pt x="3904702" y="2006600"/>
                  </a:lnTo>
                  <a:lnTo>
                    <a:pt x="3904231" y="2006600"/>
                  </a:lnTo>
                  <a:lnTo>
                    <a:pt x="3899439" y="2019300"/>
                  </a:lnTo>
                  <a:lnTo>
                    <a:pt x="3903149" y="2019300"/>
                  </a:lnTo>
                  <a:lnTo>
                    <a:pt x="3905329" y="2006600"/>
                  </a:lnTo>
                  <a:lnTo>
                    <a:pt x="3910041" y="1993932"/>
                  </a:lnTo>
                  <a:close/>
                </a:path>
                <a:path w="4009390" h="3048000">
                  <a:moveTo>
                    <a:pt x="136186" y="1993932"/>
                  </a:moveTo>
                  <a:lnTo>
                    <a:pt x="139832" y="2006600"/>
                  </a:lnTo>
                  <a:lnTo>
                    <a:pt x="142650" y="2006600"/>
                  </a:lnTo>
                  <a:lnTo>
                    <a:pt x="136186" y="1993932"/>
                  </a:lnTo>
                  <a:close/>
                </a:path>
                <a:path w="4009390" h="3048000">
                  <a:moveTo>
                    <a:pt x="3887833" y="1970913"/>
                  </a:moveTo>
                  <a:lnTo>
                    <a:pt x="3883864" y="1981200"/>
                  </a:lnTo>
                  <a:lnTo>
                    <a:pt x="3882873" y="1983195"/>
                  </a:lnTo>
                  <a:lnTo>
                    <a:pt x="3881059" y="1993349"/>
                  </a:lnTo>
                  <a:lnTo>
                    <a:pt x="3881606" y="1991741"/>
                  </a:lnTo>
                  <a:lnTo>
                    <a:pt x="3887833" y="1970913"/>
                  </a:lnTo>
                  <a:close/>
                </a:path>
                <a:path w="4009390" h="3048000">
                  <a:moveTo>
                    <a:pt x="3915843" y="1981200"/>
                  </a:moveTo>
                  <a:lnTo>
                    <a:pt x="3914958" y="1981200"/>
                  </a:lnTo>
                  <a:lnTo>
                    <a:pt x="3912823" y="1991741"/>
                  </a:lnTo>
                  <a:lnTo>
                    <a:pt x="3915293" y="1983195"/>
                  </a:lnTo>
                  <a:lnTo>
                    <a:pt x="3915843" y="1981200"/>
                  </a:lnTo>
                  <a:close/>
                </a:path>
                <a:path w="4009390" h="3048000">
                  <a:moveTo>
                    <a:pt x="3883864" y="1981200"/>
                  </a:moveTo>
                  <a:lnTo>
                    <a:pt x="3883229" y="1981200"/>
                  </a:lnTo>
                  <a:lnTo>
                    <a:pt x="3882873" y="1983195"/>
                  </a:lnTo>
                  <a:lnTo>
                    <a:pt x="3883864" y="1981200"/>
                  </a:lnTo>
                  <a:close/>
                </a:path>
                <a:path w="4009390" h="3048000">
                  <a:moveTo>
                    <a:pt x="64536" y="1828800"/>
                  </a:moveTo>
                  <a:lnTo>
                    <a:pt x="68765" y="1841500"/>
                  </a:lnTo>
                  <a:lnTo>
                    <a:pt x="51151" y="1841500"/>
                  </a:lnTo>
                  <a:lnTo>
                    <a:pt x="52642" y="1854200"/>
                  </a:lnTo>
                  <a:lnTo>
                    <a:pt x="51347" y="1854200"/>
                  </a:lnTo>
                  <a:lnTo>
                    <a:pt x="51823" y="1857477"/>
                  </a:lnTo>
                  <a:lnTo>
                    <a:pt x="54733" y="1866900"/>
                  </a:lnTo>
                  <a:lnTo>
                    <a:pt x="57290" y="1879600"/>
                  </a:lnTo>
                  <a:lnTo>
                    <a:pt x="57724" y="1879600"/>
                  </a:lnTo>
                  <a:lnTo>
                    <a:pt x="59423" y="1892300"/>
                  </a:lnTo>
                  <a:lnTo>
                    <a:pt x="61380" y="1892300"/>
                  </a:lnTo>
                  <a:lnTo>
                    <a:pt x="65534" y="1905015"/>
                  </a:lnTo>
                  <a:lnTo>
                    <a:pt x="70711" y="1917700"/>
                  </a:lnTo>
                  <a:lnTo>
                    <a:pt x="75575" y="1930400"/>
                  </a:lnTo>
                  <a:lnTo>
                    <a:pt x="78766" y="1943100"/>
                  </a:lnTo>
                  <a:lnTo>
                    <a:pt x="92746" y="1943100"/>
                  </a:lnTo>
                  <a:lnTo>
                    <a:pt x="99947" y="1968500"/>
                  </a:lnTo>
                  <a:lnTo>
                    <a:pt x="105945" y="1981200"/>
                  </a:lnTo>
                  <a:lnTo>
                    <a:pt x="129243" y="1981200"/>
                  </a:lnTo>
                  <a:lnTo>
                    <a:pt x="123926" y="1968500"/>
                  </a:lnTo>
                  <a:lnTo>
                    <a:pt x="118533" y="1943100"/>
                  </a:lnTo>
                  <a:lnTo>
                    <a:pt x="112030" y="1930400"/>
                  </a:lnTo>
                  <a:lnTo>
                    <a:pt x="81785" y="1930400"/>
                  </a:lnTo>
                  <a:lnTo>
                    <a:pt x="76891" y="1917700"/>
                  </a:lnTo>
                  <a:lnTo>
                    <a:pt x="76500" y="1917700"/>
                  </a:lnTo>
                  <a:lnTo>
                    <a:pt x="74069" y="1906914"/>
                  </a:lnTo>
                  <a:lnTo>
                    <a:pt x="72972" y="1902422"/>
                  </a:lnTo>
                  <a:lnTo>
                    <a:pt x="70363" y="1892300"/>
                  </a:lnTo>
                  <a:lnTo>
                    <a:pt x="66903" y="1880637"/>
                  </a:lnTo>
                  <a:lnTo>
                    <a:pt x="66362" y="1879600"/>
                  </a:lnTo>
                  <a:lnTo>
                    <a:pt x="62253" y="1866900"/>
                  </a:lnTo>
                  <a:lnTo>
                    <a:pt x="75429" y="1866900"/>
                  </a:lnTo>
                  <a:lnTo>
                    <a:pt x="69936" y="1841500"/>
                  </a:lnTo>
                  <a:lnTo>
                    <a:pt x="64536" y="1828800"/>
                  </a:lnTo>
                  <a:close/>
                </a:path>
                <a:path w="4009390" h="3048000">
                  <a:moveTo>
                    <a:pt x="3891625" y="1958230"/>
                  </a:moveTo>
                  <a:lnTo>
                    <a:pt x="3887904" y="1970675"/>
                  </a:lnTo>
                  <a:lnTo>
                    <a:pt x="3888755" y="1968500"/>
                  </a:lnTo>
                  <a:lnTo>
                    <a:pt x="3891673" y="1960859"/>
                  </a:lnTo>
                  <a:lnTo>
                    <a:pt x="3891625" y="1958230"/>
                  </a:lnTo>
                  <a:close/>
                </a:path>
                <a:path w="4009390" h="3048000">
                  <a:moveTo>
                    <a:pt x="3893662" y="1955806"/>
                  </a:moveTo>
                  <a:lnTo>
                    <a:pt x="3892828" y="1958230"/>
                  </a:lnTo>
                  <a:lnTo>
                    <a:pt x="3891975" y="1960859"/>
                  </a:lnTo>
                  <a:lnTo>
                    <a:pt x="3891690" y="1961816"/>
                  </a:lnTo>
                  <a:lnTo>
                    <a:pt x="3891812" y="1968500"/>
                  </a:lnTo>
                  <a:lnTo>
                    <a:pt x="3893662" y="1955806"/>
                  </a:lnTo>
                  <a:close/>
                </a:path>
                <a:path w="4009390" h="3048000">
                  <a:moveTo>
                    <a:pt x="3893614" y="1955806"/>
                  </a:moveTo>
                  <a:lnTo>
                    <a:pt x="3891673" y="1960859"/>
                  </a:lnTo>
                  <a:lnTo>
                    <a:pt x="3891690" y="1961816"/>
                  </a:lnTo>
                  <a:lnTo>
                    <a:pt x="3891975" y="1960859"/>
                  </a:lnTo>
                  <a:lnTo>
                    <a:pt x="3893614" y="1955806"/>
                  </a:lnTo>
                  <a:close/>
                </a:path>
                <a:path w="4009390" h="3048000">
                  <a:moveTo>
                    <a:pt x="3897167" y="1943100"/>
                  </a:moveTo>
                  <a:lnTo>
                    <a:pt x="3893257" y="1943100"/>
                  </a:lnTo>
                  <a:lnTo>
                    <a:pt x="3888754" y="1955597"/>
                  </a:lnTo>
                  <a:lnTo>
                    <a:pt x="3888680" y="1955806"/>
                  </a:lnTo>
                  <a:lnTo>
                    <a:pt x="3887509" y="1960859"/>
                  </a:lnTo>
                  <a:lnTo>
                    <a:pt x="3888262" y="1958230"/>
                  </a:lnTo>
                  <a:lnTo>
                    <a:pt x="3888858" y="1955806"/>
                  </a:lnTo>
                  <a:lnTo>
                    <a:pt x="3892349" y="1955806"/>
                  </a:lnTo>
                  <a:lnTo>
                    <a:pt x="3897167" y="1943100"/>
                  </a:lnTo>
                  <a:close/>
                </a:path>
                <a:path w="4009390" h="3048000">
                  <a:moveTo>
                    <a:pt x="3892350" y="1955806"/>
                  </a:moveTo>
                  <a:lnTo>
                    <a:pt x="3891581" y="1955806"/>
                  </a:lnTo>
                  <a:lnTo>
                    <a:pt x="3891625" y="1958230"/>
                  </a:lnTo>
                  <a:lnTo>
                    <a:pt x="3892350" y="1955806"/>
                  </a:lnTo>
                  <a:close/>
                </a:path>
                <a:path w="4009390" h="3048000">
                  <a:moveTo>
                    <a:pt x="89683" y="1943100"/>
                  </a:moveTo>
                  <a:lnTo>
                    <a:pt x="89423" y="1943100"/>
                  </a:lnTo>
                  <a:lnTo>
                    <a:pt x="93811" y="1955597"/>
                  </a:lnTo>
                  <a:lnTo>
                    <a:pt x="93885" y="1955806"/>
                  </a:lnTo>
                  <a:lnTo>
                    <a:pt x="94379" y="1955806"/>
                  </a:lnTo>
                  <a:lnTo>
                    <a:pt x="89683" y="1943100"/>
                  </a:lnTo>
                  <a:close/>
                </a:path>
                <a:path w="4009390" h="3048000">
                  <a:moveTo>
                    <a:pt x="3897432" y="1941992"/>
                  </a:moveTo>
                  <a:lnTo>
                    <a:pt x="3897167" y="1943100"/>
                  </a:lnTo>
                  <a:lnTo>
                    <a:pt x="3897311" y="1943100"/>
                  </a:lnTo>
                  <a:lnTo>
                    <a:pt x="3897432" y="1941992"/>
                  </a:lnTo>
                  <a:close/>
                </a:path>
                <a:path w="4009390" h="3048000">
                  <a:moveTo>
                    <a:pt x="3900208" y="1930400"/>
                  </a:moveTo>
                  <a:lnTo>
                    <a:pt x="3898693" y="1930400"/>
                  </a:lnTo>
                  <a:lnTo>
                    <a:pt x="3897432" y="1941992"/>
                  </a:lnTo>
                  <a:lnTo>
                    <a:pt x="3900208" y="1930400"/>
                  </a:lnTo>
                  <a:close/>
                </a:path>
                <a:path w="4009390" h="3048000">
                  <a:moveTo>
                    <a:pt x="75429" y="1866900"/>
                  </a:moveTo>
                  <a:lnTo>
                    <a:pt x="62253" y="1866900"/>
                  </a:lnTo>
                  <a:lnTo>
                    <a:pt x="66595" y="1879600"/>
                  </a:lnTo>
                  <a:lnTo>
                    <a:pt x="66903" y="1880637"/>
                  </a:lnTo>
                  <a:lnTo>
                    <a:pt x="72992" y="1892300"/>
                  </a:lnTo>
                  <a:lnTo>
                    <a:pt x="79581" y="1917700"/>
                  </a:lnTo>
                  <a:lnTo>
                    <a:pt x="83564" y="1930400"/>
                  </a:lnTo>
                  <a:lnTo>
                    <a:pt x="112030" y="1930400"/>
                  </a:lnTo>
                  <a:lnTo>
                    <a:pt x="104006" y="1905015"/>
                  </a:lnTo>
                  <a:lnTo>
                    <a:pt x="99094" y="1905015"/>
                  </a:lnTo>
                  <a:lnTo>
                    <a:pt x="96229" y="1892300"/>
                  </a:lnTo>
                  <a:lnTo>
                    <a:pt x="93851" y="1892300"/>
                  </a:lnTo>
                  <a:lnTo>
                    <a:pt x="91790" y="1879600"/>
                  </a:lnTo>
                  <a:lnTo>
                    <a:pt x="78743" y="1879600"/>
                  </a:lnTo>
                  <a:lnTo>
                    <a:pt x="75429" y="1866900"/>
                  </a:lnTo>
                  <a:close/>
                </a:path>
                <a:path w="4009390" h="3048000">
                  <a:moveTo>
                    <a:pt x="3903037" y="1924481"/>
                  </a:moveTo>
                  <a:lnTo>
                    <a:pt x="3900208" y="1930400"/>
                  </a:lnTo>
                  <a:lnTo>
                    <a:pt x="3901532" y="1930400"/>
                  </a:lnTo>
                  <a:lnTo>
                    <a:pt x="3902353" y="1928942"/>
                  </a:lnTo>
                  <a:lnTo>
                    <a:pt x="3903037" y="1924481"/>
                  </a:lnTo>
                  <a:close/>
                </a:path>
                <a:path w="4009390" h="3048000">
                  <a:moveTo>
                    <a:pt x="3950152" y="1866900"/>
                  </a:moveTo>
                  <a:lnTo>
                    <a:pt x="3925056" y="1866900"/>
                  </a:lnTo>
                  <a:lnTo>
                    <a:pt x="3917659" y="1892300"/>
                  </a:lnTo>
                  <a:lnTo>
                    <a:pt x="3910673" y="1917700"/>
                  </a:lnTo>
                  <a:lnTo>
                    <a:pt x="3908686" y="1917700"/>
                  </a:lnTo>
                  <a:lnTo>
                    <a:pt x="3902353" y="1928942"/>
                  </a:lnTo>
                  <a:lnTo>
                    <a:pt x="3902129" y="1930400"/>
                  </a:lnTo>
                  <a:lnTo>
                    <a:pt x="3931680" y="1930400"/>
                  </a:lnTo>
                  <a:lnTo>
                    <a:pt x="3936667" y="1905015"/>
                  </a:lnTo>
                  <a:lnTo>
                    <a:pt x="3939192" y="1905015"/>
                  </a:lnTo>
                  <a:lnTo>
                    <a:pt x="3941403" y="1892300"/>
                  </a:lnTo>
                  <a:lnTo>
                    <a:pt x="3945443" y="1879600"/>
                  </a:lnTo>
                  <a:lnTo>
                    <a:pt x="3946257" y="1879600"/>
                  </a:lnTo>
                  <a:lnTo>
                    <a:pt x="3950152" y="1866900"/>
                  </a:lnTo>
                  <a:close/>
                </a:path>
                <a:path w="4009390" h="3048000">
                  <a:moveTo>
                    <a:pt x="3950006" y="1867603"/>
                  </a:moveTo>
                  <a:lnTo>
                    <a:pt x="3949529" y="1868930"/>
                  </a:lnTo>
                  <a:lnTo>
                    <a:pt x="3946257" y="1879600"/>
                  </a:lnTo>
                  <a:lnTo>
                    <a:pt x="3942778" y="1892300"/>
                  </a:lnTo>
                  <a:lnTo>
                    <a:pt x="3940030" y="1905015"/>
                  </a:lnTo>
                  <a:lnTo>
                    <a:pt x="3940962" y="1905015"/>
                  </a:lnTo>
                  <a:lnTo>
                    <a:pt x="3936162" y="1917700"/>
                  </a:lnTo>
                  <a:lnTo>
                    <a:pt x="3933119" y="1930400"/>
                  </a:lnTo>
                  <a:lnTo>
                    <a:pt x="3940944" y="1917700"/>
                  </a:lnTo>
                  <a:lnTo>
                    <a:pt x="3938091" y="1917700"/>
                  </a:lnTo>
                  <a:lnTo>
                    <a:pt x="3942183" y="1905015"/>
                  </a:lnTo>
                  <a:lnTo>
                    <a:pt x="3946600" y="1895635"/>
                  </a:lnTo>
                  <a:lnTo>
                    <a:pt x="3947487" y="1892300"/>
                  </a:lnTo>
                  <a:lnTo>
                    <a:pt x="3949888" y="1892300"/>
                  </a:lnTo>
                  <a:lnTo>
                    <a:pt x="3954194" y="1879600"/>
                  </a:lnTo>
                  <a:lnTo>
                    <a:pt x="3947525" y="1879600"/>
                  </a:lnTo>
                  <a:lnTo>
                    <a:pt x="3950006" y="1867603"/>
                  </a:lnTo>
                  <a:close/>
                </a:path>
                <a:path w="4009390" h="3048000">
                  <a:moveTo>
                    <a:pt x="3906278" y="1917700"/>
                  </a:moveTo>
                  <a:lnTo>
                    <a:pt x="3904077" y="1917700"/>
                  </a:lnTo>
                  <a:lnTo>
                    <a:pt x="3903037" y="1924481"/>
                  </a:lnTo>
                  <a:lnTo>
                    <a:pt x="3906278" y="1917700"/>
                  </a:lnTo>
                  <a:close/>
                </a:path>
                <a:path w="4009390" h="3048000">
                  <a:moveTo>
                    <a:pt x="74069" y="1906914"/>
                  </a:moveTo>
                  <a:lnTo>
                    <a:pt x="76500" y="1917700"/>
                  </a:lnTo>
                  <a:lnTo>
                    <a:pt x="76891" y="1917700"/>
                  </a:lnTo>
                  <a:lnTo>
                    <a:pt x="74069" y="1906914"/>
                  </a:lnTo>
                  <a:close/>
                </a:path>
                <a:path w="4009390" h="3048000">
                  <a:moveTo>
                    <a:pt x="98377" y="1892300"/>
                  </a:moveTo>
                  <a:lnTo>
                    <a:pt x="99092" y="1905015"/>
                  </a:lnTo>
                  <a:lnTo>
                    <a:pt x="104008" y="1905015"/>
                  </a:lnTo>
                  <a:lnTo>
                    <a:pt x="98377" y="1892300"/>
                  </a:lnTo>
                  <a:close/>
                </a:path>
                <a:path w="4009390" h="3048000">
                  <a:moveTo>
                    <a:pt x="3924279" y="1866900"/>
                  </a:moveTo>
                  <a:lnTo>
                    <a:pt x="3921345" y="1866900"/>
                  </a:lnTo>
                  <a:lnTo>
                    <a:pt x="3917227" y="1879600"/>
                  </a:lnTo>
                  <a:lnTo>
                    <a:pt x="3912618" y="1892300"/>
                  </a:lnTo>
                  <a:lnTo>
                    <a:pt x="3909836" y="1905015"/>
                  </a:lnTo>
                  <a:lnTo>
                    <a:pt x="3916474" y="1892300"/>
                  </a:lnTo>
                  <a:lnTo>
                    <a:pt x="3924279" y="1866900"/>
                  </a:lnTo>
                  <a:close/>
                </a:path>
                <a:path w="4009390" h="3048000">
                  <a:moveTo>
                    <a:pt x="3949888" y="1892300"/>
                  </a:moveTo>
                  <a:lnTo>
                    <a:pt x="3948172" y="1892300"/>
                  </a:lnTo>
                  <a:lnTo>
                    <a:pt x="3946600" y="1895635"/>
                  </a:lnTo>
                  <a:lnTo>
                    <a:pt x="3944108" y="1905015"/>
                  </a:lnTo>
                  <a:lnTo>
                    <a:pt x="3949888" y="1892300"/>
                  </a:lnTo>
                  <a:close/>
                </a:path>
                <a:path w="4009390" h="3048000">
                  <a:moveTo>
                    <a:pt x="3948172" y="1892300"/>
                  </a:moveTo>
                  <a:lnTo>
                    <a:pt x="3947487" y="1892300"/>
                  </a:lnTo>
                  <a:lnTo>
                    <a:pt x="3946600" y="1895635"/>
                  </a:lnTo>
                  <a:lnTo>
                    <a:pt x="3948172" y="1892300"/>
                  </a:lnTo>
                  <a:close/>
                </a:path>
                <a:path w="4009390" h="3048000">
                  <a:moveTo>
                    <a:pt x="63057" y="1869252"/>
                  </a:moveTo>
                  <a:lnTo>
                    <a:pt x="66362" y="1879600"/>
                  </a:lnTo>
                  <a:lnTo>
                    <a:pt x="66903" y="1880637"/>
                  </a:lnTo>
                  <a:lnTo>
                    <a:pt x="66595" y="1879600"/>
                  </a:lnTo>
                  <a:lnTo>
                    <a:pt x="63057" y="1869252"/>
                  </a:lnTo>
                  <a:close/>
                </a:path>
                <a:path w="4009390" h="3048000">
                  <a:moveTo>
                    <a:pt x="77875" y="1869252"/>
                  </a:moveTo>
                  <a:lnTo>
                    <a:pt x="78743" y="1879600"/>
                  </a:lnTo>
                  <a:lnTo>
                    <a:pt x="80628" y="1879600"/>
                  </a:lnTo>
                  <a:lnTo>
                    <a:pt x="77875" y="1869252"/>
                  </a:lnTo>
                  <a:close/>
                </a:path>
                <a:path w="4009390" h="3048000">
                  <a:moveTo>
                    <a:pt x="77714" y="1828800"/>
                  </a:moveTo>
                  <a:lnTo>
                    <a:pt x="64536" y="1828800"/>
                  </a:lnTo>
                  <a:lnTo>
                    <a:pt x="69936" y="1841500"/>
                  </a:lnTo>
                  <a:lnTo>
                    <a:pt x="71733" y="1841500"/>
                  </a:lnTo>
                  <a:lnTo>
                    <a:pt x="74972" y="1854200"/>
                  </a:lnTo>
                  <a:lnTo>
                    <a:pt x="80018" y="1866900"/>
                  </a:lnTo>
                  <a:lnTo>
                    <a:pt x="78898" y="1866900"/>
                  </a:lnTo>
                  <a:lnTo>
                    <a:pt x="82105" y="1879600"/>
                  </a:lnTo>
                  <a:lnTo>
                    <a:pt x="90179" y="1879600"/>
                  </a:lnTo>
                  <a:lnTo>
                    <a:pt x="90006" y="1869252"/>
                  </a:lnTo>
                  <a:lnTo>
                    <a:pt x="90001" y="1868930"/>
                  </a:lnTo>
                  <a:lnTo>
                    <a:pt x="82918" y="1854200"/>
                  </a:lnTo>
                  <a:lnTo>
                    <a:pt x="77714" y="1828800"/>
                  </a:lnTo>
                  <a:close/>
                </a:path>
                <a:path w="4009390" h="3048000">
                  <a:moveTo>
                    <a:pt x="90163" y="1869252"/>
                  </a:moveTo>
                  <a:lnTo>
                    <a:pt x="91028" y="1879600"/>
                  </a:lnTo>
                  <a:lnTo>
                    <a:pt x="95144" y="1879600"/>
                  </a:lnTo>
                  <a:lnTo>
                    <a:pt x="90163" y="1869252"/>
                  </a:lnTo>
                  <a:close/>
                </a:path>
                <a:path w="4009390" h="3048000">
                  <a:moveTo>
                    <a:pt x="3963014" y="1854200"/>
                  </a:moveTo>
                  <a:lnTo>
                    <a:pt x="3929473" y="1854200"/>
                  </a:lnTo>
                  <a:lnTo>
                    <a:pt x="3928387" y="1865711"/>
                  </a:lnTo>
                  <a:lnTo>
                    <a:pt x="3928275" y="1866900"/>
                  </a:lnTo>
                  <a:lnTo>
                    <a:pt x="3950152" y="1866900"/>
                  </a:lnTo>
                  <a:lnTo>
                    <a:pt x="3947525" y="1879600"/>
                  </a:lnTo>
                  <a:lnTo>
                    <a:pt x="3955136" y="1879600"/>
                  </a:lnTo>
                  <a:lnTo>
                    <a:pt x="3963014" y="1854200"/>
                  </a:lnTo>
                  <a:close/>
                </a:path>
                <a:path w="4009390" h="3048000">
                  <a:moveTo>
                    <a:pt x="90026" y="1867603"/>
                  </a:moveTo>
                  <a:lnTo>
                    <a:pt x="90009" y="1868930"/>
                  </a:lnTo>
                  <a:lnTo>
                    <a:pt x="90163" y="1869252"/>
                  </a:lnTo>
                  <a:lnTo>
                    <a:pt x="90136" y="1868930"/>
                  </a:lnTo>
                  <a:lnTo>
                    <a:pt x="90026" y="1867603"/>
                  </a:lnTo>
                  <a:close/>
                </a:path>
                <a:path w="4009390" h="3048000">
                  <a:moveTo>
                    <a:pt x="53193" y="1866900"/>
                  </a:moveTo>
                  <a:lnTo>
                    <a:pt x="53209" y="1867603"/>
                  </a:lnTo>
                  <a:lnTo>
                    <a:pt x="53493" y="1868930"/>
                  </a:lnTo>
                  <a:lnTo>
                    <a:pt x="53338" y="1867603"/>
                  </a:lnTo>
                  <a:lnTo>
                    <a:pt x="53193" y="1866900"/>
                  </a:lnTo>
                  <a:close/>
                </a:path>
                <a:path w="4009390" h="3048000">
                  <a:moveTo>
                    <a:pt x="77608" y="1866900"/>
                  </a:moveTo>
                  <a:lnTo>
                    <a:pt x="77249" y="1866900"/>
                  </a:lnTo>
                  <a:lnTo>
                    <a:pt x="77789" y="1868930"/>
                  </a:lnTo>
                  <a:lnTo>
                    <a:pt x="77670" y="1867603"/>
                  </a:lnTo>
                  <a:lnTo>
                    <a:pt x="77608" y="1866900"/>
                  </a:lnTo>
                  <a:close/>
                </a:path>
                <a:path w="4009390" h="3048000">
                  <a:moveTo>
                    <a:pt x="3926588" y="1861255"/>
                  </a:moveTo>
                  <a:lnTo>
                    <a:pt x="3924279" y="1866900"/>
                  </a:lnTo>
                  <a:lnTo>
                    <a:pt x="3925726" y="1866900"/>
                  </a:lnTo>
                  <a:lnTo>
                    <a:pt x="3926588" y="1861255"/>
                  </a:lnTo>
                  <a:close/>
                </a:path>
                <a:path w="4009390" h="3048000">
                  <a:moveTo>
                    <a:pt x="3929473" y="1854200"/>
                  </a:moveTo>
                  <a:lnTo>
                    <a:pt x="3927665" y="1854200"/>
                  </a:lnTo>
                  <a:lnTo>
                    <a:pt x="3926588" y="1861255"/>
                  </a:lnTo>
                  <a:lnTo>
                    <a:pt x="3929473" y="1854200"/>
                  </a:lnTo>
                  <a:close/>
                </a:path>
                <a:path w="4009390" h="3048000">
                  <a:moveTo>
                    <a:pt x="45359" y="1828800"/>
                  </a:moveTo>
                  <a:lnTo>
                    <a:pt x="44463" y="1828800"/>
                  </a:lnTo>
                  <a:lnTo>
                    <a:pt x="46922" y="1841500"/>
                  </a:lnTo>
                  <a:lnTo>
                    <a:pt x="51823" y="1857477"/>
                  </a:lnTo>
                  <a:lnTo>
                    <a:pt x="51347" y="1854200"/>
                  </a:lnTo>
                  <a:lnTo>
                    <a:pt x="52642" y="1854200"/>
                  </a:lnTo>
                  <a:lnTo>
                    <a:pt x="50193" y="1841500"/>
                  </a:lnTo>
                  <a:lnTo>
                    <a:pt x="48156" y="1841500"/>
                  </a:lnTo>
                  <a:lnTo>
                    <a:pt x="45359" y="1828800"/>
                  </a:lnTo>
                  <a:close/>
                </a:path>
                <a:path w="4009390" h="3048000">
                  <a:moveTo>
                    <a:pt x="64408" y="1778000"/>
                  </a:moveTo>
                  <a:lnTo>
                    <a:pt x="43504" y="1778000"/>
                  </a:lnTo>
                  <a:lnTo>
                    <a:pt x="45952" y="1790700"/>
                  </a:lnTo>
                  <a:lnTo>
                    <a:pt x="48685" y="1803400"/>
                  </a:lnTo>
                  <a:lnTo>
                    <a:pt x="52354" y="1816100"/>
                  </a:lnTo>
                  <a:lnTo>
                    <a:pt x="43111" y="1816100"/>
                  </a:lnTo>
                  <a:lnTo>
                    <a:pt x="47743" y="1828800"/>
                  </a:lnTo>
                  <a:lnTo>
                    <a:pt x="52642" y="1854200"/>
                  </a:lnTo>
                  <a:lnTo>
                    <a:pt x="51151" y="1841500"/>
                  </a:lnTo>
                  <a:lnTo>
                    <a:pt x="68765" y="1841500"/>
                  </a:lnTo>
                  <a:lnTo>
                    <a:pt x="64536" y="1828800"/>
                  </a:lnTo>
                  <a:lnTo>
                    <a:pt x="77714" y="1828800"/>
                  </a:lnTo>
                  <a:lnTo>
                    <a:pt x="75112" y="1816100"/>
                  </a:lnTo>
                  <a:lnTo>
                    <a:pt x="69056" y="1803400"/>
                  </a:lnTo>
                  <a:lnTo>
                    <a:pt x="64480" y="1778395"/>
                  </a:lnTo>
                  <a:lnTo>
                    <a:pt x="64408" y="1778000"/>
                  </a:lnTo>
                  <a:close/>
                </a:path>
                <a:path w="4009390" h="3048000">
                  <a:moveTo>
                    <a:pt x="3950889" y="1769647"/>
                  </a:moveTo>
                  <a:lnTo>
                    <a:pt x="3947829" y="1777797"/>
                  </a:lnTo>
                  <a:lnTo>
                    <a:pt x="3947753" y="1778000"/>
                  </a:lnTo>
                  <a:lnTo>
                    <a:pt x="3944150" y="1803400"/>
                  </a:lnTo>
                  <a:lnTo>
                    <a:pt x="3942028" y="1816100"/>
                  </a:lnTo>
                  <a:lnTo>
                    <a:pt x="3936747" y="1828800"/>
                  </a:lnTo>
                  <a:lnTo>
                    <a:pt x="3934984" y="1841500"/>
                  </a:lnTo>
                  <a:lnTo>
                    <a:pt x="3932874" y="1841500"/>
                  </a:lnTo>
                  <a:lnTo>
                    <a:pt x="3926556" y="1854200"/>
                  </a:lnTo>
                  <a:lnTo>
                    <a:pt x="3963667" y="1854200"/>
                  </a:lnTo>
                  <a:lnTo>
                    <a:pt x="3964659" y="1841500"/>
                  </a:lnTo>
                  <a:lnTo>
                    <a:pt x="3975800" y="1803400"/>
                  </a:lnTo>
                  <a:lnTo>
                    <a:pt x="3982406" y="1778395"/>
                  </a:lnTo>
                  <a:lnTo>
                    <a:pt x="3982511" y="1778000"/>
                  </a:lnTo>
                  <a:lnTo>
                    <a:pt x="3950230" y="1778000"/>
                  </a:lnTo>
                  <a:lnTo>
                    <a:pt x="3950889" y="1769647"/>
                  </a:lnTo>
                  <a:close/>
                </a:path>
                <a:path w="4009390" h="3048000">
                  <a:moveTo>
                    <a:pt x="31746" y="1778395"/>
                  </a:moveTo>
                  <a:lnTo>
                    <a:pt x="35765" y="1803400"/>
                  </a:lnTo>
                  <a:lnTo>
                    <a:pt x="39932" y="1816100"/>
                  </a:lnTo>
                  <a:lnTo>
                    <a:pt x="44463" y="1828800"/>
                  </a:lnTo>
                  <a:lnTo>
                    <a:pt x="41199" y="1816100"/>
                  </a:lnTo>
                  <a:lnTo>
                    <a:pt x="48169" y="1816100"/>
                  </a:lnTo>
                  <a:lnTo>
                    <a:pt x="47397" y="1803400"/>
                  </a:lnTo>
                  <a:lnTo>
                    <a:pt x="43190" y="1803400"/>
                  </a:lnTo>
                  <a:lnTo>
                    <a:pt x="40766" y="1790700"/>
                  </a:lnTo>
                  <a:lnTo>
                    <a:pt x="35023" y="1790700"/>
                  </a:lnTo>
                  <a:lnTo>
                    <a:pt x="31746" y="1778395"/>
                  </a:lnTo>
                  <a:close/>
                </a:path>
                <a:path w="4009390" h="3048000">
                  <a:moveTo>
                    <a:pt x="3957425" y="1727778"/>
                  </a:moveTo>
                  <a:lnTo>
                    <a:pt x="3952242" y="1752600"/>
                  </a:lnTo>
                  <a:lnTo>
                    <a:pt x="3943257" y="1790700"/>
                  </a:lnTo>
                  <a:lnTo>
                    <a:pt x="3932877" y="1828800"/>
                  </a:lnTo>
                  <a:lnTo>
                    <a:pt x="3935218" y="1828800"/>
                  </a:lnTo>
                  <a:lnTo>
                    <a:pt x="3937505" y="1816100"/>
                  </a:lnTo>
                  <a:lnTo>
                    <a:pt x="3938939" y="1816100"/>
                  </a:lnTo>
                  <a:lnTo>
                    <a:pt x="3940637" y="1803400"/>
                  </a:lnTo>
                  <a:lnTo>
                    <a:pt x="3942847" y="1803400"/>
                  </a:lnTo>
                  <a:lnTo>
                    <a:pt x="3947488" y="1778395"/>
                  </a:lnTo>
                  <a:lnTo>
                    <a:pt x="3947562" y="1778000"/>
                  </a:lnTo>
                  <a:lnTo>
                    <a:pt x="3947753" y="1778000"/>
                  </a:lnTo>
                  <a:lnTo>
                    <a:pt x="3950889" y="1769647"/>
                  </a:lnTo>
                  <a:lnTo>
                    <a:pt x="3951232" y="1765300"/>
                  </a:lnTo>
                  <a:lnTo>
                    <a:pt x="3950646" y="1765300"/>
                  </a:lnTo>
                  <a:lnTo>
                    <a:pt x="3952645" y="1752600"/>
                  </a:lnTo>
                  <a:lnTo>
                    <a:pt x="3955315" y="1739900"/>
                  </a:lnTo>
                  <a:lnTo>
                    <a:pt x="3957425" y="1727778"/>
                  </a:lnTo>
                  <a:close/>
                </a:path>
                <a:path w="4009390" h="3048000">
                  <a:moveTo>
                    <a:pt x="3942847" y="1803400"/>
                  </a:moveTo>
                  <a:lnTo>
                    <a:pt x="3940637" y="1803400"/>
                  </a:lnTo>
                  <a:lnTo>
                    <a:pt x="3939418" y="1816100"/>
                  </a:lnTo>
                  <a:lnTo>
                    <a:pt x="3938939" y="1816100"/>
                  </a:lnTo>
                  <a:lnTo>
                    <a:pt x="3935775" y="1828800"/>
                  </a:lnTo>
                  <a:lnTo>
                    <a:pt x="3936249" y="1828800"/>
                  </a:lnTo>
                  <a:lnTo>
                    <a:pt x="3940489" y="1816100"/>
                  </a:lnTo>
                  <a:lnTo>
                    <a:pt x="3939418" y="1816100"/>
                  </a:lnTo>
                  <a:lnTo>
                    <a:pt x="3940637" y="1803400"/>
                  </a:lnTo>
                  <a:lnTo>
                    <a:pt x="3942847" y="1803400"/>
                  </a:lnTo>
                  <a:close/>
                </a:path>
                <a:path w="4009390" h="3048000">
                  <a:moveTo>
                    <a:pt x="40688" y="1778000"/>
                  </a:moveTo>
                  <a:lnTo>
                    <a:pt x="39978" y="1778000"/>
                  </a:lnTo>
                  <a:lnTo>
                    <a:pt x="42093" y="1790700"/>
                  </a:lnTo>
                  <a:lnTo>
                    <a:pt x="43494" y="1790700"/>
                  </a:lnTo>
                  <a:lnTo>
                    <a:pt x="45392" y="1803400"/>
                  </a:lnTo>
                  <a:lnTo>
                    <a:pt x="47397" y="1803400"/>
                  </a:lnTo>
                  <a:lnTo>
                    <a:pt x="45577" y="1790700"/>
                  </a:lnTo>
                  <a:lnTo>
                    <a:pt x="40688" y="1778000"/>
                  </a:lnTo>
                  <a:close/>
                </a:path>
                <a:path w="4009390" h="3048000">
                  <a:moveTo>
                    <a:pt x="22527" y="1710524"/>
                  </a:moveTo>
                  <a:lnTo>
                    <a:pt x="22878" y="1714500"/>
                  </a:lnTo>
                  <a:lnTo>
                    <a:pt x="20592" y="1714500"/>
                  </a:lnTo>
                  <a:lnTo>
                    <a:pt x="23359" y="1739900"/>
                  </a:lnTo>
                  <a:lnTo>
                    <a:pt x="26911" y="1752600"/>
                  </a:lnTo>
                  <a:lnTo>
                    <a:pt x="30912" y="1765300"/>
                  </a:lnTo>
                  <a:lnTo>
                    <a:pt x="35023" y="1790700"/>
                  </a:lnTo>
                  <a:lnTo>
                    <a:pt x="40766" y="1790700"/>
                  </a:lnTo>
                  <a:lnTo>
                    <a:pt x="39256" y="1778395"/>
                  </a:lnTo>
                  <a:lnTo>
                    <a:pt x="39207" y="1778000"/>
                  </a:lnTo>
                  <a:lnTo>
                    <a:pt x="64408" y="1778000"/>
                  </a:lnTo>
                  <a:lnTo>
                    <a:pt x="62083" y="1765300"/>
                  </a:lnTo>
                  <a:lnTo>
                    <a:pt x="60578" y="1765300"/>
                  </a:lnTo>
                  <a:lnTo>
                    <a:pt x="57413" y="1752600"/>
                  </a:lnTo>
                  <a:lnTo>
                    <a:pt x="27396" y="1752600"/>
                  </a:lnTo>
                  <a:lnTo>
                    <a:pt x="25569" y="1739900"/>
                  </a:lnTo>
                  <a:lnTo>
                    <a:pt x="23448" y="1714500"/>
                  </a:lnTo>
                  <a:lnTo>
                    <a:pt x="22527" y="1710524"/>
                  </a:lnTo>
                  <a:close/>
                </a:path>
                <a:path w="4009390" h="3048000">
                  <a:moveTo>
                    <a:pt x="64037" y="1765300"/>
                  </a:moveTo>
                  <a:lnTo>
                    <a:pt x="62833" y="1765300"/>
                  </a:lnTo>
                  <a:lnTo>
                    <a:pt x="64659" y="1776672"/>
                  </a:lnTo>
                  <a:lnTo>
                    <a:pt x="64777" y="1777407"/>
                  </a:lnTo>
                  <a:lnTo>
                    <a:pt x="64872" y="1778000"/>
                  </a:lnTo>
                  <a:lnTo>
                    <a:pt x="66005" y="1778000"/>
                  </a:lnTo>
                  <a:lnTo>
                    <a:pt x="64037" y="1765300"/>
                  </a:lnTo>
                  <a:close/>
                </a:path>
                <a:path w="4009390" h="3048000">
                  <a:moveTo>
                    <a:pt x="3967490" y="1663700"/>
                  </a:moveTo>
                  <a:lnTo>
                    <a:pt x="3960197" y="1714500"/>
                  </a:lnTo>
                  <a:lnTo>
                    <a:pt x="3957529" y="1727278"/>
                  </a:lnTo>
                  <a:lnTo>
                    <a:pt x="3958144" y="1739900"/>
                  </a:lnTo>
                  <a:lnTo>
                    <a:pt x="3952522" y="1765300"/>
                  </a:lnTo>
                  <a:lnTo>
                    <a:pt x="3950889" y="1769647"/>
                  </a:lnTo>
                  <a:lnTo>
                    <a:pt x="3950335" y="1776672"/>
                  </a:lnTo>
                  <a:lnTo>
                    <a:pt x="3950230" y="1778000"/>
                  </a:lnTo>
                  <a:lnTo>
                    <a:pt x="3982511" y="1778000"/>
                  </a:lnTo>
                  <a:lnTo>
                    <a:pt x="3985866" y="1765300"/>
                  </a:lnTo>
                  <a:lnTo>
                    <a:pt x="3994539" y="1714500"/>
                  </a:lnTo>
                  <a:lnTo>
                    <a:pt x="3962351" y="1714500"/>
                  </a:lnTo>
                  <a:lnTo>
                    <a:pt x="3965216" y="1691363"/>
                  </a:lnTo>
                  <a:lnTo>
                    <a:pt x="3965340" y="1690360"/>
                  </a:lnTo>
                  <a:lnTo>
                    <a:pt x="3965462" y="1689100"/>
                  </a:lnTo>
                  <a:lnTo>
                    <a:pt x="3966464" y="1676400"/>
                  </a:lnTo>
                  <a:lnTo>
                    <a:pt x="3967009" y="1673132"/>
                  </a:lnTo>
                  <a:lnTo>
                    <a:pt x="3967490" y="1663700"/>
                  </a:lnTo>
                  <a:close/>
                </a:path>
                <a:path w="4009390" h="3048000">
                  <a:moveTo>
                    <a:pt x="30000" y="1765300"/>
                  </a:moveTo>
                  <a:lnTo>
                    <a:pt x="27406" y="1765300"/>
                  </a:lnTo>
                  <a:lnTo>
                    <a:pt x="31483" y="1777407"/>
                  </a:lnTo>
                  <a:lnTo>
                    <a:pt x="31470" y="1776672"/>
                  </a:lnTo>
                  <a:lnTo>
                    <a:pt x="30000" y="1765300"/>
                  </a:lnTo>
                  <a:close/>
                </a:path>
                <a:path w="4009390" h="3048000">
                  <a:moveTo>
                    <a:pt x="60970" y="1752600"/>
                  </a:moveTo>
                  <a:lnTo>
                    <a:pt x="58893" y="1752600"/>
                  </a:lnTo>
                  <a:lnTo>
                    <a:pt x="62243" y="1765300"/>
                  </a:lnTo>
                  <a:lnTo>
                    <a:pt x="63044" y="1765300"/>
                  </a:lnTo>
                  <a:lnTo>
                    <a:pt x="60970" y="1752600"/>
                  </a:lnTo>
                  <a:close/>
                </a:path>
                <a:path w="4009390" h="3048000">
                  <a:moveTo>
                    <a:pt x="51653" y="1714500"/>
                  </a:moveTo>
                  <a:lnTo>
                    <a:pt x="23590" y="1714500"/>
                  </a:lnTo>
                  <a:lnTo>
                    <a:pt x="26577" y="1727278"/>
                  </a:lnTo>
                  <a:lnTo>
                    <a:pt x="26895" y="1737275"/>
                  </a:lnTo>
                  <a:lnTo>
                    <a:pt x="26978" y="1739900"/>
                  </a:lnTo>
                  <a:lnTo>
                    <a:pt x="29456" y="1752600"/>
                  </a:lnTo>
                  <a:lnTo>
                    <a:pt x="57413" y="1752600"/>
                  </a:lnTo>
                  <a:lnTo>
                    <a:pt x="54529" y="1739900"/>
                  </a:lnTo>
                  <a:lnTo>
                    <a:pt x="54097" y="1737275"/>
                  </a:lnTo>
                  <a:lnTo>
                    <a:pt x="51806" y="1727778"/>
                  </a:lnTo>
                  <a:lnTo>
                    <a:pt x="51686" y="1727278"/>
                  </a:lnTo>
                  <a:lnTo>
                    <a:pt x="54442" y="1727278"/>
                  </a:lnTo>
                  <a:lnTo>
                    <a:pt x="51653" y="1714500"/>
                  </a:lnTo>
                  <a:close/>
                </a:path>
                <a:path w="4009390" h="3048000">
                  <a:moveTo>
                    <a:pt x="54432" y="1727278"/>
                  </a:moveTo>
                  <a:lnTo>
                    <a:pt x="52454" y="1727278"/>
                  </a:lnTo>
                  <a:lnTo>
                    <a:pt x="54097" y="1737275"/>
                  </a:lnTo>
                  <a:lnTo>
                    <a:pt x="54730" y="1739900"/>
                  </a:lnTo>
                  <a:lnTo>
                    <a:pt x="55550" y="1739900"/>
                  </a:lnTo>
                  <a:lnTo>
                    <a:pt x="54476" y="1727778"/>
                  </a:lnTo>
                  <a:lnTo>
                    <a:pt x="54432" y="1727278"/>
                  </a:lnTo>
                  <a:close/>
                </a:path>
                <a:path w="4009390" h="3048000">
                  <a:moveTo>
                    <a:pt x="52454" y="1727278"/>
                  </a:moveTo>
                  <a:lnTo>
                    <a:pt x="51686" y="1727278"/>
                  </a:lnTo>
                  <a:lnTo>
                    <a:pt x="54097" y="1737275"/>
                  </a:lnTo>
                  <a:lnTo>
                    <a:pt x="52536" y="1727778"/>
                  </a:lnTo>
                  <a:lnTo>
                    <a:pt x="52454" y="1727278"/>
                  </a:lnTo>
                  <a:close/>
                </a:path>
                <a:path w="4009390" h="3048000">
                  <a:moveTo>
                    <a:pt x="19892" y="1722442"/>
                  </a:moveTo>
                  <a:lnTo>
                    <a:pt x="20007" y="1727278"/>
                  </a:lnTo>
                  <a:lnTo>
                    <a:pt x="21184" y="1727278"/>
                  </a:lnTo>
                  <a:lnTo>
                    <a:pt x="19892" y="1722442"/>
                  </a:lnTo>
                  <a:close/>
                </a:path>
                <a:path w="4009390" h="3048000">
                  <a:moveTo>
                    <a:pt x="45737" y="1663700"/>
                  </a:moveTo>
                  <a:lnTo>
                    <a:pt x="12323" y="1663700"/>
                  </a:lnTo>
                  <a:lnTo>
                    <a:pt x="13208" y="1676400"/>
                  </a:lnTo>
                  <a:lnTo>
                    <a:pt x="14158" y="1676400"/>
                  </a:lnTo>
                  <a:lnTo>
                    <a:pt x="15556" y="1689100"/>
                  </a:lnTo>
                  <a:lnTo>
                    <a:pt x="17769" y="1714500"/>
                  </a:lnTo>
                  <a:lnTo>
                    <a:pt x="19892" y="1722442"/>
                  </a:lnTo>
                  <a:lnTo>
                    <a:pt x="19703" y="1714500"/>
                  </a:lnTo>
                  <a:lnTo>
                    <a:pt x="22878" y="1714500"/>
                  </a:lnTo>
                  <a:lnTo>
                    <a:pt x="22527" y="1710524"/>
                  </a:lnTo>
                  <a:lnTo>
                    <a:pt x="20507" y="1701800"/>
                  </a:lnTo>
                  <a:lnTo>
                    <a:pt x="49649" y="1701800"/>
                  </a:lnTo>
                  <a:lnTo>
                    <a:pt x="47177" y="1676400"/>
                  </a:lnTo>
                  <a:lnTo>
                    <a:pt x="45737" y="1663700"/>
                  </a:lnTo>
                  <a:close/>
                </a:path>
                <a:path w="4009390" h="3048000">
                  <a:moveTo>
                    <a:pt x="49649" y="1701800"/>
                  </a:moveTo>
                  <a:lnTo>
                    <a:pt x="21757" y="1701800"/>
                  </a:lnTo>
                  <a:lnTo>
                    <a:pt x="22527" y="1710524"/>
                  </a:lnTo>
                  <a:lnTo>
                    <a:pt x="23448" y="1714500"/>
                  </a:lnTo>
                  <a:lnTo>
                    <a:pt x="50885" y="1714500"/>
                  </a:lnTo>
                  <a:lnTo>
                    <a:pt x="49649" y="1701800"/>
                  </a:lnTo>
                  <a:close/>
                </a:path>
                <a:path w="4009390" h="3048000">
                  <a:moveTo>
                    <a:pt x="4002730" y="1651000"/>
                  </a:moveTo>
                  <a:lnTo>
                    <a:pt x="3971033" y="1651000"/>
                  </a:lnTo>
                  <a:lnTo>
                    <a:pt x="3968582" y="1663700"/>
                  </a:lnTo>
                  <a:lnTo>
                    <a:pt x="3967009" y="1673132"/>
                  </a:lnTo>
                  <a:lnTo>
                    <a:pt x="3966842" y="1676400"/>
                  </a:lnTo>
                  <a:lnTo>
                    <a:pt x="3965462" y="1689100"/>
                  </a:lnTo>
                  <a:lnTo>
                    <a:pt x="3964460" y="1701800"/>
                  </a:lnTo>
                  <a:lnTo>
                    <a:pt x="3962351" y="1714500"/>
                  </a:lnTo>
                  <a:lnTo>
                    <a:pt x="3994539" y="1714500"/>
                  </a:lnTo>
                  <a:lnTo>
                    <a:pt x="4001499" y="1663700"/>
                  </a:lnTo>
                  <a:lnTo>
                    <a:pt x="4002730" y="1651000"/>
                  </a:lnTo>
                  <a:close/>
                </a:path>
                <a:path w="4009390" h="3048000">
                  <a:moveTo>
                    <a:pt x="3967009" y="1673132"/>
                  </a:moveTo>
                  <a:lnTo>
                    <a:pt x="3966464" y="1676400"/>
                  </a:lnTo>
                  <a:lnTo>
                    <a:pt x="3965462" y="1689100"/>
                  </a:lnTo>
                  <a:lnTo>
                    <a:pt x="3966842" y="1676400"/>
                  </a:lnTo>
                  <a:lnTo>
                    <a:pt x="3967009" y="1673132"/>
                  </a:lnTo>
                  <a:close/>
                </a:path>
                <a:path w="4009390" h="3048000">
                  <a:moveTo>
                    <a:pt x="40252" y="1612907"/>
                  </a:moveTo>
                  <a:lnTo>
                    <a:pt x="39381" y="1612907"/>
                  </a:lnTo>
                  <a:lnTo>
                    <a:pt x="40224" y="1625600"/>
                  </a:lnTo>
                  <a:lnTo>
                    <a:pt x="41230" y="1638300"/>
                  </a:lnTo>
                  <a:lnTo>
                    <a:pt x="8136" y="1638300"/>
                  </a:lnTo>
                  <a:lnTo>
                    <a:pt x="9490" y="1651000"/>
                  </a:lnTo>
                  <a:lnTo>
                    <a:pt x="11680" y="1676400"/>
                  </a:lnTo>
                  <a:lnTo>
                    <a:pt x="12208" y="1676400"/>
                  </a:lnTo>
                  <a:lnTo>
                    <a:pt x="12323" y="1663700"/>
                  </a:lnTo>
                  <a:lnTo>
                    <a:pt x="45737" y="1663700"/>
                  </a:lnTo>
                  <a:lnTo>
                    <a:pt x="42857" y="1638300"/>
                  </a:lnTo>
                  <a:lnTo>
                    <a:pt x="40390" y="1614255"/>
                  </a:lnTo>
                  <a:lnTo>
                    <a:pt x="40314" y="1613507"/>
                  </a:lnTo>
                  <a:lnTo>
                    <a:pt x="40252" y="1612907"/>
                  </a:lnTo>
                  <a:close/>
                </a:path>
                <a:path w="4009390" h="3048000">
                  <a:moveTo>
                    <a:pt x="3973450" y="1574800"/>
                  </a:moveTo>
                  <a:lnTo>
                    <a:pt x="3972312" y="1600200"/>
                  </a:lnTo>
                  <a:lnTo>
                    <a:pt x="3970941" y="1625600"/>
                  </a:lnTo>
                  <a:lnTo>
                    <a:pt x="3968953" y="1638300"/>
                  </a:lnTo>
                  <a:lnTo>
                    <a:pt x="3965961" y="1663700"/>
                  </a:lnTo>
                  <a:lnTo>
                    <a:pt x="3968438" y="1663700"/>
                  </a:lnTo>
                  <a:lnTo>
                    <a:pt x="3969238" y="1651000"/>
                  </a:lnTo>
                  <a:lnTo>
                    <a:pt x="4002730" y="1651000"/>
                  </a:lnTo>
                  <a:lnTo>
                    <a:pt x="4006294" y="1614255"/>
                  </a:lnTo>
                  <a:lnTo>
                    <a:pt x="4006366" y="1613507"/>
                  </a:lnTo>
                  <a:lnTo>
                    <a:pt x="4006424" y="1612907"/>
                  </a:lnTo>
                  <a:lnTo>
                    <a:pt x="3975980" y="1612907"/>
                  </a:lnTo>
                  <a:lnTo>
                    <a:pt x="3975654" y="1600200"/>
                  </a:lnTo>
                  <a:lnTo>
                    <a:pt x="3972957" y="1600200"/>
                  </a:lnTo>
                  <a:lnTo>
                    <a:pt x="3973291" y="1587500"/>
                  </a:lnTo>
                  <a:lnTo>
                    <a:pt x="3973480" y="1587500"/>
                  </a:lnTo>
                  <a:lnTo>
                    <a:pt x="3973450" y="1574800"/>
                  </a:lnTo>
                  <a:close/>
                </a:path>
                <a:path w="4009390" h="3048000">
                  <a:moveTo>
                    <a:pt x="34249" y="1358905"/>
                  </a:moveTo>
                  <a:lnTo>
                    <a:pt x="20478" y="1358905"/>
                  </a:lnTo>
                  <a:lnTo>
                    <a:pt x="20373" y="1359675"/>
                  </a:lnTo>
                  <a:lnTo>
                    <a:pt x="19516" y="1371600"/>
                  </a:lnTo>
                  <a:lnTo>
                    <a:pt x="18840" y="1377992"/>
                  </a:lnTo>
                  <a:lnTo>
                    <a:pt x="18447" y="1384310"/>
                  </a:lnTo>
                  <a:lnTo>
                    <a:pt x="12013" y="1384310"/>
                  </a:lnTo>
                  <a:lnTo>
                    <a:pt x="8057" y="1421999"/>
                  </a:lnTo>
                  <a:lnTo>
                    <a:pt x="5133" y="1460500"/>
                  </a:lnTo>
                  <a:lnTo>
                    <a:pt x="3507" y="1498410"/>
                  </a:lnTo>
                  <a:lnTo>
                    <a:pt x="3414" y="1511300"/>
                  </a:lnTo>
                  <a:lnTo>
                    <a:pt x="7895" y="1511300"/>
                  </a:lnTo>
                  <a:lnTo>
                    <a:pt x="8498" y="1524000"/>
                  </a:lnTo>
                  <a:lnTo>
                    <a:pt x="9284" y="1524000"/>
                  </a:lnTo>
                  <a:lnTo>
                    <a:pt x="9451" y="1536700"/>
                  </a:lnTo>
                  <a:lnTo>
                    <a:pt x="9739" y="1562100"/>
                  </a:lnTo>
                  <a:lnTo>
                    <a:pt x="9726" y="1574800"/>
                  </a:lnTo>
                  <a:lnTo>
                    <a:pt x="1920" y="1574800"/>
                  </a:lnTo>
                  <a:lnTo>
                    <a:pt x="3009" y="1587500"/>
                  </a:lnTo>
                  <a:lnTo>
                    <a:pt x="4292" y="1587500"/>
                  </a:lnTo>
                  <a:lnTo>
                    <a:pt x="5003" y="1600200"/>
                  </a:lnTo>
                  <a:lnTo>
                    <a:pt x="5468" y="1600200"/>
                  </a:lnTo>
                  <a:lnTo>
                    <a:pt x="5938" y="1611679"/>
                  </a:lnTo>
                  <a:lnTo>
                    <a:pt x="5989" y="1612907"/>
                  </a:lnTo>
                  <a:lnTo>
                    <a:pt x="6550" y="1612907"/>
                  </a:lnTo>
                  <a:lnTo>
                    <a:pt x="7141" y="1625600"/>
                  </a:lnTo>
                  <a:lnTo>
                    <a:pt x="6058" y="1625600"/>
                  </a:lnTo>
                  <a:lnTo>
                    <a:pt x="6867" y="1638300"/>
                  </a:lnTo>
                  <a:lnTo>
                    <a:pt x="29225" y="1638300"/>
                  </a:lnTo>
                  <a:lnTo>
                    <a:pt x="28366" y="1625600"/>
                  </a:lnTo>
                  <a:lnTo>
                    <a:pt x="28228" y="1622339"/>
                  </a:lnTo>
                  <a:lnTo>
                    <a:pt x="27533" y="1614255"/>
                  </a:lnTo>
                  <a:lnTo>
                    <a:pt x="25368" y="1587500"/>
                  </a:lnTo>
                  <a:lnTo>
                    <a:pt x="25263" y="1574800"/>
                  </a:lnTo>
                  <a:lnTo>
                    <a:pt x="23597" y="1536700"/>
                  </a:lnTo>
                  <a:lnTo>
                    <a:pt x="23533" y="1498410"/>
                  </a:lnTo>
                  <a:lnTo>
                    <a:pt x="24375" y="1473200"/>
                  </a:lnTo>
                  <a:lnTo>
                    <a:pt x="36880" y="1473200"/>
                  </a:lnTo>
                  <a:lnTo>
                    <a:pt x="37664" y="1460500"/>
                  </a:lnTo>
                  <a:lnTo>
                    <a:pt x="40632" y="1422710"/>
                  </a:lnTo>
                  <a:lnTo>
                    <a:pt x="40707" y="1421999"/>
                  </a:lnTo>
                  <a:lnTo>
                    <a:pt x="42278" y="1409700"/>
                  </a:lnTo>
                  <a:lnTo>
                    <a:pt x="29049" y="1409700"/>
                  </a:lnTo>
                  <a:lnTo>
                    <a:pt x="30342" y="1397000"/>
                  </a:lnTo>
                  <a:lnTo>
                    <a:pt x="30807" y="1397000"/>
                  </a:lnTo>
                  <a:lnTo>
                    <a:pt x="32404" y="1371600"/>
                  </a:lnTo>
                  <a:lnTo>
                    <a:pt x="33474" y="1371600"/>
                  </a:lnTo>
                  <a:lnTo>
                    <a:pt x="34202" y="1359675"/>
                  </a:lnTo>
                  <a:lnTo>
                    <a:pt x="34249" y="1358905"/>
                  </a:lnTo>
                  <a:close/>
                </a:path>
                <a:path w="4009390" h="3048000">
                  <a:moveTo>
                    <a:pt x="28228" y="1622339"/>
                  </a:moveTo>
                  <a:lnTo>
                    <a:pt x="28366" y="1625600"/>
                  </a:lnTo>
                  <a:lnTo>
                    <a:pt x="29225" y="1638300"/>
                  </a:lnTo>
                  <a:lnTo>
                    <a:pt x="29601" y="1638300"/>
                  </a:lnTo>
                  <a:lnTo>
                    <a:pt x="28228" y="1622339"/>
                  </a:lnTo>
                  <a:close/>
                </a:path>
                <a:path w="4009390" h="3048000">
                  <a:moveTo>
                    <a:pt x="36880" y="1473200"/>
                  </a:moveTo>
                  <a:lnTo>
                    <a:pt x="25466" y="1473200"/>
                  </a:lnTo>
                  <a:lnTo>
                    <a:pt x="26124" y="1511300"/>
                  </a:lnTo>
                  <a:lnTo>
                    <a:pt x="25520" y="1524000"/>
                  </a:lnTo>
                  <a:lnTo>
                    <a:pt x="25471" y="1549400"/>
                  </a:lnTo>
                  <a:lnTo>
                    <a:pt x="26196" y="1574800"/>
                  </a:lnTo>
                  <a:lnTo>
                    <a:pt x="27914" y="1600200"/>
                  </a:lnTo>
                  <a:lnTo>
                    <a:pt x="27887" y="1614255"/>
                  </a:lnTo>
                  <a:lnTo>
                    <a:pt x="28228" y="1622339"/>
                  </a:lnTo>
                  <a:lnTo>
                    <a:pt x="29601" y="1638300"/>
                  </a:lnTo>
                  <a:lnTo>
                    <a:pt x="41230" y="1638300"/>
                  </a:lnTo>
                  <a:lnTo>
                    <a:pt x="38545" y="1614255"/>
                  </a:lnTo>
                  <a:lnTo>
                    <a:pt x="38461" y="1613507"/>
                  </a:lnTo>
                  <a:lnTo>
                    <a:pt x="38335" y="1612222"/>
                  </a:lnTo>
                  <a:lnTo>
                    <a:pt x="37302" y="1600200"/>
                  </a:lnTo>
                  <a:lnTo>
                    <a:pt x="37471" y="1587500"/>
                  </a:lnTo>
                  <a:lnTo>
                    <a:pt x="38415" y="1587500"/>
                  </a:lnTo>
                  <a:lnTo>
                    <a:pt x="37030" y="1562100"/>
                  </a:lnTo>
                  <a:lnTo>
                    <a:pt x="36073" y="1549400"/>
                  </a:lnTo>
                  <a:lnTo>
                    <a:pt x="35754" y="1536700"/>
                  </a:lnTo>
                  <a:lnTo>
                    <a:pt x="36283" y="1511300"/>
                  </a:lnTo>
                  <a:lnTo>
                    <a:pt x="34999" y="1511300"/>
                  </a:lnTo>
                  <a:lnTo>
                    <a:pt x="34903" y="1498600"/>
                  </a:lnTo>
                  <a:lnTo>
                    <a:pt x="35486" y="1498600"/>
                  </a:lnTo>
                  <a:lnTo>
                    <a:pt x="36149" y="1485900"/>
                  </a:lnTo>
                  <a:lnTo>
                    <a:pt x="36880" y="1473200"/>
                  </a:lnTo>
                  <a:close/>
                </a:path>
                <a:path w="4009390" h="3048000">
                  <a:moveTo>
                    <a:pt x="6044" y="1614255"/>
                  </a:moveTo>
                  <a:lnTo>
                    <a:pt x="5734" y="1622339"/>
                  </a:lnTo>
                  <a:lnTo>
                    <a:pt x="5646" y="1625600"/>
                  </a:lnTo>
                  <a:lnTo>
                    <a:pt x="7141" y="1625600"/>
                  </a:lnTo>
                  <a:lnTo>
                    <a:pt x="6044" y="1614255"/>
                  </a:lnTo>
                  <a:close/>
                </a:path>
                <a:path w="4009390" h="3048000">
                  <a:moveTo>
                    <a:pt x="4002739" y="1409700"/>
                  </a:moveTo>
                  <a:lnTo>
                    <a:pt x="3972433" y="1409700"/>
                  </a:lnTo>
                  <a:lnTo>
                    <a:pt x="3973166" y="1421999"/>
                  </a:lnTo>
                  <a:lnTo>
                    <a:pt x="3974927" y="1435100"/>
                  </a:lnTo>
                  <a:lnTo>
                    <a:pt x="3977267" y="1460500"/>
                  </a:lnTo>
                  <a:lnTo>
                    <a:pt x="3978603" y="1485900"/>
                  </a:lnTo>
                  <a:lnTo>
                    <a:pt x="3979010" y="1511300"/>
                  </a:lnTo>
                  <a:lnTo>
                    <a:pt x="3976739" y="1511300"/>
                  </a:lnTo>
                  <a:lnTo>
                    <a:pt x="3977372" y="1524000"/>
                  </a:lnTo>
                  <a:lnTo>
                    <a:pt x="3977365" y="1549400"/>
                  </a:lnTo>
                  <a:lnTo>
                    <a:pt x="3978151" y="1549400"/>
                  </a:lnTo>
                  <a:lnTo>
                    <a:pt x="3978618" y="1562100"/>
                  </a:lnTo>
                  <a:lnTo>
                    <a:pt x="3978149" y="1574800"/>
                  </a:lnTo>
                  <a:lnTo>
                    <a:pt x="3977527" y="1587500"/>
                  </a:lnTo>
                  <a:lnTo>
                    <a:pt x="3977535" y="1600200"/>
                  </a:lnTo>
                  <a:lnTo>
                    <a:pt x="3976669" y="1611679"/>
                  </a:lnTo>
                  <a:lnTo>
                    <a:pt x="3976576" y="1612907"/>
                  </a:lnTo>
                  <a:lnTo>
                    <a:pt x="4006425" y="1612907"/>
                  </a:lnTo>
                  <a:lnTo>
                    <a:pt x="4008998" y="1562100"/>
                  </a:lnTo>
                  <a:lnTo>
                    <a:pt x="4008899" y="1511300"/>
                  </a:lnTo>
                  <a:lnTo>
                    <a:pt x="4009244" y="1498600"/>
                  </a:lnTo>
                  <a:lnTo>
                    <a:pt x="4007805" y="1460500"/>
                  </a:lnTo>
                  <a:lnTo>
                    <a:pt x="4005373" y="1435100"/>
                  </a:lnTo>
                  <a:lnTo>
                    <a:pt x="4002739" y="1409700"/>
                  </a:lnTo>
                  <a:close/>
                </a:path>
                <a:path w="4009390" h="3048000">
                  <a:moveTo>
                    <a:pt x="3978151" y="1549400"/>
                  </a:moveTo>
                  <a:lnTo>
                    <a:pt x="3974683" y="1549400"/>
                  </a:lnTo>
                  <a:lnTo>
                    <a:pt x="3973793" y="1562100"/>
                  </a:lnTo>
                  <a:lnTo>
                    <a:pt x="3975499" y="1562100"/>
                  </a:lnTo>
                  <a:lnTo>
                    <a:pt x="3975722" y="1574800"/>
                  </a:lnTo>
                  <a:lnTo>
                    <a:pt x="3975107" y="1587500"/>
                  </a:lnTo>
                  <a:lnTo>
                    <a:pt x="3973874" y="1587500"/>
                  </a:lnTo>
                  <a:lnTo>
                    <a:pt x="3972957" y="1600200"/>
                  </a:lnTo>
                  <a:lnTo>
                    <a:pt x="3975507" y="1600200"/>
                  </a:lnTo>
                  <a:lnTo>
                    <a:pt x="3976418" y="1587500"/>
                  </a:lnTo>
                  <a:lnTo>
                    <a:pt x="3977210" y="1574800"/>
                  </a:lnTo>
                  <a:lnTo>
                    <a:pt x="3977812" y="1562100"/>
                  </a:lnTo>
                  <a:lnTo>
                    <a:pt x="3978151" y="1549400"/>
                  </a:lnTo>
                  <a:close/>
                </a:path>
                <a:path w="4009390" h="3048000">
                  <a:moveTo>
                    <a:pt x="7478" y="1511300"/>
                  </a:moveTo>
                  <a:lnTo>
                    <a:pt x="4461" y="1511300"/>
                  </a:lnTo>
                  <a:lnTo>
                    <a:pt x="4729" y="1524000"/>
                  </a:lnTo>
                  <a:lnTo>
                    <a:pt x="4399" y="1536700"/>
                  </a:lnTo>
                  <a:lnTo>
                    <a:pt x="4221" y="1549400"/>
                  </a:lnTo>
                  <a:lnTo>
                    <a:pt x="2959" y="1549400"/>
                  </a:lnTo>
                  <a:lnTo>
                    <a:pt x="4084" y="1562100"/>
                  </a:lnTo>
                  <a:lnTo>
                    <a:pt x="3747" y="1574800"/>
                  </a:lnTo>
                  <a:lnTo>
                    <a:pt x="8992" y="1574800"/>
                  </a:lnTo>
                  <a:lnTo>
                    <a:pt x="8802" y="1562100"/>
                  </a:lnTo>
                  <a:lnTo>
                    <a:pt x="8572" y="1549400"/>
                  </a:lnTo>
                  <a:lnTo>
                    <a:pt x="3993" y="1549400"/>
                  </a:lnTo>
                  <a:lnTo>
                    <a:pt x="3108" y="1536700"/>
                  </a:lnTo>
                  <a:lnTo>
                    <a:pt x="8117" y="1536700"/>
                  </a:lnTo>
                  <a:lnTo>
                    <a:pt x="7252" y="1524000"/>
                  </a:lnTo>
                  <a:lnTo>
                    <a:pt x="7478" y="1511300"/>
                  </a:lnTo>
                  <a:close/>
                </a:path>
                <a:path w="4009390" h="3048000">
                  <a:moveTo>
                    <a:pt x="3975174" y="1524000"/>
                  </a:moveTo>
                  <a:lnTo>
                    <a:pt x="3973977" y="1524000"/>
                  </a:lnTo>
                  <a:lnTo>
                    <a:pt x="3974086" y="1536700"/>
                  </a:lnTo>
                  <a:lnTo>
                    <a:pt x="3974551" y="1549400"/>
                  </a:lnTo>
                  <a:lnTo>
                    <a:pt x="3977365" y="1549400"/>
                  </a:lnTo>
                  <a:lnTo>
                    <a:pt x="3976450" y="1536700"/>
                  </a:lnTo>
                  <a:lnTo>
                    <a:pt x="3975859" y="1536700"/>
                  </a:lnTo>
                  <a:lnTo>
                    <a:pt x="3975174" y="1524000"/>
                  </a:lnTo>
                  <a:close/>
                </a:path>
                <a:path w="4009390" h="3048000">
                  <a:moveTo>
                    <a:pt x="3414" y="1511300"/>
                  </a:moveTo>
                  <a:lnTo>
                    <a:pt x="3114" y="1511300"/>
                  </a:lnTo>
                  <a:lnTo>
                    <a:pt x="3178" y="1524000"/>
                  </a:lnTo>
                  <a:lnTo>
                    <a:pt x="3242" y="1536700"/>
                  </a:lnTo>
                  <a:lnTo>
                    <a:pt x="3328" y="1524000"/>
                  </a:lnTo>
                  <a:lnTo>
                    <a:pt x="3414" y="1511300"/>
                  </a:lnTo>
                  <a:close/>
                </a:path>
                <a:path w="4009390" h="3048000">
                  <a:moveTo>
                    <a:pt x="956" y="1498600"/>
                  </a:moveTo>
                  <a:lnTo>
                    <a:pt x="0" y="1511300"/>
                  </a:lnTo>
                  <a:lnTo>
                    <a:pt x="692" y="1511300"/>
                  </a:lnTo>
                  <a:lnTo>
                    <a:pt x="956" y="1498600"/>
                  </a:lnTo>
                  <a:close/>
                </a:path>
                <a:path w="4009390" h="3048000">
                  <a:moveTo>
                    <a:pt x="35833" y="1498600"/>
                  </a:moveTo>
                  <a:lnTo>
                    <a:pt x="35357" y="1511300"/>
                  </a:lnTo>
                  <a:lnTo>
                    <a:pt x="36283" y="1511300"/>
                  </a:lnTo>
                  <a:lnTo>
                    <a:pt x="35833" y="1498600"/>
                  </a:lnTo>
                  <a:close/>
                </a:path>
                <a:path w="4009390" h="3048000">
                  <a:moveTo>
                    <a:pt x="3975017" y="1485900"/>
                  </a:moveTo>
                  <a:lnTo>
                    <a:pt x="3975832" y="1511300"/>
                  </a:lnTo>
                  <a:lnTo>
                    <a:pt x="3978360" y="1511300"/>
                  </a:lnTo>
                  <a:lnTo>
                    <a:pt x="3977877" y="1498600"/>
                  </a:lnTo>
                  <a:lnTo>
                    <a:pt x="3976185" y="1498600"/>
                  </a:lnTo>
                  <a:lnTo>
                    <a:pt x="3976186" y="1498410"/>
                  </a:lnTo>
                  <a:lnTo>
                    <a:pt x="3975017" y="1485900"/>
                  </a:lnTo>
                  <a:close/>
                </a:path>
                <a:path w="4009390" h="3048000">
                  <a:moveTo>
                    <a:pt x="3567" y="1447800"/>
                  </a:moveTo>
                  <a:lnTo>
                    <a:pt x="3188" y="1447800"/>
                  </a:lnTo>
                  <a:lnTo>
                    <a:pt x="2119" y="1460500"/>
                  </a:lnTo>
                  <a:lnTo>
                    <a:pt x="1820" y="1473200"/>
                  </a:lnTo>
                  <a:lnTo>
                    <a:pt x="1520" y="1498410"/>
                  </a:lnTo>
                  <a:lnTo>
                    <a:pt x="1517" y="1498600"/>
                  </a:lnTo>
                  <a:lnTo>
                    <a:pt x="2566" y="1498600"/>
                  </a:lnTo>
                  <a:lnTo>
                    <a:pt x="2656" y="1485900"/>
                  </a:lnTo>
                  <a:lnTo>
                    <a:pt x="2747" y="1473200"/>
                  </a:lnTo>
                  <a:lnTo>
                    <a:pt x="3250" y="1460500"/>
                  </a:lnTo>
                  <a:lnTo>
                    <a:pt x="3567" y="1447800"/>
                  </a:lnTo>
                  <a:close/>
                </a:path>
                <a:path w="4009390" h="3048000">
                  <a:moveTo>
                    <a:pt x="3975607" y="1447800"/>
                  </a:moveTo>
                  <a:lnTo>
                    <a:pt x="3975369" y="1447800"/>
                  </a:lnTo>
                  <a:lnTo>
                    <a:pt x="3976232" y="1485900"/>
                  </a:lnTo>
                  <a:lnTo>
                    <a:pt x="3976185" y="1498600"/>
                  </a:lnTo>
                  <a:lnTo>
                    <a:pt x="3977877" y="1498600"/>
                  </a:lnTo>
                  <a:lnTo>
                    <a:pt x="3977394" y="1485900"/>
                  </a:lnTo>
                  <a:lnTo>
                    <a:pt x="3976714" y="1485900"/>
                  </a:lnTo>
                  <a:lnTo>
                    <a:pt x="3977025" y="1460500"/>
                  </a:lnTo>
                  <a:lnTo>
                    <a:pt x="3975607" y="1447800"/>
                  </a:lnTo>
                  <a:close/>
                </a:path>
                <a:path w="4009390" h="3048000">
                  <a:moveTo>
                    <a:pt x="3919617" y="1162587"/>
                  </a:moveTo>
                  <a:lnTo>
                    <a:pt x="3926168" y="1181100"/>
                  </a:lnTo>
                  <a:lnTo>
                    <a:pt x="3933993" y="1206500"/>
                  </a:lnTo>
                  <a:lnTo>
                    <a:pt x="3944009" y="1244619"/>
                  </a:lnTo>
                  <a:lnTo>
                    <a:pt x="3942879" y="1244619"/>
                  </a:lnTo>
                  <a:lnTo>
                    <a:pt x="3943099" y="1245595"/>
                  </a:lnTo>
                  <a:lnTo>
                    <a:pt x="3945963" y="1257300"/>
                  </a:lnTo>
                  <a:lnTo>
                    <a:pt x="3946200" y="1257300"/>
                  </a:lnTo>
                  <a:lnTo>
                    <a:pt x="3949422" y="1270985"/>
                  </a:lnTo>
                  <a:lnTo>
                    <a:pt x="3952218" y="1282700"/>
                  </a:lnTo>
                  <a:lnTo>
                    <a:pt x="3957357" y="1308100"/>
                  </a:lnTo>
                  <a:lnTo>
                    <a:pt x="3962255" y="1333500"/>
                  </a:lnTo>
                  <a:lnTo>
                    <a:pt x="3971069" y="1384310"/>
                  </a:lnTo>
                  <a:lnTo>
                    <a:pt x="3969774" y="1384310"/>
                  </a:lnTo>
                  <a:lnTo>
                    <a:pt x="3971050" y="1397000"/>
                  </a:lnTo>
                  <a:lnTo>
                    <a:pt x="3966000" y="1397000"/>
                  </a:lnTo>
                  <a:lnTo>
                    <a:pt x="3968988" y="1421999"/>
                  </a:lnTo>
                  <a:lnTo>
                    <a:pt x="3970319" y="1435100"/>
                  </a:lnTo>
                  <a:lnTo>
                    <a:pt x="3970638" y="1447800"/>
                  </a:lnTo>
                  <a:lnTo>
                    <a:pt x="3970782" y="1460500"/>
                  </a:lnTo>
                  <a:lnTo>
                    <a:pt x="3973168" y="1460500"/>
                  </a:lnTo>
                  <a:lnTo>
                    <a:pt x="3975369" y="1447800"/>
                  </a:lnTo>
                  <a:lnTo>
                    <a:pt x="3975607" y="1447800"/>
                  </a:lnTo>
                  <a:lnTo>
                    <a:pt x="3974189" y="1435100"/>
                  </a:lnTo>
                  <a:lnTo>
                    <a:pt x="3970981" y="1435100"/>
                  </a:lnTo>
                  <a:lnTo>
                    <a:pt x="3970464" y="1422710"/>
                  </a:lnTo>
                  <a:lnTo>
                    <a:pt x="3970451" y="1422400"/>
                  </a:lnTo>
                  <a:lnTo>
                    <a:pt x="3969221" y="1422400"/>
                  </a:lnTo>
                  <a:lnTo>
                    <a:pt x="3968632" y="1409700"/>
                  </a:lnTo>
                  <a:lnTo>
                    <a:pt x="4002739" y="1409700"/>
                  </a:lnTo>
                  <a:lnTo>
                    <a:pt x="4000932" y="1386241"/>
                  </a:lnTo>
                  <a:lnTo>
                    <a:pt x="3994782" y="1346200"/>
                  </a:lnTo>
                  <a:lnTo>
                    <a:pt x="3991692" y="1333500"/>
                  </a:lnTo>
                  <a:lnTo>
                    <a:pt x="3990560" y="1320800"/>
                  </a:lnTo>
                  <a:lnTo>
                    <a:pt x="3987414" y="1308100"/>
                  </a:lnTo>
                  <a:lnTo>
                    <a:pt x="3985854" y="1295400"/>
                  </a:lnTo>
                  <a:lnTo>
                    <a:pt x="3985418" y="1295400"/>
                  </a:lnTo>
                  <a:lnTo>
                    <a:pt x="3983283" y="1282972"/>
                  </a:lnTo>
                  <a:lnTo>
                    <a:pt x="3983237" y="1282700"/>
                  </a:lnTo>
                  <a:lnTo>
                    <a:pt x="3983728" y="1282700"/>
                  </a:lnTo>
                  <a:lnTo>
                    <a:pt x="3976056" y="1244619"/>
                  </a:lnTo>
                  <a:lnTo>
                    <a:pt x="3963878" y="1206500"/>
                  </a:lnTo>
                  <a:lnTo>
                    <a:pt x="3956063" y="1181100"/>
                  </a:lnTo>
                  <a:lnTo>
                    <a:pt x="3931374" y="1181100"/>
                  </a:lnTo>
                  <a:lnTo>
                    <a:pt x="3928757" y="1168400"/>
                  </a:lnTo>
                  <a:lnTo>
                    <a:pt x="3921802" y="1168400"/>
                  </a:lnTo>
                  <a:lnTo>
                    <a:pt x="3919617" y="1162587"/>
                  </a:lnTo>
                  <a:close/>
                </a:path>
                <a:path w="4009390" h="3048000">
                  <a:moveTo>
                    <a:pt x="3971513" y="1409700"/>
                  </a:moveTo>
                  <a:lnTo>
                    <a:pt x="3970885" y="1409700"/>
                  </a:lnTo>
                  <a:lnTo>
                    <a:pt x="3972229" y="1421999"/>
                  </a:lnTo>
                  <a:lnTo>
                    <a:pt x="3972273" y="1422400"/>
                  </a:lnTo>
                  <a:lnTo>
                    <a:pt x="3970959" y="1422400"/>
                  </a:lnTo>
                  <a:lnTo>
                    <a:pt x="3972204" y="1435100"/>
                  </a:lnTo>
                  <a:lnTo>
                    <a:pt x="3974510" y="1435100"/>
                  </a:lnTo>
                  <a:lnTo>
                    <a:pt x="3973239" y="1422710"/>
                  </a:lnTo>
                  <a:lnTo>
                    <a:pt x="3973166" y="1421999"/>
                  </a:lnTo>
                  <a:lnTo>
                    <a:pt x="3971513" y="1409700"/>
                  </a:lnTo>
                  <a:close/>
                </a:path>
                <a:path w="4009390" h="3048000">
                  <a:moveTo>
                    <a:pt x="3972433" y="1409700"/>
                  </a:moveTo>
                  <a:lnTo>
                    <a:pt x="3971513" y="1409700"/>
                  </a:lnTo>
                  <a:lnTo>
                    <a:pt x="3973166" y="1421999"/>
                  </a:lnTo>
                  <a:lnTo>
                    <a:pt x="3972433" y="1409700"/>
                  </a:lnTo>
                  <a:close/>
                </a:path>
                <a:path w="4009390" h="3048000">
                  <a:moveTo>
                    <a:pt x="30321" y="1400515"/>
                  </a:moveTo>
                  <a:lnTo>
                    <a:pt x="29049" y="1409700"/>
                  </a:lnTo>
                  <a:lnTo>
                    <a:pt x="30101" y="1409700"/>
                  </a:lnTo>
                  <a:lnTo>
                    <a:pt x="30274" y="1408296"/>
                  </a:lnTo>
                  <a:lnTo>
                    <a:pt x="30321" y="1400515"/>
                  </a:lnTo>
                  <a:close/>
                </a:path>
                <a:path w="4009390" h="3048000">
                  <a:moveTo>
                    <a:pt x="30274" y="1408296"/>
                  </a:moveTo>
                  <a:lnTo>
                    <a:pt x="30101" y="1409700"/>
                  </a:lnTo>
                  <a:lnTo>
                    <a:pt x="30265" y="1409700"/>
                  </a:lnTo>
                  <a:lnTo>
                    <a:pt x="30274" y="1408296"/>
                  </a:lnTo>
                  <a:close/>
                </a:path>
                <a:path w="4009390" h="3048000">
                  <a:moveTo>
                    <a:pt x="45580" y="1295400"/>
                  </a:moveTo>
                  <a:lnTo>
                    <a:pt x="24981" y="1295400"/>
                  </a:lnTo>
                  <a:lnTo>
                    <a:pt x="23628" y="1308100"/>
                  </a:lnTo>
                  <a:lnTo>
                    <a:pt x="21389" y="1320800"/>
                  </a:lnTo>
                  <a:lnTo>
                    <a:pt x="19871" y="1320800"/>
                  </a:lnTo>
                  <a:lnTo>
                    <a:pt x="18043" y="1333500"/>
                  </a:lnTo>
                  <a:lnTo>
                    <a:pt x="17140" y="1346200"/>
                  </a:lnTo>
                  <a:lnTo>
                    <a:pt x="23376" y="1346200"/>
                  </a:lnTo>
                  <a:lnTo>
                    <a:pt x="22401" y="1355832"/>
                  </a:lnTo>
                  <a:lnTo>
                    <a:pt x="22095" y="1358003"/>
                  </a:lnTo>
                  <a:lnTo>
                    <a:pt x="22091" y="1358905"/>
                  </a:lnTo>
                  <a:lnTo>
                    <a:pt x="36158" y="1358905"/>
                  </a:lnTo>
                  <a:lnTo>
                    <a:pt x="35204" y="1371600"/>
                  </a:lnTo>
                  <a:lnTo>
                    <a:pt x="34364" y="1377992"/>
                  </a:lnTo>
                  <a:lnTo>
                    <a:pt x="33973" y="1380055"/>
                  </a:lnTo>
                  <a:lnTo>
                    <a:pt x="33534" y="1384310"/>
                  </a:lnTo>
                  <a:lnTo>
                    <a:pt x="33443" y="1385191"/>
                  </a:lnTo>
                  <a:lnTo>
                    <a:pt x="33249" y="1386241"/>
                  </a:lnTo>
                  <a:lnTo>
                    <a:pt x="31663" y="1397000"/>
                  </a:lnTo>
                  <a:lnTo>
                    <a:pt x="30274" y="1408296"/>
                  </a:lnTo>
                  <a:lnTo>
                    <a:pt x="30265" y="1409700"/>
                  </a:lnTo>
                  <a:lnTo>
                    <a:pt x="42278" y="1409700"/>
                  </a:lnTo>
                  <a:lnTo>
                    <a:pt x="48664" y="1359675"/>
                  </a:lnTo>
                  <a:lnTo>
                    <a:pt x="48763" y="1358905"/>
                  </a:lnTo>
                  <a:lnTo>
                    <a:pt x="52721" y="1333500"/>
                  </a:lnTo>
                  <a:lnTo>
                    <a:pt x="40819" y="1333500"/>
                  </a:lnTo>
                  <a:lnTo>
                    <a:pt x="40965" y="1320800"/>
                  </a:lnTo>
                  <a:lnTo>
                    <a:pt x="41950" y="1314670"/>
                  </a:lnTo>
                  <a:lnTo>
                    <a:pt x="42452" y="1308100"/>
                  </a:lnTo>
                  <a:lnTo>
                    <a:pt x="43890" y="1308100"/>
                  </a:lnTo>
                  <a:lnTo>
                    <a:pt x="45580" y="1295400"/>
                  </a:lnTo>
                  <a:close/>
                </a:path>
                <a:path w="4009390" h="3048000">
                  <a:moveTo>
                    <a:pt x="30342" y="1397000"/>
                  </a:moveTo>
                  <a:lnTo>
                    <a:pt x="29192" y="1408296"/>
                  </a:lnTo>
                  <a:lnTo>
                    <a:pt x="30321" y="1400515"/>
                  </a:lnTo>
                  <a:lnTo>
                    <a:pt x="30342" y="1397000"/>
                  </a:lnTo>
                  <a:close/>
                </a:path>
                <a:path w="4009390" h="3048000">
                  <a:moveTo>
                    <a:pt x="30807" y="1397000"/>
                  </a:moveTo>
                  <a:lnTo>
                    <a:pt x="30342" y="1397000"/>
                  </a:lnTo>
                  <a:lnTo>
                    <a:pt x="30321" y="1400515"/>
                  </a:lnTo>
                  <a:lnTo>
                    <a:pt x="30807" y="1397000"/>
                  </a:lnTo>
                  <a:close/>
                </a:path>
                <a:path w="4009390" h="3048000">
                  <a:moveTo>
                    <a:pt x="3957619" y="1320800"/>
                  </a:moveTo>
                  <a:lnTo>
                    <a:pt x="3958593" y="1333500"/>
                  </a:lnTo>
                  <a:lnTo>
                    <a:pt x="3958060" y="1333500"/>
                  </a:lnTo>
                  <a:lnTo>
                    <a:pt x="3960018" y="1346200"/>
                  </a:lnTo>
                  <a:lnTo>
                    <a:pt x="3962687" y="1358905"/>
                  </a:lnTo>
                  <a:lnTo>
                    <a:pt x="3964922" y="1384310"/>
                  </a:lnTo>
                  <a:lnTo>
                    <a:pt x="3967530" y="1397000"/>
                  </a:lnTo>
                  <a:lnTo>
                    <a:pt x="3970072" y="1397000"/>
                  </a:lnTo>
                  <a:lnTo>
                    <a:pt x="3968000" y="1371600"/>
                  </a:lnTo>
                  <a:lnTo>
                    <a:pt x="3965202" y="1358905"/>
                  </a:lnTo>
                  <a:lnTo>
                    <a:pt x="3961723" y="1346200"/>
                  </a:lnTo>
                  <a:lnTo>
                    <a:pt x="3957619" y="1320800"/>
                  </a:lnTo>
                  <a:close/>
                </a:path>
                <a:path w="4009390" h="3048000">
                  <a:moveTo>
                    <a:pt x="19842" y="1346200"/>
                  </a:moveTo>
                  <a:lnTo>
                    <a:pt x="16859" y="1346200"/>
                  </a:lnTo>
                  <a:lnTo>
                    <a:pt x="15322" y="1358003"/>
                  </a:lnTo>
                  <a:lnTo>
                    <a:pt x="15205" y="1358905"/>
                  </a:lnTo>
                  <a:lnTo>
                    <a:pt x="13926" y="1371600"/>
                  </a:lnTo>
                  <a:lnTo>
                    <a:pt x="13002" y="1384310"/>
                  </a:lnTo>
                  <a:lnTo>
                    <a:pt x="18171" y="1384310"/>
                  </a:lnTo>
                  <a:lnTo>
                    <a:pt x="18840" y="1377992"/>
                  </a:lnTo>
                  <a:lnTo>
                    <a:pt x="19237" y="1371600"/>
                  </a:lnTo>
                  <a:lnTo>
                    <a:pt x="20465" y="1359675"/>
                  </a:lnTo>
                  <a:lnTo>
                    <a:pt x="20373" y="1355832"/>
                  </a:lnTo>
                  <a:lnTo>
                    <a:pt x="19842" y="1346200"/>
                  </a:lnTo>
                  <a:close/>
                </a:path>
                <a:path w="4009390" h="3048000">
                  <a:moveTo>
                    <a:pt x="36158" y="1358905"/>
                  </a:moveTo>
                  <a:lnTo>
                    <a:pt x="35772" y="1358905"/>
                  </a:lnTo>
                  <a:lnTo>
                    <a:pt x="34071" y="1371600"/>
                  </a:lnTo>
                  <a:lnTo>
                    <a:pt x="33484" y="1384310"/>
                  </a:lnTo>
                  <a:lnTo>
                    <a:pt x="34093" y="1380055"/>
                  </a:lnTo>
                  <a:lnTo>
                    <a:pt x="34186" y="1377992"/>
                  </a:lnTo>
                  <a:lnTo>
                    <a:pt x="36078" y="1359675"/>
                  </a:lnTo>
                  <a:lnTo>
                    <a:pt x="36158" y="1358905"/>
                  </a:lnTo>
                  <a:close/>
                </a:path>
                <a:path w="4009390" h="3048000">
                  <a:moveTo>
                    <a:pt x="20161" y="1362623"/>
                  </a:moveTo>
                  <a:lnTo>
                    <a:pt x="19237" y="1371600"/>
                  </a:lnTo>
                  <a:lnTo>
                    <a:pt x="18840" y="1377992"/>
                  </a:lnTo>
                  <a:lnTo>
                    <a:pt x="19516" y="1371600"/>
                  </a:lnTo>
                  <a:lnTo>
                    <a:pt x="20161" y="1362623"/>
                  </a:lnTo>
                  <a:close/>
                </a:path>
                <a:path w="4009390" h="3048000">
                  <a:moveTo>
                    <a:pt x="22106" y="1355832"/>
                  </a:moveTo>
                  <a:lnTo>
                    <a:pt x="21819" y="1358003"/>
                  </a:lnTo>
                  <a:lnTo>
                    <a:pt x="21700" y="1358905"/>
                  </a:lnTo>
                  <a:lnTo>
                    <a:pt x="22090" y="1358905"/>
                  </a:lnTo>
                  <a:lnTo>
                    <a:pt x="22106" y="1355832"/>
                  </a:lnTo>
                  <a:close/>
                </a:path>
                <a:path w="4009390" h="3048000">
                  <a:moveTo>
                    <a:pt x="23376" y="1346200"/>
                  </a:moveTo>
                  <a:lnTo>
                    <a:pt x="22106" y="1355832"/>
                  </a:lnTo>
                  <a:lnTo>
                    <a:pt x="22095" y="1358003"/>
                  </a:lnTo>
                  <a:lnTo>
                    <a:pt x="22401" y="1355832"/>
                  </a:lnTo>
                  <a:lnTo>
                    <a:pt x="23376" y="1346200"/>
                  </a:lnTo>
                  <a:close/>
                </a:path>
                <a:path w="4009390" h="3048000">
                  <a:moveTo>
                    <a:pt x="23376" y="1346200"/>
                  </a:moveTo>
                  <a:lnTo>
                    <a:pt x="22153" y="1346200"/>
                  </a:lnTo>
                  <a:lnTo>
                    <a:pt x="22106" y="1355832"/>
                  </a:lnTo>
                  <a:lnTo>
                    <a:pt x="23376" y="1346200"/>
                  </a:lnTo>
                  <a:close/>
                </a:path>
                <a:path w="4009390" h="3048000">
                  <a:moveTo>
                    <a:pt x="46812" y="1282972"/>
                  </a:moveTo>
                  <a:lnTo>
                    <a:pt x="46491" y="1289886"/>
                  </a:lnTo>
                  <a:lnTo>
                    <a:pt x="45705" y="1308100"/>
                  </a:lnTo>
                  <a:lnTo>
                    <a:pt x="47097" y="1308100"/>
                  </a:lnTo>
                  <a:lnTo>
                    <a:pt x="42154" y="1333500"/>
                  </a:lnTo>
                  <a:lnTo>
                    <a:pt x="52721" y="1333500"/>
                  </a:lnTo>
                  <a:lnTo>
                    <a:pt x="58658" y="1295400"/>
                  </a:lnTo>
                  <a:lnTo>
                    <a:pt x="47324" y="1295400"/>
                  </a:lnTo>
                  <a:lnTo>
                    <a:pt x="46812" y="1282972"/>
                  </a:lnTo>
                  <a:close/>
                </a:path>
                <a:path w="4009390" h="3048000">
                  <a:moveTo>
                    <a:pt x="3956103" y="1320800"/>
                  </a:moveTo>
                  <a:lnTo>
                    <a:pt x="3957309" y="1333500"/>
                  </a:lnTo>
                  <a:lnTo>
                    <a:pt x="3958060" y="1333500"/>
                  </a:lnTo>
                  <a:lnTo>
                    <a:pt x="3956103" y="1320800"/>
                  </a:lnTo>
                  <a:close/>
                </a:path>
                <a:path w="4009390" h="3048000">
                  <a:moveTo>
                    <a:pt x="43006" y="1308100"/>
                  </a:moveTo>
                  <a:lnTo>
                    <a:pt x="42456" y="1308100"/>
                  </a:lnTo>
                  <a:lnTo>
                    <a:pt x="41951" y="1314670"/>
                  </a:lnTo>
                  <a:lnTo>
                    <a:pt x="43006" y="1308100"/>
                  </a:lnTo>
                  <a:close/>
                </a:path>
                <a:path w="4009390" h="3048000">
                  <a:moveTo>
                    <a:pt x="94893" y="1062307"/>
                  </a:moveTo>
                  <a:lnTo>
                    <a:pt x="92672" y="1066800"/>
                  </a:lnTo>
                  <a:lnTo>
                    <a:pt x="84317" y="1092200"/>
                  </a:lnTo>
                  <a:lnTo>
                    <a:pt x="82531" y="1092200"/>
                  </a:lnTo>
                  <a:lnTo>
                    <a:pt x="82539" y="1104914"/>
                  </a:lnTo>
                  <a:lnTo>
                    <a:pt x="79528" y="1104914"/>
                  </a:lnTo>
                  <a:lnTo>
                    <a:pt x="77660" y="1117600"/>
                  </a:lnTo>
                  <a:lnTo>
                    <a:pt x="75483" y="1117600"/>
                  </a:lnTo>
                  <a:lnTo>
                    <a:pt x="72680" y="1129635"/>
                  </a:lnTo>
                  <a:lnTo>
                    <a:pt x="72605" y="1129956"/>
                  </a:lnTo>
                  <a:lnTo>
                    <a:pt x="72522" y="1130313"/>
                  </a:lnTo>
                  <a:lnTo>
                    <a:pt x="70215" y="1130313"/>
                  </a:lnTo>
                  <a:lnTo>
                    <a:pt x="68427" y="1142495"/>
                  </a:lnTo>
                  <a:lnTo>
                    <a:pt x="68352" y="1143008"/>
                  </a:lnTo>
                  <a:lnTo>
                    <a:pt x="64912" y="1143008"/>
                  </a:lnTo>
                  <a:lnTo>
                    <a:pt x="56667" y="1168400"/>
                  </a:lnTo>
                  <a:lnTo>
                    <a:pt x="48079" y="1193800"/>
                  </a:lnTo>
                  <a:lnTo>
                    <a:pt x="45245" y="1206500"/>
                  </a:lnTo>
                  <a:lnTo>
                    <a:pt x="47170" y="1206500"/>
                  </a:lnTo>
                  <a:lnTo>
                    <a:pt x="42628" y="1219200"/>
                  </a:lnTo>
                  <a:lnTo>
                    <a:pt x="38171" y="1244619"/>
                  </a:lnTo>
                  <a:lnTo>
                    <a:pt x="33153" y="1270014"/>
                  </a:lnTo>
                  <a:lnTo>
                    <a:pt x="26915" y="1295400"/>
                  </a:lnTo>
                  <a:lnTo>
                    <a:pt x="46253" y="1295400"/>
                  </a:lnTo>
                  <a:lnTo>
                    <a:pt x="46789" y="1282972"/>
                  </a:lnTo>
                  <a:lnTo>
                    <a:pt x="46801" y="1282700"/>
                  </a:lnTo>
                  <a:lnTo>
                    <a:pt x="60746" y="1282700"/>
                  </a:lnTo>
                  <a:lnTo>
                    <a:pt x="62832" y="1270014"/>
                  </a:lnTo>
                  <a:lnTo>
                    <a:pt x="51140" y="1270014"/>
                  </a:lnTo>
                  <a:lnTo>
                    <a:pt x="56221" y="1244619"/>
                  </a:lnTo>
                  <a:lnTo>
                    <a:pt x="62709" y="1219200"/>
                  </a:lnTo>
                  <a:lnTo>
                    <a:pt x="69576" y="1193800"/>
                  </a:lnTo>
                  <a:lnTo>
                    <a:pt x="75809" y="1181100"/>
                  </a:lnTo>
                  <a:lnTo>
                    <a:pt x="85265" y="1181100"/>
                  </a:lnTo>
                  <a:lnTo>
                    <a:pt x="89206" y="1168400"/>
                  </a:lnTo>
                  <a:lnTo>
                    <a:pt x="80839" y="1168400"/>
                  </a:lnTo>
                  <a:lnTo>
                    <a:pt x="80405" y="1155700"/>
                  </a:lnTo>
                  <a:lnTo>
                    <a:pt x="89386" y="1130313"/>
                  </a:lnTo>
                  <a:lnTo>
                    <a:pt x="109455" y="1079500"/>
                  </a:lnTo>
                  <a:lnTo>
                    <a:pt x="113574" y="1066800"/>
                  </a:lnTo>
                  <a:lnTo>
                    <a:pt x="94292" y="1066800"/>
                  </a:lnTo>
                  <a:lnTo>
                    <a:pt x="94893" y="1062307"/>
                  </a:lnTo>
                  <a:close/>
                </a:path>
                <a:path w="4009390" h="3048000">
                  <a:moveTo>
                    <a:pt x="60746" y="1282700"/>
                  </a:moveTo>
                  <a:lnTo>
                    <a:pt x="46801" y="1282700"/>
                  </a:lnTo>
                  <a:lnTo>
                    <a:pt x="47324" y="1295400"/>
                  </a:lnTo>
                  <a:lnTo>
                    <a:pt x="58658" y="1295400"/>
                  </a:lnTo>
                  <a:lnTo>
                    <a:pt x="60701" y="1282972"/>
                  </a:lnTo>
                  <a:lnTo>
                    <a:pt x="60746" y="1282700"/>
                  </a:lnTo>
                  <a:close/>
                </a:path>
                <a:path w="4009390" h="3048000">
                  <a:moveTo>
                    <a:pt x="3949332" y="1271158"/>
                  </a:moveTo>
                  <a:lnTo>
                    <a:pt x="3952310" y="1295400"/>
                  </a:lnTo>
                  <a:lnTo>
                    <a:pt x="3954443" y="1295400"/>
                  </a:lnTo>
                  <a:lnTo>
                    <a:pt x="3951658" y="1282972"/>
                  </a:lnTo>
                  <a:lnTo>
                    <a:pt x="3951597" y="1282700"/>
                  </a:lnTo>
                  <a:lnTo>
                    <a:pt x="3952176" y="1282700"/>
                  </a:lnTo>
                  <a:lnTo>
                    <a:pt x="3949332" y="1271158"/>
                  </a:lnTo>
                  <a:close/>
                </a:path>
                <a:path w="4009390" h="3048000">
                  <a:moveTo>
                    <a:pt x="3983728" y="1282700"/>
                  </a:moveTo>
                  <a:lnTo>
                    <a:pt x="3983237" y="1282700"/>
                  </a:lnTo>
                  <a:lnTo>
                    <a:pt x="3985418" y="1295400"/>
                  </a:lnTo>
                  <a:lnTo>
                    <a:pt x="3985854" y="1295400"/>
                  </a:lnTo>
                  <a:lnTo>
                    <a:pt x="3985176" y="1289886"/>
                  </a:lnTo>
                  <a:lnTo>
                    <a:pt x="3983783" y="1282972"/>
                  </a:lnTo>
                  <a:lnTo>
                    <a:pt x="3983728" y="1282700"/>
                  </a:lnTo>
                  <a:close/>
                </a:path>
                <a:path w="4009390" h="3048000">
                  <a:moveTo>
                    <a:pt x="3985176" y="1289886"/>
                  </a:moveTo>
                  <a:lnTo>
                    <a:pt x="3985854" y="1295400"/>
                  </a:lnTo>
                  <a:lnTo>
                    <a:pt x="3986287" y="1295400"/>
                  </a:lnTo>
                  <a:lnTo>
                    <a:pt x="3985176" y="1289886"/>
                  </a:lnTo>
                  <a:close/>
                </a:path>
                <a:path w="4009390" h="3048000">
                  <a:moveTo>
                    <a:pt x="3984293" y="1282700"/>
                  </a:moveTo>
                  <a:lnTo>
                    <a:pt x="3983728" y="1282700"/>
                  </a:lnTo>
                  <a:lnTo>
                    <a:pt x="3985176" y="1289886"/>
                  </a:lnTo>
                  <a:lnTo>
                    <a:pt x="3984327" y="1282972"/>
                  </a:lnTo>
                  <a:lnTo>
                    <a:pt x="3984293" y="1282700"/>
                  </a:lnTo>
                  <a:close/>
                </a:path>
                <a:path w="4009390" h="3048000">
                  <a:moveTo>
                    <a:pt x="85265" y="1181100"/>
                  </a:moveTo>
                  <a:lnTo>
                    <a:pt x="75809" y="1181100"/>
                  </a:lnTo>
                  <a:lnTo>
                    <a:pt x="70803" y="1206500"/>
                  </a:lnTo>
                  <a:lnTo>
                    <a:pt x="63733" y="1231900"/>
                  </a:lnTo>
                  <a:lnTo>
                    <a:pt x="56533" y="1257300"/>
                  </a:lnTo>
                  <a:lnTo>
                    <a:pt x="51137" y="1270014"/>
                  </a:lnTo>
                  <a:lnTo>
                    <a:pt x="62832" y="1270014"/>
                  </a:lnTo>
                  <a:lnTo>
                    <a:pt x="67008" y="1244619"/>
                  </a:lnTo>
                  <a:lnTo>
                    <a:pt x="68166" y="1244619"/>
                  </a:lnTo>
                  <a:lnTo>
                    <a:pt x="72747" y="1231900"/>
                  </a:lnTo>
                  <a:lnTo>
                    <a:pt x="78435" y="1206500"/>
                  </a:lnTo>
                  <a:lnTo>
                    <a:pt x="80443" y="1206500"/>
                  </a:lnTo>
                  <a:lnTo>
                    <a:pt x="82347" y="1193800"/>
                  </a:lnTo>
                  <a:lnTo>
                    <a:pt x="85265" y="1181100"/>
                  </a:lnTo>
                  <a:close/>
                </a:path>
                <a:path w="4009390" h="3048000">
                  <a:moveTo>
                    <a:pt x="3933568" y="1224015"/>
                  </a:moveTo>
                  <a:lnTo>
                    <a:pt x="3934691" y="1231900"/>
                  </a:lnTo>
                  <a:lnTo>
                    <a:pt x="3937333" y="1244619"/>
                  </a:lnTo>
                  <a:lnTo>
                    <a:pt x="3941665" y="1257300"/>
                  </a:lnTo>
                  <a:lnTo>
                    <a:pt x="3945080" y="1270014"/>
                  </a:lnTo>
                  <a:lnTo>
                    <a:pt x="3946398" y="1270014"/>
                  </a:lnTo>
                  <a:lnTo>
                    <a:pt x="3944458" y="1257300"/>
                  </a:lnTo>
                  <a:lnTo>
                    <a:pt x="3945377" y="1257300"/>
                  </a:lnTo>
                  <a:lnTo>
                    <a:pt x="3943220" y="1246089"/>
                  </a:lnTo>
                  <a:lnTo>
                    <a:pt x="3943125" y="1245595"/>
                  </a:lnTo>
                  <a:lnTo>
                    <a:pt x="3942861" y="1244619"/>
                  </a:lnTo>
                  <a:lnTo>
                    <a:pt x="3942255" y="1242142"/>
                  </a:lnTo>
                  <a:lnTo>
                    <a:pt x="3939420" y="1231900"/>
                  </a:lnTo>
                  <a:lnTo>
                    <a:pt x="3935850" y="1231900"/>
                  </a:lnTo>
                  <a:lnTo>
                    <a:pt x="3933568" y="1224015"/>
                  </a:lnTo>
                  <a:close/>
                </a:path>
                <a:path w="4009390" h="3048000">
                  <a:moveTo>
                    <a:pt x="3943220" y="1246089"/>
                  </a:moveTo>
                  <a:lnTo>
                    <a:pt x="3945377" y="1257300"/>
                  </a:lnTo>
                  <a:lnTo>
                    <a:pt x="3948404" y="1270014"/>
                  </a:lnTo>
                  <a:lnTo>
                    <a:pt x="3949073" y="1270014"/>
                  </a:lnTo>
                  <a:lnTo>
                    <a:pt x="3943220" y="1246089"/>
                  </a:lnTo>
                  <a:close/>
                </a:path>
                <a:path w="4009390" h="3048000">
                  <a:moveTo>
                    <a:pt x="68170" y="1244619"/>
                  </a:moveTo>
                  <a:lnTo>
                    <a:pt x="67010" y="1244619"/>
                  </a:lnTo>
                  <a:lnTo>
                    <a:pt x="65893" y="1257300"/>
                  </a:lnTo>
                  <a:lnTo>
                    <a:pt x="68170" y="1244619"/>
                  </a:lnTo>
                  <a:close/>
                </a:path>
                <a:path w="4009390" h="3048000">
                  <a:moveTo>
                    <a:pt x="3932882" y="1219200"/>
                  </a:moveTo>
                  <a:lnTo>
                    <a:pt x="3932174" y="1219200"/>
                  </a:lnTo>
                  <a:lnTo>
                    <a:pt x="3933568" y="1224015"/>
                  </a:lnTo>
                  <a:lnTo>
                    <a:pt x="3932882" y="1219200"/>
                  </a:lnTo>
                  <a:close/>
                </a:path>
                <a:path w="4009390" h="3048000">
                  <a:moveTo>
                    <a:pt x="3929832" y="1193800"/>
                  </a:moveTo>
                  <a:lnTo>
                    <a:pt x="3925460" y="1193800"/>
                  </a:lnTo>
                  <a:lnTo>
                    <a:pt x="3930328" y="1219200"/>
                  </a:lnTo>
                  <a:lnTo>
                    <a:pt x="3932174" y="1219200"/>
                  </a:lnTo>
                  <a:lnTo>
                    <a:pt x="3931531" y="1206500"/>
                  </a:lnTo>
                  <a:lnTo>
                    <a:pt x="3929832" y="1193800"/>
                  </a:lnTo>
                  <a:close/>
                </a:path>
                <a:path w="4009390" h="3048000">
                  <a:moveTo>
                    <a:pt x="107194" y="1117600"/>
                  </a:moveTo>
                  <a:lnTo>
                    <a:pt x="105850" y="1117600"/>
                  </a:lnTo>
                  <a:lnTo>
                    <a:pt x="102280" y="1129635"/>
                  </a:lnTo>
                  <a:lnTo>
                    <a:pt x="102184" y="1129956"/>
                  </a:lnTo>
                  <a:lnTo>
                    <a:pt x="102078" y="1130313"/>
                  </a:lnTo>
                  <a:lnTo>
                    <a:pt x="92764" y="1155700"/>
                  </a:lnTo>
                  <a:lnTo>
                    <a:pt x="85134" y="1155700"/>
                  </a:lnTo>
                  <a:lnTo>
                    <a:pt x="81871" y="1168400"/>
                  </a:lnTo>
                  <a:lnTo>
                    <a:pt x="89206" y="1168400"/>
                  </a:lnTo>
                  <a:lnTo>
                    <a:pt x="87240" y="1181100"/>
                  </a:lnTo>
                  <a:lnTo>
                    <a:pt x="90542" y="1168400"/>
                  </a:lnTo>
                  <a:lnTo>
                    <a:pt x="94134" y="1155700"/>
                  </a:lnTo>
                  <a:lnTo>
                    <a:pt x="98237" y="1143008"/>
                  </a:lnTo>
                  <a:lnTo>
                    <a:pt x="102783" y="1129956"/>
                  </a:lnTo>
                  <a:lnTo>
                    <a:pt x="107194" y="1117600"/>
                  </a:lnTo>
                  <a:close/>
                </a:path>
                <a:path w="4009390" h="3048000">
                  <a:moveTo>
                    <a:pt x="3919336" y="1168400"/>
                  </a:moveTo>
                  <a:lnTo>
                    <a:pt x="3919154" y="1168400"/>
                  </a:lnTo>
                  <a:lnTo>
                    <a:pt x="3922608" y="1181100"/>
                  </a:lnTo>
                  <a:lnTo>
                    <a:pt x="3919336" y="1168400"/>
                  </a:lnTo>
                  <a:close/>
                </a:path>
                <a:path w="4009390" h="3048000">
                  <a:moveTo>
                    <a:pt x="3910134" y="1111407"/>
                  </a:moveTo>
                  <a:lnTo>
                    <a:pt x="3910444" y="1114063"/>
                  </a:lnTo>
                  <a:lnTo>
                    <a:pt x="3910545" y="1114927"/>
                  </a:lnTo>
                  <a:lnTo>
                    <a:pt x="3910583" y="1115259"/>
                  </a:lnTo>
                  <a:lnTo>
                    <a:pt x="3917747" y="1130313"/>
                  </a:lnTo>
                  <a:lnTo>
                    <a:pt x="3920637" y="1142495"/>
                  </a:lnTo>
                  <a:lnTo>
                    <a:pt x="3920759" y="1143008"/>
                  </a:lnTo>
                  <a:lnTo>
                    <a:pt x="3923128" y="1143008"/>
                  </a:lnTo>
                  <a:lnTo>
                    <a:pt x="3933284" y="1181100"/>
                  </a:lnTo>
                  <a:lnTo>
                    <a:pt x="3956063" y="1181100"/>
                  </a:lnTo>
                  <a:lnTo>
                    <a:pt x="3952155" y="1168400"/>
                  </a:lnTo>
                  <a:lnTo>
                    <a:pt x="3943504" y="1131291"/>
                  </a:lnTo>
                  <a:lnTo>
                    <a:pt x="3943456" y="1131083"/>
                  </a:lnTo>
                  <a:lnTo>
                    <a:pt x="3943366" y="1130697"/>
                  </a:lnTo>
                  <a:lnTo>
                    <a:pt x="3943276" y="1130313"/>
                  </a:lnTo>
                  <a:lnTo>
                    <a:pt x="3917972" y="1130313"/>
                  </a:lnTo>
                  <a:lnTo>
                    <a:pt x="3911971" y="1117600"/>
                  </a:lnTo>
                  <a:lnTo>
                    <a:pt x="3911141" y="1114063"/>
                  </a:lnTo>
                  <a:lnTo>
                    <a:pt x="3910371" y="1112097"/>
                  </a:lnTo>
                  <a:lnTo>
                    <a:pt x="3910134" y="1111407"/>
                  </a:lnTo>
                  <a:close/>
                </a:path>
                <a:path w="4009390" h="3048000">
                  <a:moveTo>
                    <a:pt x="3912688" y="1143008"/>
                  </a:moveTo>
                  <a:lnTo>
                    <a:pt x="3911720" y="1143008"/>
                  </a:lnTo>
                  <a:lnTo>
                    <a:pt x="3916065" y="1155700"/>
                  </a:lnTo>
                  <a:lnTo>
                    <a:pt x="3919336" y="1168400"/>
                  </a:lnTo>
                  <a:lnTo>
                    <a:pt x="3921674" y="1168400"/>
                  </a:lnTo>
                  <a:lnTo>
                    <a:pt x="3919617" y="1162587"/>
                  </a:lnTo>
                  <a:lnTo>
                    <a:pt x="3917028" y="1155700"/>
                  </a:lnTo>
                  <a:lnTo>
                    <a:pt x="3916686" y="1154315"/>
                  </a:lnTo>
                  <a:lnTo>
                    <a:pt x="3912688" y="1143008"/>
                  </a:lnTo>
                  <a:close/>
                </a:path>
                <a:path w="4009390" h="3048000">
                  <a:moveTo>
                    <a:pt x="3908610" y="1117600"/>
                  </a:moveTo>
                  <a:lnTo>
                    <a:pt x="3906485" y="1117600"/>
                  </a:lnTo>
                  <a:lnTo>
                    <a:pt x="3910068" y="1129635"/>
                  </a:lnTo>
                  <a:lnTo>
                    <a:pt x="3910734" y="1131940"/>
                  </a:lnTo>
                  <a:lnTo>
                    <a:pt x="3916223" y="1143008"/>
                  </a:lnTo>
                  <a:lnTo>
                    <a:pt x="3913895" y="1143008"/>
                  </a:lnTo>
                  <a:lnTo>
                    <a:pt x="3914112" y="1143771"/>
                  </a:lnTo>
                  <a:lnTo>
                    <a:pt x="3916689" y="1154315"/>
                  </a:lnTo>
                  <a:lnTo>
                    <a:pt x="3919617" y="1162587"/>
                  </a:lnTo>
                  <a:lnTo>
                    <a:pt x="3921802" y="1168400"/>
                  </a:lnTo>
                  <a:lnTo>
                    <a:pt x="3928757" y="1168400"/>
                  </a:lnTo>
                  <a:lnTo>
                    <a:pt x="3926140" y="1155700"/>
                  </a:lnTo>
                  <a:lnTo>
                    <a:pt x="3920154" y="1155700"/>
                  </a:lnTo>
                  <a:lnTo>
                    <a:pt x="3914592" y="1131291"/>
                  </a:lnTo>
                  <a:lnTo>
                    <a:pt x="3914485" y="1130697"/>
                  </a:lnTo>
                  <a:lnTo>
                    <a:pt x="3914368" y="1130313"/>
                  </a:lnTo>
                  <a:lnTo>
                    <a:pt x="3914153" y="1129956"/>
                  </a:lnTo>
                  <a:lnTo>
                    <a:pt x="3908610" y="1117600"/>
                  </a:lnTo>
                  <a:close/>
                </a:path>
                <a:path w="4009390" h="3048000">
                  <a:moveTo>
                    <a:pt x="93997" y="1134608"/>
                  </a:moveTo>
                  <a:lnTo>
                    <a:pt x="92966" y="1136863"/>
                  </a:lnTo>
                  <a:lnTo>
                    <a:pt x="90402" y="1143008"/>
                  </a:lnTo>
                  <a:lnTo>
                    <a:pt x="87537" y="1155700"/>
                  </a:lnTo>
                  <a:lnTo>
                    <a:pt x="92764" y="1155700"/>
                  </a:lnTo>
                  <a:lnTo>
                    <a:pt x="95943" y="1143008"/>
                  </a:lnTo>
                  <a:lnTo>
                    <a:pt x="91877" y="1143008"/>
                  </a:lnTo>
                  <a:lnTo>
                    <a:pt x="93997" y="1134608"/>
                  </a:lnTo>
                  <a:close/>
                </a:path>
                <a:path w="4009390" h="3048000">
                  <a:moveTo>
                    <a:pt x="105850" y="1117600"/>
                  </a:moveTo>
                  <a:lnTo>
                    <a:pt x="105475" y="1117600"/>
                  </a:lnTo>
                  <a:lnTo>
                    <a:pt x="100948" y="1130313"/>
                  </a:lnTo>
                  <a:lnTo>
                    <a:pt x="95943" y="1143008"/>
                  </a:lnTo>
                  <a:lnTo>
                    <a:pt x="92764" y="1155700"/>
                  </a:lnTo>
                  <a:lnTo>
                    <a:pt x="102078" y="1130313"/>
                  </a:lnTo>
                  <a:lnTo>
                    <a:pt x="105850" y="1117600"/>
                  </a:lnTo>
                  <a:close/>
                </a:path>
                <a:path w="4009390" h="3048000">
                  <a:moveTo>
                    <a:pt x="3909927" y="1130313"/>
                  </a:moveTo>
                  <a:lnTo>
                    <a:pt x="3909315" y="1130313"/>
                  </a:lnTo>
                  <a:lnTo>
                    <a:pt x="3910514" y="1136863"/>
                  </a:lnTo>
                  <a:lnTo>
                    <a:pt x="3916689" y="1154315"/>
                  </a:lnTo>
                  <a:lnTo>
                    <a:pt x="3913926" y="1143008"/>
                  </a:lnTo>
                  <a:lnTo>
                    <a:pt x="3913748" y="1142495"/>
                  </a:lnTo>
                  <a:lnTo>
                    <a:pt x="3910734" y="1131940"/>
                  </a:lnTo>
                  <a:lnTo>
                    <a:pt x="3909927" y="1130313"/>
                  </a:lnTo>
                  <a:close/>
                </a:path>
                <a:path w="4009390" h="3048000">
                  <a:moveTo>
                    <a:pt x="148974" y="1016015"/>
                  </a:moveTo>
                  <a:lnTo>
                    <a:pt x="147891" y="1016015"/>
                  </a:lnTo>
                  <a:lnTo>
                    <a:pt x="145305" y="1021611"/>
                  </a:lnTo>
                  <a:lnTo>
                    <a:pt x="142477" y="1028700"/>
                  </a:lnTo>
                  <a:lnTo>
                    <a:pt x="134186" y="1028700"/>
                  </a:lnTo>
                  <a:lnTo>
                    <a:pt x="128269" y="1041400"/>
                  </a:lnTo>
                  <a:lnTo>
                    <a:pt x="124091" y="1052414"/>
                  </a:lnTo>
                  <a:lnTo>
                    <a:pt x="123520" y="1054100"/>
                  </a:lnTo>
                  <a:lnTo>
                    <a:pt x="123406" y="1054266"/>
                  </a:lnTo>
                  <a:lnTo>
                    <a:pt x="116194" y="1079500"/>
                  </a:lnTo>
                  <a:lnTo>
                    <a:pt x="109750" y="1092200"/>
                  </a:lnTo>
                  <a:lnTo>
                    <a:pt x="108691" y="1092200"/>
                  </a:lnTo>
                  <a:lnTo>
                    <a:pt x="98441" y="1117600"/>
                  </a:lnTo>
                  <a:lnTo>
                    <a:pt x="89439" y="1143008"/>
                  </a:lnTo>
                  <a:lnTo>
                    <a:pt x="90400" y="1143008"/>
                  </a:lnTo>
                  <a:lnTo>
                    <a:pt x="94131" y="1134074"/>
                  </a:lnTo>
                  <a:lnTo>
                    <a:pt x="94834" y="1131291"/>
                  </a:lnTo>
                  <a:lnTo>
                    <a:pt x="94886" y="1131083"/>
                  </a:lnTo>
                  <a:lnTo>
                    <a:pt x="94983" y="1130697"/>
                  </a:lnTo>
                  <a:lnTo>
                    <a:pt x="95080" y="1130313"/>
                  </a:lnTo>
                  <a:lnTo>
                    <a:pt x="100949" y="1130313"/>
                  </a:lnTo>
                  <a:lnTo>
                    <a:pt x="105475" y="1117600"/>
                  </a:lnTo>
                  <a:lnTo>
                    <a:pt x="105850" y="1117600"/>
                  </a:lnTo>
                  <a:lnTo>
                    <a:pt x="109614" y="1104914"/>
                  </a:lnTo>
                  <a:lnTo>
                    <a:pt x="117064" y="1092200"/>
                  </a:lnTo>
                  <a:lnTo>
                    <a:pt x="126111" y="1066800"/>
                  </a:lnTo>
                  <a:lnTo>
                    <a:pt x="125460" y="1066800"/>
                  </a:lnTo>
                  <a:lnTo>
                    <a:pt x="132026" y="1041400"/>
                  </a:lnTo>
                  <a:lnTo>
                    <a:pt x="139986" y="1041400"/>
                  </a:lnTo>
                  <a:lnTo>
                    <a:pt x="144951" y="1028700"/>
                  </a:lnTo>
                  <a:lnTo>
                    <a:pt x="148908" y="1016222"/>
                  </a:lnTo>
                  <a:lnTo>
                    <a:pt x="148974" y="1016015"/>
                  </a:lnTo>
                  <a:close/>
                </a:path>
                <a:path w="4009390" h="3048000">
                  <a:moveTo>
                    <a:pt x="100948" y="1130313"/>
                  </a:moveTo>
                  <a:lnTo>
                    <a:pt x="95702" y="1130313"/>
                  </a:lnTo>
                  <a:lnTo>
                    <a:pt x="94131" y="1134074"/>
                  </a:lnTo>
                  <a:lnTo>
                    <a:pt x="91877" y="1143008"/>
                  </a:lnTo>
                  <a:lnTo>
                    <a:pt x="95942" y="1143008"/>
                  </a:lnTo>
                  <a:lnTo>
                    <a:pt x="100948" y="1130313"/>
                  </a:lnTo>
                  <a:close/>
                </a:path>
                <a:path w="4009390" h="3048000">
                  <a:moveTo>
                    <a:pt x="3895458" y="1102821"/>
                  </a:moveTo>
                  <a:lnTo>
                    <a:pt x="3895822" y="1104273"/>
                  </a:lnTo>
                  <a:lnTo>
                    <a:pt x="3900094" y="1117600"/>
                  </a:lnTo>
                  <a:lnTo>
                    <a:pt x="3906856" y="1130313"/>
                  </a:lnTo>
                  <a:lnTo>
                    <a:pt x="3910355" y="1142495"/>
                  </a:lnTo>
                  <a:lnTo>
                    <a:pt x="3910043" y="1138110"/>
                  </a:lnTo>
                  <a:lnTo>
                    <a:pt x="3907374" y="1130313"/>
                  </a:lnTo>
                  <a:lnTo>
                    <a:pt x="3896529" y="1104914"/>
                  </a:lnTo>
                  <a:lnTo>
                    <a:pt x="3895458" y="1102821"/>
                  </a:lnTo>
                  <a:close/>
                </a:path>
                <a:path w="4009390" h="3048000">
                  <a:moveTo>
                    <a:pt x="3909715" y="1134608"/>
                  </a:moveTo>
                  <a:lnTo>
                    <a:pt x="3909926" y="1136863"/>
                  </a:lnTo>
                  <a:lnTo>
                    <a:pt x="3910043" y="1138110"/>
                  </a:lnTo>
                  <a:lnTo>
                    <a:pt x="3911544" y="1142495"/>
                  </a:lnTo>
                  <a:lnTo>
                    <a:pt x="3910514" y="1136863"/>
                  </a:lnTo>
                  <a:lnTo>
                    <a:pt x="3909715" y="1134608"/>
                  </a:lnTo>
                  <a:close/>
                </a:path>
                <a:path w="4009390" h="3048000">
                  <a:moveTo>
                    <a:pt x="3899983" y="1087496"/>
                  </a:moveTo>
                  <a:lnTo>
                    <a:pt x="3900576" y="1090180"/>
                  </a:lnTo>
                  <a:lnTo>
                    <a:pt x="3901518" y="1092200"/>
                  </a:lnTo>
                  <a:lnTo>
                    <a:pt x="3902843" y="1100595"/>
                  </a:lnTo>
                  <a:lnTo>
                    <a:pt x="3909401" y="1117600"/>
                  </a:lnTo>
                  <a:lnTo>
                    <a:pt x="3914520" y="1130697"/>
                  </a:lnTo>
                  <a:lnTo>
                    <a:pt x="3914652" y="1131083"/>
                  </a:lnTo>
                  <a:lnTo>
                    <a:pt x="3914752" y="1131291"/>
                  </a:lnTo>
                  <a:lnTo>
                    <a:pt x="3914608" y="1131291"/>
                  </a:lnTo>
                  <a:lnTo>
                    <a:pt x="3917988" y="1142495"/>
                  </a:lnTo>
                  <a:lnTo>
                    <a:pt x="3916878" y="1138110"/>
                  </a:lnTo>
                  <a:lnTo>
                    <a:pt x="3915117" y="1131291"/>
                  </a:lnTo>
                  <a:lnTo>
                    <a:pt x="3914752" y="1131291"/>
                  </a:lnTo>
                  <a:lnTo>
                    <a:pt x="3914671" y="1131083"/>
                  </a:lnTo>
                  <a:lnTo>
                    <a:pt x="3915063" y="1131083"/>
                  </a:lnTo>
                  <a:lnTo>
                    <a:pt x="3914964" y="1130697"/>
                  </a:lnTo>
                  <a:lnTo>
                    <a:pt x="3914864" y="1130313"/>
                  </a:lnTo>
                  <a:lnTo>
                    <a:pt x="3910636" y="1117600"/>
                  </a:lnTo>
                  <a:lnTo>
                    <a:pt x="3909079" y="1112097"/>
                  </a:lnTo>
                  <a:lnTo>
                    <a:pt x="3905659" y="1104914"/>
                  </a:lnTo>
                  <a:lnTo>
                    <a:pt x="3907835" y="1104914"/>
                  </a:lnTo>
                  <a:lnTo>
                    <a:pt x="3907732" y="1104482"/>
                  </a:lnTo>
                  <a:lnTo>
                    <a:pt x="3902852" y="1092200"/>
                  </a:lnTo>
                  <a:lnTo>
                    <a:pt x="3899983" y="1087496"/>
                  </a:lnTo>
                  <a:close/>
                </a:path>
                <a:path w="4009390" h="3048000">
                  <a:moveTo>
                    <a:pt x="3909494" y="1131291"/>
                  </a:moveTo>
                  <a:lnTo>
                    <a:pt x="3909466" y="1131940"/>
                  </a:lnTo>
                  <a:lnTo>
                    <a:pt x="3909665" y="1134074"/>
                  </a:lnTo>
                  <a:lnTo>
                    <a:pt x="3909715" y="1134608"/>
                  </a:lnTo>
                  <a:lnTo>
                    <a:pt x="3910514" y="1136863"/>
                  </a:lnTo>
                  <a:lnTo>
                    <a:pt x="3909613" y="1131940"/>
                  </a:lnTo>
                  <a:lnTo>
                    <a:pt x="3909494" y="1131291"/>
                  </a:lnTo>
                  <a:close/>
                </a:path>
                <a:path w="4009390" h="3048000">
                  <a:moveTo>
                    <a:pt x="3904700" y="1117600"/>
                  </a:moveTo>
                  <a:lnTo>
                    <a:pt x="3903696" y="1117600"/>
                  </a:lnTo>
                  <a:lnTo>
                    <a:pt x="3909715" y="1134608"/>
                  </a:lnTo>
                  <a:lnTo>
                    <a:pt x="3909466" y="1131940"/>
                  </a:lnTo>
                  <a:lnTo>
                    <a:pt x="3909350" y="1130697"/>
                  </a:lnTo>
                  <a:lnTo>
                    <a:pt x="3909314" y="1130313"/>
                  </a:lnTo>
                  <a:lnTo>
                    <a:pt x="3909926" y="1130313"/>
                  </a:lnTo>
                  <a:lnTo>
                    <a:pt x="3904700" y="1117600"/>
                  </a:lnTo>
                  <a:close/>
                </a:path>
                <a:path w="4009390" h="3048000">
                  <a:moveTo>
                    <a:pt x="3900472" y="1099541"/>
                  </a:moveTo>
                  <a:lnTo>
                    <a:pt x="3910734" y="1131940"/>
                  </a:lnTo>
                  <a:lnTo>
                    <a:pt x="3906485" y="1117600"/>
                  </a:lnTo>
                  <a:lnTo>
                    <a:pt x="3908610" y="1117600"/>
                  </a:lnTo>
                  <a:lnTo>
                    <a:pt x="3903529" y="1104914"/>
                  </a:lnTo>
                  <a:lnTo>
                    <a:pt x="3902158" y="1104914"/>
                  </a:lnTo>
                  <a:lnTo>
                    <a:pt x="3900472" y="1099541"/>
                  </a:lnTo>
                  <a:close/>
                </a:path>
                <a:path w="4009390" h="3048000">
                  <a:moveTo>
                    <a:pt x="3915092" y="1054100"/>
                  </a:moveTo>
                  <a:lnTo>
                    <a:pt x="3914761" y="1054100"/>
                  </a:lnTo>
                  <a:lnTo>
                    <a:pt x="3915436" y="1062307"/>
                  </a:lnTo>
                  <a:lnTo>
                    <a:pt x="3915562" y="1063837"/>
                  </a:lnTo>
                  <a:lnTo>
                    <a:pt x="3916137" y="1066800"/>
                  </a:lnTo>
                  <a:lnTo>
                    <a:pt x="3906973" y="1066800"/>
                  </a:lnTo>
                  <a:lnTo>
                    <a:pt x="3908450" y="1077436"/>
                  </a:lnTo>
                  <a:lnTo>
                    <a:pt x="3908556" y="1078953"/>
                  </a:lnTo>
                  <a:lnTo>
                    <a:pt x="3908737" y="1079500"/>
                  </a:lnTo>
                  <a:lnTo>
                    <a:pt x="3898216" y="1079500"/>
                  </a:lnTo>
                  <a:lnTo>
                    <a:pt x="3899983" y="1087496"/>
                  </a:lnTo>
                  <a:lnTo>
                    <a:pt x="3902852" y="1092200"/>
                  </a:lnTo>
                  <a:lnTo>
                    <a:pt x="3905645" y="1092200"/>
                  </a:lnTo>
                  <a:lnTo>
                    <a:pt x="3908443" y="1102821"/>
                  </a:lnTo>
                  <a:lnTo>
                    <a:pt x="3909376" y="1104914"/>
                  </a:lnTo>
                  <a:lnTo>
                    <a:pt x="3909755" y="1108155"/>
                  </a:lnTo>
                  <a:lnTo>
                    <a:pt x="3910680" y="1112097"/>
                  </a:lnTo>
                  <a:lnTo>
                    <a:pt x="3911047" y="1114063"/>
                  </a:lnTo>
                  <a:lnTo>
                    <a:pt x="3912262" y="1117600"/>
                  </a:lnTo>
                  <a:lnTo>
                    <a:pt x="3917972" y="1130313"/>
                  </a:lnTo>
                  <a:lnTo>
                    <a:pt x="3943280" y="1130313"/>
                  </a:lnTo>
                  <a:lnTo>
                    <a:pt x="3936615" y="1117600"/>
                  </a:lnTo>
                  <a:lnTo>
                    <a:pt x="3929240" y="1092200"/>
                  </a:lnTo>
                  <a:lnTo>
                    <a:pt x="3921837" y="1079500"/>
                  </a:lnTo>
                  <a:lnTo>
                    <a:pt x="3915136" y="1054266"/>
                  </a:lnTo>
                  <a:lnTo>
                    <a:pt x="3915092" y="1054100"/>
                  </a:lnTo>
                  <a:close/>
                </a:path>
                <a:path w="4009390" h="3048000">
                  <a:moveTo>
                    <a:pt x="75483" y="1117600"/>
                  </a:moveTo>
                  <a:lnTo>
                    <a:pt x="74087" y="1117600"/>
                  </a:lnTo>
                  <a:lnTo>
                    <a:pt x="72322" y="1129635"/>
                  </a:lnTo>
                  <a:lnTo>
                    <a:pt x="75483" y="1117600"/>
                  </a:lnTo>
                  <a:close/>
                </a:path>
                <a:path w="4009390" h="3048000">
                  <a:moveTo>
                    <a:pt x="3902843" y="1100595"/>
                  </a:moveTo>
                  <a:lnTo>
                    <a:pt x="3903424" y="1104273"/>
                  </a:lnTo>
                  <a:lnTo>
                    <a:pt x="3903529" y="1104914"/>
                  </a:lnTo>
                  <a:lnTo>
                    <a:pt x="3908610" y="1117600"/>
                  </a:lnTo>
                  <a:lnTo>
                    <a:pt x="3914009" y="1129635"/>
                  </a:lnTo>
                  <a:lnTo>
                    <a:pt x="3909401" y="1117600"/>
                  </a:lnTo>
                  <a:lnTo>
                    <a:pt x="3902843" y="1100595"/>
                  </a:lnTo>
                  <a:close/>
                </a:path>
                <a:path w="4009390" h="3048000">
                  <a:moveTo>
                    <a:pt x="3911457" y="1115259"/>
                  </a:moveTo>
                  <a:lnTo>
                    <a:pt x="3911971" y="1117600"/>
                  </a:lnTo>
                  <a:lnTo>
                    <a:pt x="3917652" y="1129635"/>
                  </a:lnTo>
                  <a:lnTo>
                    <a:pt x="3912262" y="1117600"/>
                  </a:lnTo>
                  <a:lnTo>
                    <a:pt x="3911457" y="1115259"/>
                  </a:lnTo>
                  <a:close/>
                </a:path>
                <a:path w="4009390" h="3048000">
                  <a:moveTo>
                    <a:pt x="3910014" y="1114063"/>
                  </a:moveTo>
                  <a:lnTo>
                    <a:pt x="3910857" y="1117600"/>
                  </a:lnTo>
                  <a:lnTo>
                    <a:pt x="3910583" y="1115259"/>
                  </a:lnTo>
                  <a:lnTo>
                    <a:pt x="3910014" y="1114063"/>
                  </a:lnTo>
                  <a:close/>
                </a:path>
                <a:path w="4009390" h="3048000">
                  <a:moveTo>
                    <a:pt x="3907903" y="1104914"/>
                  </a:moveTo>
                  <a:lnTo>
                    <a:pt x="3908169" y="1106316"/>
                  </a:lnTo>
                  <a:lnTo>
                    <a:pt x="3910014" y="1114063"/>
                  </a:lnTo>
                  <a:lnTo>
                    <a:pt x="3910426" y="1114927"/>
                  </a:lnTo>
                  <a:lnTo>
                    <a:pt x="3910444" y="1114063"/>
                  </a:lnTo>
                  <a:lnTo>
                    <a:pt x="3910215" y="1112097"/>
                  </a:lnTo>
                  <a:lnTo>
                    <a:pt x="3910134" y="1111407"/>
                  </a:lnTo>
                  <a:lnTo>
                    <a:pt x="3907903" y="1104914"/>
                  </a:lnTo>
                  <a:close/>
                </a:path>
                <a:path w="4009390" h="3048000">
                  <a:moveTo>
                    <a:pt x="3907835" y="1104914"/>
                  </a:moveTo>
                  <a:lnTo>
                    <a:pt x="3907045" y="1104914"/>
                  </a:lnTo>
                  <a:lnTo>
                    <a:pt x="3909079" y="1112097"/>
                  </a:lnTo>
                  <a:lnTo>
                    <a:pt x="3910014" y="1114063"/>
                  </a:lnTo>
                  <a:lnTo>
                    <a:pt x="3907835" y="1104914"/>
                  </a:lnTo>
                  <a:close/>
                </a:path>
                <a:path w="4009390" h="3048000">
                  <a:moveTo>
                    <a:pt x="3907045" y="1104914"/>
                  </a:moveTo>
                  <a:lnTo>
                    <a:pt x="3905659" y="1104914"/>
                  </a:lnTo>
                  <a:lnTo>
                    <a:pt x="3909079" y="1112097"/>
                  </a:lnTo>
                  <a:lnTo>
                    <a:pt x="3907045" y="1104914"/>
                  </a:lnTo>
                  <a:close/>
                </a:path>
                <a:path w="4009390" h="3048000">
                  <a:moveTo>
                    <a:pt x="3906082" y="1097554"/>
                  </a:moveTo>
                  <a:lnTo>
                    <a:pt x="3907683" y="1104273"/>
                  </a:lnTo>
                  <a:lnTo>
                    <a:pt x="3907886" y="1104914"/>
                  </a:lnTo>
                  <a:lnTo>
                    <a:pt x="3910134" y="1111407"/>
                  </a:lnTo>
                  <a:lnTo>
                    <a:pt x="3909755" y="1108155"/>
                  </a:lnTo>
                  <a:lnTo>
                    <a:pt x="3908994" y="1104914"/>
                  </a:lnTo>
                  <a:lnTo>
                    <a:pt x="3908443" y="1102821"/>
                  </a:lnTo>
                  <a:lnTo>
                    <a:pt x="3906082" y="1097554"/>
                  </a:lnTo>
                  <a:close/>
                </a:path>
                <a:path w="4009390" h="3048000">
                  <a:moveTo>
                    <a:pt x="3908443" y="1102821"/>
                  </a:moveTo>
                  <a:lnTo>
                    <a:pt x="3908825" y="1104273"/>
                  </a:lnTo>
                  <a:lnTo>
                    <a:pt x="3909755" y="1108155"/>
                  </a:lnTo>
                  <a:lnTo>
                    <a:pt x="3909376" y="1104914"/>
                  </a:lnTo>
                  <a:lnTo>
                    <a:pt x="3908443" y="1102821"/>
                  </a:lnTo>
                  <a:close/>
                </a:path>
                <a:path w="4009390" h="3048000">
                  <a:moveTo>
                    <a:pt x="3895104" y="1079500"/>
                  </a:moveTo>
                  <a:lnTo>
                    <a:pt x="3888883" y="1079500"/>
                  </a:lnTo>
                  <a:lnTo>
                    <a:pt x="3889499" y="1082887"/>
                  </a:lnTo>
                  <a:lnTo>
                    <a:pt x="3893244" y="1092200"/>
                  </a:lnTo>
                  <a:lnTo>
                    <a:pt x="3897730" y="1092200"/>
                  </a:lnTo>
                  <a:lnTo>
                    <a:pt x="3898001" y="1097554"/>
                  </a:lnTo>
                  <a:lnTo>
                    <a:pt x="3898102" y="1099541"/>
                  </a:lnTo>
                  <a:lnTo>
                    <a:pt x="3898156" y="1100595"/>
                  </a:lnTo>
                  <a:lnTo>
                    <a:pt x="3898268" y="1102821"/>
                  </a:lnTo>
                  <a:lnTo>
                    <a:pt x="3898375" y="1104914"/>
                  </a:lnTo>
                  <a:lnTo>
                    <a:pt x="3901092" y="1104914"/>
                  </a:lnTo>
                  <a:lnTo>
                    <a:pt x="3900594" y="1100595"/>
                  </a:lnTo>
                  <a:lnTo>
                    <a:pt x="3900472" y="1099541"/>
                  </a:lnTo>
                  <a:lnTo>
                    <a:pt x="3898168" y="1092200"/>
                  </a:lnTo>
                  <a:lnTo>
                    <a:pt x="3895831" y="1080692"/>
                  </a:lnTo>
                  <a:lnTo>
                    <a:pt x="3895104" y="1079500"/>
                  </a:lnTo>
                  <a:close/>
                </a:path>
                <a:path w="4009390" h="3048000">
                  <a:moveTo>
                    <a:pt x="3899625" y="1092200"/>
                  </a:moveTo>
                  <a:lnTo>
                    <a:pt x="3900472" y="1099541"/>
                  </a:lnTo>
                  <a:lnTo>
                    <a:pt x="3902158" y="1104914"/>
                  </a:lnTo>
                  <a:lnTo>
                    <a:pt x="3903525" y="1104914"/>
                  </a:lnTo>
                  <a:lnTo>
                    <a:pt x="3902843" y="1100595"/>
                  </a:lnTo>
                  <a:lnTo>
                    <a:pt x="3899625" y="1092200"/>
                  </a:lnTo>
                  <a:close/>
                </a:path>
                <a:path w="4009390" h="3048000">
                  <a:moveTo>
                    <a:pt x="3888137" y="1079500"/>
                  </a:moveTo>
                  <a:lnTo>
                    <a:pt x="3883524" y="1079500"/>
                  </a:lnTo>
                  <a:lnTo>
                    <a:pt x="3895185" y="1102287"/>
                  </a:lnTo>
                  <a:lnTo>
                    <a:pt x="3891951" y="1092200"/>
                  </a:lnTo>
                  <a:lnTo>
                    <a:pt x="3891184" y="1092200"/>
                  </a:lnTo>
                  <a:lnTo>
                    <a:pt x="3889496" y="1082887"/>
                  </a:lnTo>
                  <a:lnTo>
                    <a:pt x="3888137" y="1079500"/>
                  </a:lnTo>
                  <a:close/>
                </a:path>
                <a:path w="4009390" h="3048000">
                  <a:moveTo>
                    <a:pt x="3904807" y="1092200"/>
                  </a:moveTo>
                  <a:lnTo>
                    <a:pt x="3903682" y="1092200"/>
                  </a:lnTo>
                  <a:lnTo>
                    <a:pt x="3906082" y="1097554"/>
                  </a:lnTo>
                  <a:lnTo>
                    <a:pt x="3904807" y="1092200"/>
                  </a:lnTo>
                  <a:close/>
                </a:path>
                <a:path w="4009390" h="3048000">
                  <a:moveTo>
                    <a:pt x="112804" y="1082105"/>
                  </a:moveTo>
                  <a:lnTo>
                    <a:pt x="112329" y="1082887"/>
                  </a:lnTo>
                  <a:lnTo>
                    <a:pt x="108091" y="1092200"/>
                  </a:lnTo>
                  <a:lnTo>
                    <a:pt x="108691" y="1092200"/>
                  </a:lnTo>
                  <a:lnTo>
                    <a:pt x="112804" y="1082105"/>
                  </a:lnTo>
                  <a:close/>
                </a:path>
                <a:path w="4009390" h="3048000">
                  <a:moveTo>
                    <a:pt x="3900576" y="1090180"/>
                  </a:moveTo>
                  <a:lnTo>
                    <a:pt x="3901022" y="1092200"/>
                  </a:lnTo>
                  <a:lnTo>
                    <a:pt x="3901518" y="1092200"/>
                  </a:lnTo>
                  <a:lnTo>
                    <a:pt x="3900576" y="1090180"/>
                  </a:lnTo>
                  <a:close/>
                </a:path>
                <a:path w="4009390" h="3048000">
                  <a:moveTo>
                    <a:pt x="3897170" y="1082887"/>
                  </a:moveTo>
                  <a:lnTo>
                    <a:pt x="3900576" y="1090180"/>
                  </a:lnTo>
                  <a:lnTo>
                    <a:pt x="3899983" y="1087496"/>
                  </a:lnTo>
                  <a:lnTo>
                    <a:pt x="3897170" y="1082887"/>
                  </a:lnTo>
                  <a:close/>
                </a:path>
                <a:path w="4009390" h="3048000">
                  <a:moveTo>
                    <a:pt x="3878500" y="1041400"/>
                  </a:moveTo>
                  <a:lnTo>
                    <a:pt x="3874944" y="1041400"/>
                  </a:lnTo>
                  <a:lnTo>
                    <a:pt x="3877344" y="1048905"/>
                  </a:lnTo>
                  <a:lnTo>
                    <a:pt x="3880567" y="1054100"/>
                  </a:lnTo>
                  <a:lnTo>
                    <a:pt x="3878987" y="1054100"/>
                  </a:lnTo>
                  <a:lnTo>
                    <a:pt x="3883030" y="1066800"/>
                  </a:lnTo>
                  <a:lnTo>
                    <a:pt x="3889499" y="1082887"/>
                  </a:lnTo>
                  <a:lnTo>
                    <a:pt x="3889099" y="1080692"/>
                  </a:lnTo>
                  <a:lnTo>
                    <a:pt x="3888985" y="1080064"/>
                  </a:lnTo>
                  <a:lnTo>
                    <a:pt x="3888883" y="1079500"/>
                  </a:lnTo>
                  <a:lnTo>
                    <a:pt x="3896212" y="1079500"/>
                  </a:lnTo>
                  <a:lnTo>
                    <a:pt x="3890524" y="1066800"/>
                  </a:lnTo>
                  <a:lnTo>
                    <a:pt x="3890271" y="1064812"/>
                  </a:lnTo>
                  <a:lnTo>
                    <a:pt x="3885472" y="1054266"/>
                  </a:lnTo>
                  <a:lnTo>
                    <a:pt x="3878500" y="1041400"/>
                  </a:lnTo>
                  <a:close/>
                </a:path>
                <a:path w="4009390" h="3048000">
                  <a:moveTo>
                    <a:pt x="3895589" y="1079500"/>
                  </a:moveTo>
                  <a:lnTo>
                    <a:pt x="3895831" y="1080692"/>
                  </a:lnTo>
                  <a:lnTo>
                    <a:pt x="3896693" y="1082105"/>
                  </a:lnTo>
                  <a:lnTo>
                    <a:pt x="3896145" y="1080692"/>
                  </a:lnTo>
                  <a:lnTo>
                    <a:pt x="3895589" y="1079500"/>
                  </a:lnTo>
                  <a:close/>
                </a:path>
                <a:path w="4009390" h="3048000">
                  <a:moveTo>
                    <a:pt x="3890271" y="1064812"/>
                  </a:moveTo>
                  <a:lnTo>
                    <a:pt x="3890524" y="1066800"/>
                  </a:lnTo>
                  <a:lnTo>
                    <a:pt x="3896212" y="1079500"/>
                  </a:lnTo>
                  <a:lnTo>
                    <a:pt x="3896955" y="1079500"/>
                  </a:lnTo>
                  <a:lnTo>
                    <a:pt x="3890271" y="1064812"/>
                  </a:lnTo>
                  <a:close/>
                </a:path>
                <a:path w="4009390" h="3048000">
                  <a:moveTo>
                    <a:pt x="3862539" y="979273"/>
                  </a:moveTo>
                  <a:lnTo>
                    <a:pt x="3865494" y="990639"/>
                  </a:lnTo>
                  <a:lnTo>
                    <a:pt x="3856423" y="990639"/>
                  </a:lnTo>
                  <a:lnTo>
                    <a:pt x="3856519" y="991742"/>
                  </a:lnTo>
                  <a:lnTo>
                    <a:pt x="3860581" y="1003300"/>
                  </a:lnTo>
                  <a:lnTo>
                    <a:pt x="3866125" y="1003300"/>
                  </a:lnTo>
                  <a:lnTo>
                    <a:pt x="3870869" y="1015746"/>
                  </a:lnTo>
                  <a:lnTo>
                    <a:pt x="3870970" y="1016015"/>
                  </a:lnTo>
                  <a:lnTo>
                    <a:pt x="3874659" y="1028700"/>
                  </a:lnTo>
                  <a:lnTo>
                    <a:pt x="3878261" y="1028700"/>
                  </a:lnTo>
                  <a:lnTo>
                    <a:pt x="3882827" y="1041400"/>
                  </a:lnTo>
                  <a:lnTo>
                    <a:pt x="3884197" y="1041400"/>
                  </a:lnTo>
                  <a:lnTo>
                    <a:pt x="3885729" y="1052414"/>
                  </a:lnTo>
                  <a:lnTo>
                    <a:pt x="3885783" y="1052800"/>
                  </a:lnTo>
                  <a:lnTo>
                    <a:pt x="3885859" y="1053348"/>
                  </a:lnTo>
                  <a:lnTo>
                    <a:pt x="3885963" y="1054100"/>
                  </a:lnTo>
                  <a:lnTo>
                    <a:pt x="3888909" y="1054100"/>
                  </a:lnTo>
                  <a:lnTo>
                    <a:pt x="3890147" y="1063837"/>
                  </a:lnTo>
                  <a:lnTo>
                    <a:pt x="3890271" y="1064812"/>
                  </a:lnTo>
                  <a:lnTo>
                    <a:pt x="3896955" y="1079500"/>
                  </a:lnTo>
                  <a:lnTo>
                    <a:pt x="3908737" y="1079500"/>
                  </a:lnTo>
                  <a:lnTo>
                    <a:pt x="3908661" y="1078953"/>
                  </a:lnTo>
                  <a:lnTo>
                    <a:pt x="3908492" y="1078760"/>
                  </a:lnTo>
                  <a:lnTo>
                    <a:pt x="3904531" y="1066800"/>
                  </a:lnTo>
                  <a:lnTo>
                    <a:pt x="3902963" y="1066800"/>
                  </a:lnTo>
                  <a:lnTo>
                    <a:pt x="3898704" y="1054266"/>
                  </a:lnTo>
                  <a:lnTo>
                    <a:pt x="3898647" y="1054100"/>
                  </a:lnTo>
                  <a:lnTo>
                    <a:pt x="3897549" y="1048905"/>
                  </a:lnTo>
                  <a:lnTo>
                    <a:pt x="3893539" y="1041400"/>
                  </a:lnTo>
                  <a:lnTo>
                    <a:pt x="3886338" y="1028700"/>
                  </a:lnTo>
                  <a:lnTo>
                    <a:pt x="3876676" y="1003300"/>
                  </a:lnTo>
                  <a:lnTo>
                    <a:pt x="3872775" y="995451"/>
                  </a:lnTo>
                  <a:lnTo>
                    <a:pt x="3872661" y="995221"/>
                  </a:lnTo>
                  <a:lnTo>
                    <a:pt x="3862539" y="979273"/>
                  </a:lnTo>
                  <a:close/>
                </a:path>
                <a:path w="4009390" h="3048000">
                  <a:moveTo>
                    <a:pt x="3869269" y="965241"/>
                  </a:moveTo>
                  <a:lnTo>
                    <a:pt x="3857720" y="965241"/>
                  </a:lnTo>
                  <a:lnTo>
                    <a:pt x="3858356" y="967270"/>
                  </a:lnTo>
                  <a:lnTo>
                    <a:pt x="3861527" y="977676"/>
                  </a:lnTo>
                  <a:lnTo>
                    <a:pt x="3861723" y="977945"/>
                  </a:lnTo>
                  <a:lnTo>
                    <a:pt x="3862189" y="977945"/>
                  </a:lnTo>
                  <a:lnTo>
                    <a:pt x="3862257" y="978206"/>
                  </a:lnTo>
                  <a:lnTo>
                    <a:pt x="3862388" y="979058"/>
                  </a:lnTo>
                  <a:lnTo>
                    <a:pt x="3870384" y="990639"/>
                  </a:lnTo>
                  <a:lnTo>
                    <a:pt x="3872661" y="995221"/>
                  </a:lnTo>
                  <a:lnTo>
                    <a:pt x="3877778" y="1003300"/>
                  </a:lnTo>
                  <a:lnTo>
                    <a:pt x="3888369" y="1028700"/>
                  </a:lnTo>
                  <a:lnTo>
                    <a:pt x="3894184" y="1041400"/>
                  </a:lnTo>
                  <a:lnTo>
                    <a:pt x="3895963" y="1041400"/>
                  </a:lnTo>
                  <a:lnTo>
                    <a:pt x="3897549" y="1048905"/>
                  </a:lnTo>
                  <a:lnTo>
                    <a:pt x="3900325" y="1054100"/>
                  </a:lnTo>
                  <a:lnTo>
                    <a:pt x="3908492" y="1078760"/>
                  </a:lnTo>
                  <a:lnTo>
                    <a:pt x="3908556" y="1078953"/>
                  </a:lnTo>
                  <a:lnTo>
                    <a:pt x="3908450" y="1077436"/>
                  </a:lnTo>
                  <a:lnTo>
                    <a:pt x="3906973" y="1066800"/>
                  </a:lnTo>
                  <a:lnTo>
                    <a:pt x="3915805" y="1066800"/>
                  </a:lnTo>
                  <a:lnTo>
                    <a:pt x="3915642" y="1064812"/>
                  </a:lnTo>
                  <a:lnTo>
                    <a:pt x="3915562" y="1063837"/>
                  </a:lnTo>
                  <a:lnTo>
                    <a:pt x="3913702" y="1054266"/>
                  </a:lnTo>
                  <a:lnTo>
                    <a:pt x="3913670" y="1054100"/>
                  </a:lnTo>
                  <a:lnTo>
                    <a:pt x="3909975" y="1054100"/>
                  </a:lnTo>
                  <a:lnTo>
                    <a:pt x="3902265" y="1028700"/>
                  </a:lnTo>
                  <a:lnTo>
                    <a:pt x="3893532" y="1016015"/>
                  </a:lnTo>
                  <a:lnTo>
                    <a:pt x="3886724" y="1003300"/>
                  </a:lnTo>
                  <a:lnTo>
                    <a:pt x="3887740" y="1003300"/>
                  </a:lnTo>
                  <a:lnTo>
                    <a:pt x="3884330" y="990639"/>
                  </a:lnTo>
                  <a:lnTo>
                    <a:pt x="3882101" y="990639"/>
                  </a:lnTo>
                  <a:lnTo>
                    <a:pt x="3869269" y="965241"/>
                  </a:lnTo>
                  <a:close/>
                </a:path>
                <a:path w="4009390" h="3048000">
                  <a:moveTo>
                    <a:pt x="127332" y="1042849"/>
                  </a:moveTo>
                  <a:lnTo>
                    <a:pt x="126676" y="1044239"/>
                  </a:lnTo>
                  <a:lnTo>
                    <a:pt x="122693" y="1054100"/>
                  </a:lnTo>
                  <a:lnTo>
                    <a:pt x="118353" y="1066800"/>
                  </a:lnTo>
                  <a:lnTo>
                    <a:pt x="114597" y="1077436"/>
                  </a:lnTo>
                  <a:lnTo>
                    <a:pt x="118661" y="1066800"/>
                  </a:lnTo>
                  <a:lnTo>
                    <a:pt x="124091" y="1052414"/>
                  </a:lnTo>
                  <a:lnTo>
                    <a:pt x="127332" y="1042849"/>
                  </a:lnTo>
                  <a:close/>
                </a:path>
                <a:path w="4009390" h="3048000">
                  <a:moveTo>
                    <a:pt x="102778" y="1044907"/>
                  </a:moveTo>
                  <a:lnTo>
                    <a:pt x="101071" y="1048905"/>
                  </a:lnTo>
                  <a:lnTo>
                    <a:pt x="98950" y="1054100"/>
                  </a:lnTo>
                  <a:lnTo>
                    <a:pt x="94893" y="1062307"/>
                  </a:lnTo>
                  <a:lnTo>
                    <a:pt x="94292" y="1066800"/>
                  </a:lnTo>
                  <a:lnTo>
                    <a:pt x="101027" y="1054266"/>
                  </a:lnTo>
                  <a:lnTo>
                    <a:pt x="101116" y="1054100"/>
                  </a:lnTo>
                  <a:lnTo>
                    <a:pt x="100062" y="1054100"/>
                  </a:lnTo>
                  <a:lnTo>
                    <a:pt x="102778" y="1044907"/>
                  </a:lnTo>
                  <a:close/>
                </a:path>
                <a:path w="4009390" h="3048000">
                  <a:moveTo>
                    <a:pt x="129969" y="1016015"/>
                  </a:moveTo>
                  <a:lnTo>
                    <a:pt x="115664" y="1016015"/>
                  </a:lnTo>
                  <a:lnTo>
                    <a:pt x="113104" y="1028700"/>
                  </a:lnTo>
                  <a:lnTo>
                    <a:pt x="114853" y="1028700"/>
                  </a:lnTo>
                  <a:lnTo>
                    <a:pt x="109210" y="1041400"/>
                  </a:lnTo>
                  <a:lnTo>
                    <a:pt x="106411" y="1041400"/>
                  </a:lnTo>
                  <a:lnTo>
                    <a:pt x="105868" y="1042849"/>
                  </a:lnTo>
                  <a:lnTo>
                    <a:pt x="101116" y="1054100"/>
                  </a:lnTo>
                  <a:lnTo>
                    <a:pt x="94292" y="1066800"/>
                  </a:lnTo>
                  <a:lnTo>
                    <a:pt x="117798" y="1066800"/>
                  </a:lnTo>
                  <a:lnTo>
                    <a:pt x="121792" y="1054266"/>
                  </a:lnTo>
                  <a:lnTo>
                    <a:pt x="121845" y="1054100"/>
                  </a:lnTo>
                  <a:lnTo>
                    <a:pt x="114802" y="1054100"/>
                  </a:lnTo>
                  <a:lnTo>
                    <a:pt x="115120" y="1053348"/>
                  </a:lnTo>
                  <a:lnTo>
                    <a:pt x="115218" y="1052800"/>
                  </a:lnTo>
                  <a:lnTo>
                    <a:pt x="122946" y="1028700"/>
                  </a:lnTo>
                  <a:lnTo>
                    <a:pt x="129854" y="1016222"/>
                  </a:lnTo>
                  <a:lnTo>
                    <a:pt x="129969" y="1016015"/>
                  </a:lnTo>
                  <a:close/>
                </a:path>
                <a:path w="4009390" h="3048000">
                  <a:moveTo>
                    <a:pt x="3915751" y="1064812"/>
                  </a:moveTo>
                  <a:lnTo>
                    <a:pt x="3915805" y="1066800"/>
                  </a:lnTo>
                  <a:lnTo>
                    <a:pt x="3916137" y="1066800"/>
                  </a:lnTo>
                  <a:lnTo>
                    <a:pt x="3915751" y="1064812"/>
                  </a:lnTo>
                  <a:close/>
                </a:path>
                <a:path w="4009390" h="3048000">
                  <a:moveTo>
                    <a:pt x="98950" y="1054100"/>
                  </a:moveTo>
                  <a:lnTo>
                    <a:pt x="95990" y="1054100"/>
                  </a:lnTo>
                  <a:lnTo>
                    <a:pt x="94893" y="1062307"/>
                  </a:lnTo>
                  <a:lnTo>
                    <a:pt x="98868" y="1054266"/>
                  </a:lnTo>
                  <a:lnTo>
                    <a:pt x="98950" y="1054100"/>
                  </a:lnTo>
                  <a:close/>
                </a:path>
                <a:path w="4009390" h="3048000">
                  <a:moveTo>
                    <a:pt x="106411" y="1041400"/>
                  </a:moveTo>
                  <a:lnTo>
                    <a:pt x="104135" y="1041400"/>
                  </a:lnTo>
                  <a:lnTo>
                    <a:pt x="102975" y="1044239"/>
                  </a:lnTo>
                  <a:lnTo>
                    <a:pt x="100062" y="1054100"/>
                  </a:lnTo>
                  <a:lnTo>
                    <a:pt x="101116" y="1054100"/>
                  </a:lnTo>
                  <a:lnTo>
                    <a:pt x="105868" y="1042849"/>
                  </a:lnTo>
                  <a:lnTo>
                    <a:pt x="106411" y="1041400"/>
                  </a:lnTo>
                  <a:close/>
                </a:path>
                <a:path w="4009390" h="3048000">
                  <a:moveTo>
                    <a:pt x="147538" y="1016015"/>
                  </a:moveTo>
                  <a:lnTo>
                    <a:pt x="131798" y="1016015"/>
                  </a:lnTo>
                  <a:lnTo>
                    <a:pt x="131714" y="1016222"/>
                  </a:lnTo>
                  <a:lnTo>
                    <a:pt x="128014" y="1028700"/>
                  </a:lnTo>
                  <a:lnTo>
                    <a:pt x="120181" y="1041400"/>
                  </a:lnTo>
                  <a:lnTo>
                    <a:pt x="115352" y="1052800"/>
                  </a:lnTo>
                  <a:lnTo>
                    <a:pt x="115043" y="1053348"/>
                  </a:lnTo>
                  <a:lnTo>
                    <a:pt x="114802" y="1054100"/>
                  </a:lnTo>
                  <a:lnTo>
                    <a:pt x="121845" y="1054100"/>
                  </a:lnTo>
                  <a:lnTo>
                    <a:pt x="126909" y="1041400"/>
                  </a:lnTo>
                  <a:lnTo>
                    <a:pt x="134186" y="1028700"/>
                  </a:lnTo>
                  <a:lnTo>
                    <a:pt x="142029" y="1028700"/>
                  </a:lnTo>
                  <a:lnTo>
                    <a:pt x="145305" y="1021611"/>
                  </a:lnTo>
                  <a:lnTo>
                    <a:pt x="147455" y="1016222"/>
                  </a:lnTo>
                  <a:lnTo>
                    <a:pt x="147538" y="1016015"/>
                  </a:lnTo>
                  <a:close/>
                </a:path>
                <a:path w="4009390" h="3048000">
                  <a:moveTo>
                    <a:pt x="135883" y="1041400"/>
                  </a:moveTo>
                  <a:lnTo>
                    <a:pt x="132026" y="1041400"/>
                  </a:lnTo>
                  <a:lnTo>
                    <a:pt x="132772" y="1052414"/>
                  </a:lnTo>
                  <a:lnTo>
                    <a:pt x="132886" y="1054100"/>
                  </a:lnTo>
                  <a:lnTo>
                    <a:pt x="135883" y="1041400"/>
                  </a:lnTo>
                  <a:close/>
                </a:path>
                <a:path w="4009390" h="3048000">
                  <a:moveTo>
                    <a:pt x="139986" y="1041400"/>
                  </a:moveTo>
                  <a:lnTo>
                    <a:pt x="137761" y="1041400"/>
                  </a:lnTo>
                  <a:lnTo>
                    <a:pt x="135268" y="1054100"/>
                  </a:lnTo>
                  <a:lnTo>
                    <a:pt x="139986" y="1041400"/>
                  </a:lnTo>
                  <a:close/>
                </a:path>
                <a:path w="4009390" h="3048000">
                  <a:moveTo>
                    <a:pt x="3874863" y="1044907"/>
                  </a:moveTo>
                  <a:lnTo>
                    <a:pt x="3877348" y="1054100"/>
                  </a:lnTo>
                  <a:lnTo>
                    <a:pt x="3878987" y="1054100"/>
                  </a:lnTo>
                  <a:lnTo>
                    <a:pt x="3877333" y="1048905"/>
                  </a:lnTo>
                  <a:lnTo>
                    <a:pt x="3874863" y="1044907"/>
                  </a:lnTo>
                  <a:close/>
                </a:path>
                <a:path w="4009390" h="3048000">
                  <a:moveTo>
                    <a:pt x="3872807" y="995451"/>
                  </a:moveTo>
                  <a:lnTo>
                    <a:pt x="3873543" y="996995"/>
                  </a:lnTo>
                  <a:lnTo>
                    <a:pt x="3876676" y="1003300"/>
                  </a:lnTo>
                  <a:lnTo>
                    <a:pt x="3886338" y="1028700"/>
                  </a:lnTo>
                  <a:lnTo>
                    <a:pt x="3893539" y="1041400"/>
                  </a:lnTo>
                  <a:lnTo>
                    <a:pt x="3897549" y="1048905"/>
                  </a:lnTo>
                  <a:lnTo>
                    <a:pt x="3895963" y="1041400"/>
                  </a:lnTo>
                  <a:lnTo>
                    <a:pt x="3894184" y="1041400"/>
                  </a:lnTo>
                  <a:lnTo>
                    <a:pt x="3888369" y="1028700"/>
                  </a:lnTo>
                  <a:lnTo>
                    <a:pt x="3877778" y="1003300"/>
                  </a:lnTo>
                  <a:lnTo>
                    <a:pt x="3872807" y="995451"/>
                  </a:lnTo>
                  <a:close/>
                </a:path>
                <a:path w="4009390" h="3048000">
                  <a:moveTo>
                    <a:pt x="3861068" y="1009862"/>
                  </a:moveTo>
                  <a:lnTo>
                    <a:pt x="3863738" y="1015746"/>
                  </a:lnTo>
                  <a:lnTo>
                    <a:pt x="3863860" y="1016015"/>
                  </a:lnTo>
                  <a:lnTo>
                    <a:pt x="3868879" y="1028700"/>
                  </a:lnTo>
                  <a:lnTo>
                    <a:pt x="3872687" y="1041400"/>
                  </a:lnTo>
                  <a:lnTo>
                    <a:pt x="3874863" y="1044907"/>
                  </a:lnTo>
                  <a:lnTo>
                    <a:pt x="3873915" y="1041400"/>
                  </a:lnTo>
                  <a:lnTo>
                    <a:pt x="3878500" y="1041400"/>
                  </a:lnTo>
                  <a:lnTo>
                    <a:pt x="3861068" y="1009862"/>
                  </a:lnTo>
                  <a:close/>
                </a:path>
                <a:path w="4009390" h="3048000">
                  <a:moveTo>
                    <a:pt x="104135" y="1041400"/>
                  </a:moveTo>
                  <a:lnTo>
                    <a:pt x="103814" y="1041400"/>
                  </a:lnTo>
                  <a:lnTo>
                    <a:pt x="102975" y="1044239"/>
                  </a:lnTo>
                  <a:lnTo>
                    <a:pt x="104135" y="1041400"/>
                  </a:lnTo>
                  <a:close/>
                </a:path>
                <a:path w="4009390" h="3048000">
                  <a:moveTo>
                    <a:pt x="107879" y="1028700"/>
                  </a:moveTo>
                  <a:lnTo>
                    <a:pt x="105690" y="1028700"/>
                  </a:lnTo>
                  <a:lnTo>
                    <a:pt x="101654" y="1041400"/>
                  </a:lnTo>
                  <a:lnTo>
                    <a:pt x="104557" y="1041400"/>
                  </a:lnTo>
                  <a:lnTo>
                    <a:pt x="107879" y="1028700"/>
                  </a:lnTo>
                  <a:close/>
                </a:path>
                <a:path w="4009390" h="3048000">
                  <a:moveTo>
                    <a:pt x="134881" y="1003300"/>
                  </a:moveTo>
                  <a:lnTo>
                    <a:pt x="119177" y="1003300"/>
                  </a:lnTo>
                  <a:lnTo>
                    <a:pt x="112857" y="1016015"/>
                  </a:lnTo>
                  <a:lnTo>
                    <a:pt x="106679" y="1040594"/>
                  </a:lnTo>
                  <a:lnTo>
                    <a:pt x="110958" y="1028700"/>
                  </a:lnTo>
                  <a:lnTo>
                    <a:pt x="115585" y="1016222"/>
                  </a:lnTo>
                  <a:lnTo>
                    <a:pt x="115662" y="1016015"/>
                  </a:lnTo>
                  <a:lnTo>
                    <a:pt x="129971" y="1016015"/>
                  </a:lnTo>
                  <a:lnTo>
                    <a:pt x="134881" y="1003300"/>
                  </a:lnTo>
                  <a:close/>
                </a:path>
                <a:path w="4009390" h="3048000">
                  <a:moveTo>
                    <a:pt x="158908" y="990639"/>
                  </a:moveTo>
                  <a:lnTo>
                    <a:pt x="143137" y="990639"/>
                  </a:lnTo>
                  <a:lnTo>
                    <a:pt x="142690" y="991540"/>
                  </a:lnTo>
                  <a:lnTo>
                    <a:pt x="142570" y="991742"/>
                  </a:lnTo>
                  <a:lnTo>
                    <a:pt x="142443" y="995221"/>
                  </a:lnTo>
                  <a:lnTo>
                    <a:pt x="142379" y="996995"/>
                  </a:lnTo>
                  <a:lnTo>
                    <a:pt x="142252" y="1000473"/>
                  </a:lnTo>
                  <a:lnTo>
                    <a:pt x="142149" y="1003300"/>
                  </a:lnTo>
                  <a:lnTo>
                    <a:pt x="137370" y="1003300"/>
                  </a:lnTo>
                  <a:lnTo>
                    <a:pt x="134928" y="1015746"/>
                  </a:lnTo>
                  <a:lnTo>
                    <a:pt x="134875" y="1016015"/>
                  </a:lnTo>
                  <a:lnTo>
                    <a:pt x="147538" y="1016015"/>
                  </a:lnTo>
                  <a:lnTo>
                    <a:pt x="145305" y="1021611"/>
                  </a:lnTo>
                  <a:lnTo>
                    <a:pt x="147796" y="1016222"/>
                  </a:lnTo>
                  <a:lnTo>
                    <a:pt x="153652" y="1003300"/>
                  </a:lnTo>
                  <a:lnTo>
                    <a:pt x="158908" y="990639"/>
                  </a:lnTo>
                  <a:close/>
                </a:path>
                <a:path w="4009390" h="3048000">
                  <a:moveTo>
                    <a:pt x="3891397" y="1003300"/>
                  </a:moveTo>
                  <a:lnTo>
                    <a:pt x="3889032" y="1003300"/>
                  </a:lnTo>
                  <a:lnTo>
                    <a:pt x="3893750" y="1015746"/>
                  </a:lnTo>
                  <a:lnTo>
                    <a:pt x="3893852" y="1016015"/>
                  </a:lnTo>
                  <a:lnTo>
                    <a:pt x="3894206" y="1016015"/>
                  </a:lnTo>
                  <a:lnTo>
                    <a:pt x="3891397" y="1003300"/>
                  </a:lnTo>
                  <a:close/>
                </a:path>
                <a:path w="4009390" h="3048000">
                  <a:moveTo>
                    <a:pt x="3857301" y="1001562"/>
                  </a:moveTo>
                  <a:lnTo>
                    <a:pt x="3857440" y="1003300"/>
                  </a:lnTo>
                  <a:lnTo>
                    <a:pt x="3861068" y="1009862"/>
                  </a:lnTo>
                  <a:lnTo>
                    <a:pt x="3857301" y="1001562"/>
                  </a:lnTo>
                  <a:close/>
                </a:path>
                <a:path w="4009390" h="3048000">
                  <a:moveTo>
                    <a:pt x="142610" y="990639"/>
                  </a:moveTo>
                  <a:lnTo>
                    <a:pt x="127657" y="990639"/>
                  </a:lnTo>
                  <a:lnTo>
                    <a:pt x="123794" y="1003300"/>
                  </a:lnTo>
                  <a:lnTo>
                    <a:pt x="136643" y="1003300"/>
                  </a:lnTo>
                  <a:lnTo>
                    <a:pt x="142476" y="991742"/>
                  </a:lnTo>
                  <a:lnTo>
                    <a:pt x="142590" y="991189"/>
                  </a:lnTo>
                  <a:lnTo>
                    <a:pt x="142610" y="990639"/>
                  </a:lnTo>
                  <a:close/>
                </a:path>
                <a:path w="4009390" h="3048000">
                  <a:moveTo>
                    <a:pt x="159180" y="1000473"/>
                  </a:moveTo>
                  <a:lnTo>
                    <a:pt x="157986" y="1003300"/>
                  </a:lnTo>
                  <a:lnTo>
                    <a:pt x="158522" y="1003300"/>
                  </a:lnTo>
                  <a:lnTo>
                    <a:pt x="159180" y="1000473"/>
                  </a:lnTo>
                  <a:close/>
                </a:path>
                <a:path w="4009390" h="3048000">
                  <a:moveTo>
                    <a:pt x="3853428" y="996995"/>
                  </a:moveTo>
                  <a:lnTo>
                    <a:pt x="3854516" y="1003300"/>
                  </a:lnTo>
                  <a:lnTo>
                    <a:pt x="3855561" y="1003300"/>
                  </a:lnTo>
                  <a:lnTo>
                    <a:pt x="3853428" y="996995"/>
                  </a:lnTo>
                  <a:close/>
                </a:path>
                <a:path w="4009390" h="3048000">
                  <a:moveTo>
                    <a:pt x="3853213" y="990639"/>
                  </a:moveTo>
                  <a:lnTo>
                    <a:pt x="3852343" y="990639"/>
                  </a:lnTo>
                  <a:lnTo>
                    <a:pt x="3857301" y="1001562"/>
                  </a:lnTo>
                  <a:lnTo>
                    <a:pt x="3857213" y="1000473"/>
                  </a:lnTo>
                  <a:lnTo>
                    <a:pt x="3857138" y="999542"/>
                  </a:lnTo>
                  <a:lnTo>
                    <a:pt x="3853213" y="990639"/>
                  </a:lnTo>
                  <a:close/>
                </a:path>
                <a:path w="4009390" h="3048000">
                  <a:moveTo>
                    <a:pt x="163332" y="990639"/>
                  </a:moveTo>
                  <a:lnTo>
                    <a:pt x="161467" y="990639"/>
                  </a:lnTo>
                  <a:lnTo>
                    <a:pt x="159180" y="1000473"/>
                  </a:lnTo>
                  <a:lnTo>
                    <a:pt x="163332" y="990639"/>
                  </a:lnTo>
                  <a:close/>
                </a:path>
                <a:path w="4009390" h="3048000">
                  <a:moveTo>
                    <a:pt x="3857099" y="999050"/>
                  </a:moveTo>
                  <a:lnTo>
                    <a:pt x="3857138" y="999542"/>
                  </a:lnTo>
                  <a:lnTo>
                    <a:pt x="3857549" y="1000473"/>
                  </a:lnTo>
                  <a:lnTo>
                    <a:pt x="3857295" y="999542"/>
                  </a:lnTo>
                  <a:lnTo>
                    <a:pt x="3857099" y="999050"/>
                  </a:lnTo>
                  <a:close/>
                </a:path>
                <a:path w="4009390" h="3048000">
                  <a:moveTo>
                    <a:pt x="3853741" y="990639"/>
                  </a:moveTo>
                  <a:lnTo>
                    <a:pt x="3853213" y="990639"/>
                  </a:lnTo>
                  <a:lnTo>
                    <a:pt x="3857138" y="999542"/>
                  </a:lnTo>
                  <a:lnTo>
                    <a:pt x="3857099" y="999050"/>
                  </a:lnTo>
                  <a:lnTo>
                    <a:pt x="3853741" y="990639"/>
                  </a:lnTo>
                  <a:close/>
                </a:path>
                <a:path w="4009390" h="3048000">
                  <a:moveTo>
                    <a:pt x="3856132" y="990639"/>
                  </a:moveTo>
                  <a:lnTo>
                    <a:pt x="3853741" y="990639"/>
                  </a:lnTo>
                  <a:lnTo>
                    <a:pt x="3857099" y="999050"/>
                  </a:lnTo>
                  <a:lnTo>
                    <a:pt x="3856511" y="991742"/>
                  </a:lnTo>
                  <a:lnTo>
                    <a:pt x="3856495" y="991540"/>
                  </a:lnTo>
                  <a:lnTo>
                    <a:pt x="3856325" y="991189"/>
                  </a:lnTo>
                  <a:lnTo>
                    <a:pt x="3856132" y="990639"/>
                  </a:lnTo>
                  <a:close/>
                </a:path>
                <a:path w="4009390" h="3048000">
                  <a:moveTo>
                    <a:pt x="3834008" y="955651"/>
                  </a:moveTo>
                  <a:lnTo>
                    <a:pt x="3834131" y="957839"/>
                  </a:lnTo>
                  <a:lnTo>
                    <a:pt x="3837063" y="965241"/>
                  </a:lnTo>
                  <a:lnTo>
                    <a:pt x="3841500" y="977676"/>
                  </a:lnTo>
                  <a:lnTo>
                    <a:pt x="3841596" y="977945"/>
                  </a:lnTo>
                  <a:lnTo>
                    <a:pt x="3846479" y="977945"/>
                  </a:lnTo>
                  <a:lnTo>
                    <a:pt x="3851278" y="990639"/>
                  </a:lnTo>
                  <a:lnTo>
                    <a:pt x="3853428" y="996995"/>
                  </a:lnTo>
                  <a:lnTo>
                    <a:pt x="3852522" y="991742"/>
                  </a:lnTo>
                  <a:lnTo>
                    <a:pt x="3852427" y="991189"/>
                  </a:lnTo>
                  <a:lnTo>
                    <a:pt x="3852332" y="990639"/>
                  </a:lnTo>
                  <a:lnTo>
                    <a:pt x="3853741" y="990639"/>
                  </a:lnTo>
                  <a:lnTo>
                    <a:pt x="3848776" y="978206"/>
                  </a:lnTo>
                  <a:lnTo>
                    <a:pt x="3848672" y="977945"/>
                  </a:lnTo>
                  <a:lnTo>
                    <a:pt x="3834008" y="955651"/>
                  </a:lnTo>
                  <a:close/>
                </a:path>
                <a:path w="4009390" h="3048000">
                  <a:moveTo>
                    <a:pt x="151058" y="965241"/>
                  </a:moveTo>
                  <a:lnTo>
                    <a:pt x="150677" y="965241"/>
                  </a:lnTo>
                  <a:lnTo>
                    <a:pt x="146070" y="979058"/>
                  </a:lnTo>
                  <a:lnTo>
                    <a:pt x="142265" y="990639"/>
                  </a:lnTo>
                  <a:lnTo>
                    <a:pt x="142610" y="990639"/>
                  </a:lnTo>
                  <a:lnTo>
                    <a:pt x="142578" y="991540"/>
                  </a:lnTo>
                  <a:lnTo>
                    <a:pt x="142834" y="991189"/>
                  </a:lnTo>
                  <a:lnTo>
                    <a:pt x="143136" y="990639"/>
                  </a:lnTo>
                  <a:lnTo>
                    <a:pt x="144544" y="985889"/>
                  </a:lnTo>
                  <a:lnTo>
                    <a:pt x="151058" y="965241"/>
                  </a:lnTo>
                  <a:close/>
                </a:path>
                <a:path w="4009390" h="3048000">
                  <a:moveTo>
                    <a:pt x="3859455" y="947598"/>
                  </a:moveTo>
                  <a:lnTo>
                    <a:pt x="3861676" y="952283"/>
                  </a:lnTo>
                  <a:lnTo>
                    <a:pt x="3833914" y="952283"/>
                  </a:lnTo>
                  <a:lnTo>
                    <a:pt x="3833997" y="955261"/>
                  </a:lnTo>
                  <a:lnTo>
                    <a:pt x="3841466" y="965241"/>
                  </a:lnTo>
                  <a:lnTo>
                    <a:pt x="3851474" y="977676"/>
                  </a:lnTo>
                  <a:lnTo>
                    <a:pt x="3851670" y="977945"/>
                  </a:lnTo>
                  <a:lnTo>
                    <a:pt x="3856325" y="991189"/>
                  </a:lnTo>
                  <a:lnTo>
                    <a:pt x="3856448" y="991540"/>
                  </a:lnTo>
                  <a:lnTo>
                    <a:pt x="3856423" y="990639"/>
                  </a:lnTo>
                  <a:lnTo>
                    <a:pt x="3865496" y="990639"/>
                  </a:lnTo>
                  <a:lnTo>
                    <a:pt x="3857719" y="965241"/>
                  </a:lnTo>
                  <a:lnTo>
                    <a:pt x="3869269" y="965241"/>
                  </a:lnTo>
                  <a:lnTo>
                    <a:pt x="3862722" y="952283"/>
                  </a:lnTo>
                  <a:lnTo>
                    <a:pt x="3862437" y="951928"/>
                  </a:lnTo>
                  <a:lnTo>
                    <a:pt x="3859455" y="947598"/>
                  </a:lnTo>
                  <a:close/>
                </a:path>
                <a:path w="4009390" h="3048000">
                  <a:moveTo>
                    <a:pt x="150677" y="965241"/>
                  </a:moveTo>
                  <a:lnTo>
                    <a:pt x="144543" y="965241"/>
                  </a:lnTo>
                  <a:lnTo>
                    <a:pt x="138938" y="977676"/>
                  </a:lnTo>
                  <a:lnTo>
                    <a:pt x="138826" y="977945"/>
                  </a:lnTo>
                  <a:lnTo>
                    <a:pt x="129636" y="977945"/>
                  </a:lnTo>
                  <a:lnTo>
                    <a:pt x="124757" y="990639"/>
                  </a:lnTo>
                  <a:lnTo>
                    <a:pt x="142265" y="990639"/>
                  </a:lnTo>
                  <a:lnTo>
                    <a:pt x="146350" y="978206"/>
                  </a:lnTo>
                  <a:lnTo>
                    <a:pt x="150677" y="965241"/>
                  </a:lnTo>
                  <a:close/>
                </a:path>
                <a:path w="4009390" h="3048000">
                  <a:moveTo>
                    <a:pt x="153994" y="965241"/>
                  </a:moveTo>
                  <a:lnTo>
                    <a:pt x="151058" y="965241"/>
                  </a:lnTo>
                  <a:lnTo>
                    <a:pt x="143045" y="990639"/>
                  </a:lnTo>
                  <a:lnTo>
                    <a:pt x="145430" y="985889"/>
                  </a:lnTo>
                  <a:lnTo>
                    <a:pt x="149137" y="978206"/>
                  </a:lnTo>
                  <a:lnTo>
                    <a:pt x="149264" y="977945"/>
                  </a:lnTo>
                  <a:lnTo>
                    <a:pt x="153994" y="965241"/>
                  </a:lnTo>
                  <a:close/>
                </a:path>
                <a:path w="4009390" h="3048000">
                  <a:moveTo>
                    <a:pt x="215172" y="889000"/>
                  </a:moveTo>
                  <a:lnTo>
                    <a:pt x="200746" y="889000"/>
                  </a:lnTo>
                  <a:lnTo>
                    <a:pt x="197233" y="901700"/>
                  </a:lnTo>
                  <a:lnTo>
                    <a:pt x="202870" y="901700"/>
                  </a:lnTo>
                  <a:lnTo>
                    <a:pt x="194721" y="910315"/>
                  </a:lnTo>
                  <a:lnTo>
                    <a:pt x="190789" y="914400"/>
                  </a:lnTo>
                  <a:lnTo>
                    <a:pt x="184545" y="927100"/>
                  </a:lnTo>
                  <a:lnTo>
                    <a:pt x="173324" y="949503"/>
                  </a:lnTo>
                  <a:lnTo>
                    <a:pt x="166306" y="965241"/>
                  </a:lnTo>
                  <a:lnTo>
                    <a:pt x="160027" y="977676"/>
                  </a:lnTo>
                  <a:lnTo>
                    <a:pt x="159956" y="977945"/>
                  </a:lnTo>
                  <a:lnTo>
                    <a:pt x="149785" y="977945"/>
                  </a:lnTo>
                  <a:lnTo>
                    <a:pt x="145255" y="990639"/>
                  </a:lnTo>
                  <a:lnTo>
                    <a:pt x="163034" y="990639"/>
                  </a:lnTo>
                  <a:lnTo>
                    <a:pt x="172099" y="977945"/>
                  </a:lnTo>
                  <a:lnTo>
                    <a:pt x="184910" y="952283"/>
                  </a:lnTo>
                  <a:lnTo>
                    <a:pt x="185151" y="951928"/>
                  </a:lnTo>
                  <a:lnTo>
                    <a:pt x="192564" y="939800"/>
                  </a:lnTo>
                  <a:lnTo>
                    <a:pt x="194185" y="927100"/>
                  </a:lnTo>
                  <a:lnTo>
                    <a:pt x="204047" y="914550"/>
                  </a:lnTo>
                  <a:lnTo>
                    <a:pt x="204165" y="914400"/>
                  </a:lnTo>
                  <a:lnTo>
                    <a:pt x="210216" y="901700"/>
                  </a:lnTo>
                  <a:lnTo>
                    <a:pt x="215172" y="889000"/>
                  </a:lnTo>
                  <a:close/>
                </a:path>
                <a:path w="4009390" h="3048000">
                  <a:moveTo>
                    <a:pt x="141973" y="955651"/>
                  </a:moveTo>
                  <a:lnTo>
                    <a:pt x="141003" y="957674"/>
                  </a:lnTo>
                  <a:lnTo>
                    <a:pt x="137789" y="965241"/>
                  </a:lnTo>
                  <a:lnTo>
                    <a:pt x="133714" y="977676"/>
                  </a:lnTo>
                  <a:lnTo>
                    <a:pt x="133626" y="977945"/>
                  </a:lnTo>
                  <a:lnTo>
                    <a:pt x="134293" y="977945"/>
                  </a:lnTo>
                  <a:lnTo>
                    <a:pt x="138233" y="965241"/>
                  </a:lnTo>
                  <a:lnTo>
                    <a:pt x="141973" y="955651"/>
                  </a:lnTo>
                  <a:close/>
                </a:path>
                <a:path w="4009390" h="3048000">
                  <a:moveTo>
                    <a:pt x="143293" y="967270"/>
                  </a:moveTo>
                  <a:lnTo>
                    <a:pt x="136718" y="977945"/>
                  </a:lnTo>
                  <a:lnTo>
                    <a:pt x="138824" y="977945"/>
                  </a:lnTo>
                  <a:lnTo>
                    <a:pt x="143293" y="967270"/>
                  </a:lnTo>
                  <a:close/>
                </a:path>
                <a:path w="4009390" h="3048000">
                  <a:moveTo>
                    <a:pt x="197034" y="901700"/>
                  </a:moveTo>
                  <a:lnTo>
                    <a:pt x="193246" y="901700"/>
                  </a:lnTo>
                  <a:lnTo>
                    <a:pt x="188544" y="914400"/>
                  </a:lnTo>
                  <a:lnTo>
                    <a:pt x="182727" y="914400"/>
                  </a:lnTo>
                  <a:lnTo>
                    <a:pt x="180135" y="927100"/>
                  </a:lnTo>
                  <a:lnTo>
                    <a:pt x="175479" y="927100"/>
                  </a:lnTo>
                  <a:lnTo>
                    <a:pt x="171842" y="939800"/>
                  </a:lnTo>
                  <a:lnTo>
                    <a:pt x="168974" y="939800"/>
                  </a:lnTo>
                  <a:lnTo>
                    <a:pt x="159866" y="965241"/>
                  </a:lnTo>
                  <a:lnTo>
                    <a:pt x="155955" y="977676"/>
                  </a:lnTo>
                  <a:lnTo>
                    <a:pt x="155870" y="977945"/>
                  </a:lnTo>
                  <a:lnTo>
                    <a:pt x="159945" y="977945"/>
                  </a:lnTo>
                  <a:lnTo>
                    <a:pt x="160080" y="977676"/>
                  </a:lnTo>
                  <a:lnTo>
                    <a:pt x="163328" y="965241"/>
                  </a:lnTo>
                  <a:lnTo>
                    <a:pt x="165265" y="965241"/>
                  </a:lnTo>
                  <a:lnTo>
                    <a:pt x="172110" y="951928"/>
                  </a:lnTo>
                  <a:lnTo>
                    <a:pt x="173324" y="949503"/>
                  </a:lnTo>
                  <a:lnTo>
                    <a:pt x="177650" y="939800"/>
                  </a:lnTo>
                  <a:lnTo>
                    <a:pt x="189602" y="916815"/>
                  </a:lnTo>
                  <a:lnTo>
                    <a:pt x="197034" y="901700"/>
                  </a:lnTo>
                  <a:close/>
                </a:path>
                <a:path w="4009390" h="3048000">
                  <a:moveTo>
                    <a:pt x="172317" y="951761"/>
                  </a:moveTo>
                  <a:lnTo>
                    <a:pt x="172110" y="951928"/>
                  </a:lnTo>
                  <a:lnTo>
                    <a:pt x="165265" y="965241"/>
                  </a:lnTo>
                  <a:lnTo>
                    <a:pt x="163328" y="965241"/>
                  </a:lnTo>
                  <a:lnTo>
                    <a:pt x="160027" y="977676"/>
                  </a:lnTo>
                  <a:lnTo>
                    <a:pt x="166306" y="965241"/>
                  </a:lnTo>
                  <a:lnTo>
                    <a:pt x="172243" y="951928"/>
                  </a:lnTo>
                  <a:lnTo>
                    <a:pt x="172317" y="951761"/>
                  </a:lnTo>
                  <a:close/>
                </a:path>
                <a:path w="4009390" h="3048000">
                  <a:moveTo>
                    <a:pt x="149555" y="952283"/>
                  </a:moveTo>
                  <a:lnTo>
                    <a:pt x="148515" y="952283"/>
                  </a:lnTo>
                  <a:lnTo>
                    <a:pt x="144142" y="965241"/>
                  </a:lnTo>
                  <a:lnTo>
                    <a:pt x="143293" y="967270"/>
                  </a:lnTo>
                  <a:lnTo>
                    <a:pt x="144882" y="964488"/>
                  </a:lnTo>
                  <a:lnTo>
                    <a:pt x="146765" y="960306"/>
                  </a:lnTo>
                  <a:lnTo>
                    <a:pt x="149555" y="952283"/>
                  </a:lnTo>
                  <a:close/>
                </a:path>
                <a:path w="4009390" h="3048000">
                  <a:moveTo>
                    <a:pt x="212395" y="863600"/>
                  </a:moveTo>
                  <a:lnTo>
                    <a:pt x="197621" y="863600"/>
                  </a:lnTo>
                  <a:lnTo>
                    <a:pt x="184233" y="889000"/>
                  </a:lnTo>
                  <a:lnTo>
                    <a:pt x="166931" y="927100"/>
                  </a:lnTo>
                  <a:lnTo>
                    <a:pt x="150763" y="951761"/>
                  </a:lnTo>
                  <a:lnTo>
                    <a:pt x="150377" y="952283"/>
                  </a:lnTo>
                  <a:lnTo>
                    <a:pt x="146765" y="960306"/>
                  </a:lnTo>
                  <a:lnTo>
                    <a:pt x="145048" y="965241"/>
                  </a:lnTo>
                  <a:lnTo>
                    <a:pt x="150462" y="965241"/>
                  </a:lnTo>
                  <a:lnTo>
                    <a:pt x="158967" y="951928"/>
                  </a:lnTo>
                  <a:lnTo>
                    <a:pt x="174587" y="927100"/>
                  </a:lnTo>
                  <a:lnTo>
                    <a:pt x="182630" y="914550"/>
                  </a:lnTo>
                  <a:lnTo>
                    <a:pt x="182727" y="914400"/>
                  </a:lnTo>
                  <a:lnTo>
                    <a:pt x="188544" y="914400"/>
                  </a:lnTo>
                  <a:lnTo>
                    <a:pt x="192079" y="901700"/>
                  </a:lnTo>
                  <a:lnTo>
                    <a:pt x="191744" y="901700"/>
                  </a:lnTo>
                  <a:lnTo>
                    <a:pt x="199977" y="889000"/>
                  </a:lnTo>
                  <a:lnTo>
                    <a:pt x="205640" y="876303"/>
                  </a:lnTo>
                  <a:lnTo>
                    <a:pt x="208292" y="876303"/>
                  </a:lnTo>
                  <a:lnTo>
                    <a:pt x="211551" y="867328"/>
                  </a:lnTo>
                  <a:lnTo>
                    <a:pt x="212395" y="863600"/>
                  </a:lnTo>
                  <a:close/>
                </a:path>
                <a:path w="4009390" h="3048000">
                  <a:moveTo>
                    <a:pt x="3831812" y="952283"/>
                  </a:moveTo>
                  <a:lnTo>
                    <a:pt x="3831853" y="952799"/>
                  </a:lnTo>
                  <a:lnTo>
                    <a:pt x="3834137" y="964488"/>
                  </a:lnTo>
                  <a:lnTo>
                    <a:pt x="3834065" y="957674"/>
                  </a:lnTo>
                  <a:lnTo>
                    <a:pt x="3832248" y="953315"/>
                  </a:lnTo>
                  <a:lnTo>
                    <a:pt x="3832217" y="953177"/>
                  </a:lnTo>
                  <a:lnTo>
                    <a:pt x="3831812" y="952283"/>
                  </a:lnTo>
                  <a:close/>
                </a:path>
                <a:path w="4009390" h="3048000">
                  <a:moveTo>
                    <a:pt x="3832542" y="953315"/>
                  </a:moveTo>
                  <a:lnTo>
                    <a:pt x="3834008" y="955651"/>
                  </a:lnTo>
                  <a:lnTo>
                    <a:pt x="3833997" y="955261"/>
                  </a:lnTo>
                  <a:lnTo>
                    <a:pt x="3832542" y="953315"/>
                  </a:lnTo>
                  <a:close/>
                </a:path>
                <a:path w="4009390" h="3048000">
                  <a:moveTo>
                    <a:pt x="3831787" y="951928"/>
                  </a:moveTo>
                  <a:lnTo>
                    <a:pt x="3831769" y="952283"/>
                  </a:lnTo>
                  <a:lnTo>
                    <a:pt x="3832157" y="952799"/>
                  </a:lnTo>
                  <a:lnTo>
                    <a:pt x="3831787" y="951928"/>
                  </a:lnTo>
                  <a:close/>
                </a:path>
                <a:path w="4009390" h="3048000">
                  <a:moveTo>
                    <a:pt x="3844086" y="914400"/>
                  </a:moveTo>
                  <a:lnTo>
                    <a:pt x="3815484" y="914400"/>
                  </a:lnTo>
                  <a:lnTo>
                    <a:pt x="3818293" y="927100"/>
                  </a:lnTo>
                  <a:lnTo>
                    <a:pt x="3822561" y="927100"/>
                  </a:lnTo>
                  <a:lnTo>
                    <a:pt x="3823643" y="931827"/>
                  </a:lnTo>
                  <a:lnTo>
                    <a:pt x="3826841" y="939800"/>
                  </a:lnTo>
                  <a:lnTo>
                    <a:pt x="3828217" y="939800"/>
                  </a:lnTo>
                  <a:lnTo>
                    <a:pt x="3830145" y="946365"/>
                  </a:lnTo>
                  <a:lnTo>
                    <a:pt x="3830349" y="946949"/>
                  </a:lnTo>
                  <a:lnTo>
                    <a:pt x="3833781" y="952283"/>
                  </a:lnTo>
                  <a:lnTo>
                    <a:pt x="3860191" y="952283"/>
                  </a:lnTo>
                  <a:lnTo>
                    <a:pt x="3858606" y="946365"/>
                  </a:lnTo>
                  <a:lnTo>
                    <a:pt x="3854083" y="939800"/>
                  </a:lnTo>
                  <a:lnTo>
                    <a:pt x="3845238" y="916815"/>
                  </a:lnTo>
                  <a:lnTo>
                    <a:pt x="3844156" y="914550"/>
                  </a:lnTo>
                  <a:lnTo>
                    <a:pt x="3844086" y="914400"/>
                  </a:lnTo>
                  <a:close/>
                </a:path>
                <a:path w="4009390" h="3048000">
                  <a:moveTo>
                    <a:pt x="3858606" y="946365"/>
                  </a:moveTo>
                  <a:lnTo>
                    <a:pt x="3860052" y="951761"/>
                  </a:lnTo>
                  <a:lnTo>
                    <a:pt x="3860096" y="951928"/>
                  </a:lnTo>
                  <a:lnTo>
                    <a:pt x="3860191" y="952283"/>
                  </a:lnTo>
                  <a:lnTo>
                    <a:pt x="3861676" y="952283"/>
                  </a:lnTo>
                  <a:lnTo>
                    <a:pt x="3859455" y="947598"/>
                  </a:lnTo>
                  <a:lnTo>
                    <a:pt x="3858606" y="946365"/>
                  </a:lnTo>
                  <a:close/>
                </a:path>
                <a:path w="4009390" h="3048000">
                  <a:moveTo>
                    <a:pt x="3828658" y="944321"/>
                  </a:moveTo>
                  <a:lnTo>
                    <a:pt x="3830372" y="948703"/>
                  </a:lnTo>
                  <a:lnTo>
                    <a:pt x="3831638" y="951761"/>
                  </a:lnTo>
                  <a:lnTo>
                    <a:pt x="3831707" y="951928"/>
                  </a:lnTo>
                  <a:lnTo>
                    <a:pt x="3831780" y="951761"/>
                  </a:lnTo>
                  <a:lnTo>
                    <a:pt x="3830318" y="946949"/>
                  </a:lnTo>
                  <a:lnTo>
                    <a:pt x="3829974" y="946365"/>
                  </a:lnTo>
                  <a:lnTo>
                    <a:pt x="3828658" y="944321"/>
                  </a:lnTo>
                  <a:close/>
                </a:path>
                <a:path w="4009390" h="3048000">
                  <a:moveTo>
                    <a:pt x="3858262" y="945082"/>
                  </a:moveTo>
                  <a:lnTo>
                    <a:pt x="3858606" y="946365"/>
                  </a:lnTo>
                  <a:lnTo>
                    <a:pt x="3859455" y="947598"/>
                  </a:lnTo>
                  <a:lnTo>
                    <a:pt x="3858262" y="945082"/>
                  </a:lnTo>
                  <a:close/>
                </a:path>
                <a:path w="4009390" h="3048000">
                  <a:moveTo>
                    <a:pt x="3844394" y="914550"/>
                  </a:moveTo>
                  <a:lnTo>
                    <a:pt x="3845209" y="916815"/>
                  </a:lnTo>
                  <a:lnTo>
                    <a:pt x="3849989" y="927100"/>
                  </a:lnTo>
                  <a:lnTo>
                    <a:pt x="3855758" y="939800"/>
                  </a:lnTo>
                  <a:lnTo>
                    <a:pt x="3858262" y="945082"/>
                  </a:lnTo>
                  <a:lnTo>
                    <a:pt x="3856847" y="939800"/>
                  </a:lnTo>
                  <a:lnTo>
                    <a:pt x="3851543" y="927100"/>
                  </a:lnTo>
                  <a:lnTo>
                    <a:pt x="3844394" y="914550"/>
                  </a:lnTo>
                  <a:close/>
                </a:path>
                <a:path w="4009390" h="3048000">
                  <a:moveTo>
                    <a:pt x="3823643" y="931827"/>
                  </a:moveTo>
                  <a:lnTo>
                    <a:pt x="3825308" y="939099"/>
                  </a:lnTo>
                  <a:lnTo>
                    <a:pt x="3828658" y="944321"/>
                  </a:lnTo>
                  <a:lnTo>
                    <a:pt x="3823643" y="931827"/>
                  </a:lnTo>
                  <a:close/>
                </a:path>
                <a:path w="4009390" h="3048000">
                  <a:moveTo>
                    <a:pt x="3825308" y="939099"/>
                  </a:moveTo>
                  <a:lnTo>
                    <a:pt x="3825469" y="939800"/>
                  </a:lnTo>
                  <a:lnTo>
                    <a:pt x="3825750" y="939800"/>
                  </a:lnTo>
                  <a:lnTo>
                    <a:pt x="3825308" y="939099"/>
                  </a:lnTo>
                  <a:close/>
                </a:path>
                <a:path w="4009390" h="3048000">
                  <a:moveTo>
                    <a:pt x="3821747" y="927100"/>
                  </a:moveTo>
                  <a:lnTo>
                    <a:pt x="3817753" y="927100"/>
                  </a:lnTo>
                  <a:lnTo>
                    <a:pt x="3825308" y="939099"/>
                  </a:lnTo>
                  <a:lnTo>
                    <a:pt x="3823643" y="931827"/>
                  </a:lnTo>
                  <a:lnTo>
                    <a:pt x="3821747" y="927100"/>
                  </a:lnTo>
                  <a:close/>
                </a:path>
                <a:path w="4009390" h="3048000">
                  <a:moveTo>
                    <a:pt x="3801244" y="901700"/>
                  </a:moveTo>
                  <a:lnTo>
                    <a:pt x="3799926" y="901700"/>
                  </a:lnTo>
                  <a:lnTo>
                    <a:pt x="3808768" y="914400"/>
                  </a:lnTo>
                  <a:lnTo>
                    <a:pt x="3814919" y="927100"/>
                  </a:lnTo>
                  <a:lnTo>
                    <a:pt x="3817753" y="927100"/>
                  </a:lnTo>
                  <a:lnTo>
                    <a:pt x="3810263" y="914550"/>
                  </a:lnTo>
                  <a:lnTo>
                    <a:pt x="3806247" y="907195"/>
                  </a:lnTo>
                  <a:lnTo>
                    <a:pt x="3801244" y="901700"/>
                  </a:lnTo>
                  <a:close/>
                </a:path>
                <a:path w="4009390" h="3048000">
                  <a:moveTo>
                    <a:pt x="202870" y="901700"/>
                  </a:moveTo>
                  <a:lnTo>
                    <a:pt x="197034" y="901700"/>
                  </a:lnTo>
                  <a:lnTo>
                    <a:pt x="190789" y="914400"/>
                  </a:lnTo>
                  <a:lnTo>
                    <a:pt x="194721" y="910315"/>
                  </a:lnTo>
                  <a:lnTo>
                    <a:pt x="202870" y="901700"/>
                  </a:lnTo>
                  <a:close/>
                </a:path>
                <a:path w="4009390" h="3048000">
                  <a:moveTo>
                    <a:pt x="3807553" y="908628"/>
                  </a:moveTo>
                  <a:lnTo>
                    <a:pt x="3810373" y="914400"/>
                  </a:lnTo>
                  <a:lnTo>
                    <a:pt x="3809088" y="910315"/>
                  </a:lnTo>
                  <a:lnTo>
                    <a:pt x="3807553" y="908628"/>
                  </a:lnTo>
                  <a:close/>
                </a:path>
                <a:path w="4009390" h="3048000">
                  <a:moveTo>
                    <a:pt x="3808098" y="850900"/>
                  </a:moveTo>
                  <a:lnTo>
                    <a:pt x="3792570" y="850900"/>
                  </a:lnTo>
                  <a:lnTo>
                    <a:pt x="3802443" y="867328"/>
                  </a:lnTo>
                  <a:lnTo>
                    <a:pt x="3807565" y="875933"/>
                  </a:lnTo>
                  <a:lnTo>
                    <a:pt x="3807837" y="876303"/>
                  </a:lnTo>
                  <a:lnTo>
                    <a:pt x="3795617" y="876303"/>
                  </a:lnTo>
                  <a:lnTo>
                    <a:pt x="3803850" y="889000"/>
                  </a:lnTo>
                  <a:lnTo>
                    <a:pt x="3800236" y="889000"/>
                  </a:lnTo>
                  <a:lnTo>
                    <a:pt x="3802585" y="895470"/>
                  </a:lnTo>
                  <a:lnTo>
                    <a:pt x="3805844" y="901700"/>
                  </a:lnTo>
                  <a:lnTo>
                    <a:pt x="3806379" y="901700"/>
                  </a:lnTo>
                  <a:lnTo>
                    <a:pt x="3809088" y="910315"/>
                  </a:lnTo>
                  <a:lnTo>
                    <a:pt x="3812807" y="914400"/>
                  </a:lnTo>
                  <a:lnTo>
                    <a:pt x="3837665" y="914400"/>
                  </a:lnTo>
                  <a:lnTo>
                    <a:pt x="3837073" y="901700"/>
                  </a:lnTo>
                  <a:lnTo>
                    <a:pt x="3830637" y="889000"/>
                  </a:lnTo>
                  <a:lnTo>
                    <a:pt x="3808098" y="850900"/>
                  </a:lnTo>
                  <a:close/>
                </a:path>
                <a:path w="4009390" h="3048000">
                  <a:moveTo>
                    <a:pt x="3804167" y="901700"/>
                  </a:moveTo>
                  <a:lnTo>
                    <a:pt x="3803253" y="901700"/>
                  </a:lnTo>
                  <a:lnTo>
                    <a:pt x="3806247" y="907195"/>
                  </a:lnTo>
                  <a:lnTo>
                    <a:pt x="3807553" y="908628"/>
                  </a:lnTo>
                  <a:lnTo>
                    <a:pt x="3804167" y="901700"/>
                  </a:lnTo>
                  <a:close/>
                </a:path>
                <a:path w="4009390" h="3048000">
                  <a:moveTo>
                    <a:pt x="3799200" y="889000"/>
                  </a:moveTo>
                  <a:lnTo>
                    <a:pt x="3796039" y="889000"/>
                  </a:lnTo>
                  <a:lnTo>
                    <a:pt x="3804167" y="901700"/>
                  </a:lnTo>
                  <a:lnTo>
                    <a:pt x="3804847" y="901700"/>
                  </a:lnTo>
                  <a:lnTo>
                    <a:pt x="3802585" y="895470"/>
                  </a:lnTo>
                  <a:lnTo>
                    <a:pt x="3799200" y="889000"/>
                  </a:lnTo>
                  <a:close/>
                </a:path>
                <a:path w="4009390" h="3048000">
                  <a:moveTo>
                    <a:pt x="211551" y="867328"/>
                  </a:moveTo>
                  <a:lnTo>
                    <a:pt x="208292" y="876303"/>
                  </a:lnTo>
                  <a:lnTo>
                    <a:pt x="204026" y="889000"/>
                  </a:lnTo>
                  <a:lnTo>
                    <a:pt x="217309" y="889000"/>
                  </a:lnTo>
                  <a:lnTo>
                    <a:pt x="219827" y="877196"/>
                  </a:lnTo>
                  <a:lnTo>
                    <a:pt x="219939" y="876675"/>
                  </a:lnTo>
                  <a:lnTo>
                    <a:pt x="220018" y="876303"/>
                  </a:lnTo>
                  <a:lnTo>
                    <a:pt x="209520" y="876303"/>
                  </a:lnTo>
                  <a:lnTo>
                    <a:pt x="211551" y="867328"/>
                  </a:lnTo>
                  <a:close/>
                </a:path>
                <a:path w="4009390" h="3048000">
                  <a:moveTo>
                    <a:pt x="3781781" y="863600"/>
                  </a:moveTo>
                  <a:lnTo>
                    <a:pt x="3781207" y="863600"/>
                  </a:lnTo>
                  <a:lnTo>
                    <a:pt x="3785326" y="875933"/>
                  </a:lnTo>
                  <a:lnTo>
                    <a:pt x="3785450" y="876303"/>
                  </a:lnTo>
                  <a:lnTo>
                    <a:pt x="3790396" y="889000"/>
                  </a:lnTo>
                  <a:lnTo>
                    <a:pt x="3793769" y="889000"/>
                  </a:lnTo>
                  <a:lnTo>
                    <a:pt x="3789883" y="876675"/>
                  </a:lnTo>
                  <a:lnTo>
                    <a:pt x="3789766" y="876303"/>
                  </a:lnTo>
                  <a:lnTo>
                    <a:pt x="3781781" y="863600"/>
                  </a:lnTo>
                  <a:close/>
                </a:path>
                <a:path w="4009390" h="3048000">
                  <a:moveTo>
                    <a:pt x="3790291" y="876675"/>
                  </a:moveTo>
                  <a:lnTo>
                    <a:pt x="3790354" y="877196"/>
                  </a:lnTo>
                  <a:lnTo>
                    <a:pt x="3793769" y="889000"/>
                  </a:lnTo>
                  <a:lnTo>
                    <a:pt x="3796039" y="889000"/>
                  </a:lnTo>
                  <a:lnTo>
                    <a:pt x="3790573" y="877196"/>
                  </a:lnTo>
                  <a:lnTo>
                    <a:pt x="3790291" y="876675"/>
                  </a:lnTo>
                  <a:close/>
                </a:path>
                <a:path w="4009390" h="3048000">
                  <a:moveTo>
                    <a:pt x="226155" y="813721"/>
                  </a:moveTo>
                  <a:lnTo>
                    <a:pt x="219855" y="825541"/>
                  </a:lnTo>
                  <a:lnTo>
                    <a:pt x="211680" y="838200"/>
                  </a:lnTo>
                  <a:lnTo>
                    <a:pt x="203310" y="850900"/>
                  </a:lnTo>
                  <a:lnTo>
                    <a:pt x="189277" y="876303"/>
                  </a:lnTo>
                  <a:lnTo>
                    <a:pt x="190809" y="876303"/>
                  </a:lnTo>
                  <a:lnTo>
                    <a:pt x="197621" y="863600"/>
                  </a:lnTo>
                  <a:lnTo>
                    <a:pt x="218686" y="863600"/>
                  </a:lnTo>
                  <a:lnTo>
                    <a:pt x="221018" y="850900"/>
                  </a:lnTo>
                  <a:lnTo>
                    <a:pt x="227864" y="841613"/>
                  </a:lnTo>
                  <a:lnTo>
                    <a:pt x="229195" y="838200"/>
                  </a:lnTo>
                  <a:lnTo>
                    <a:pt x="212423" y="838200"/>
                  </a:lnTo>
                  <a:lnTo>
                    <a:pt x="222355" y="825541"/>
                  </a:lnTo>
                  <a:lnTo>
                    <a:pt x="222548" y="825000"/>
                  </a:lnTo>
                  <a:lnTo>
                    <a:pt x="226155" y="813721"/>
                  </a:lnTo>
                  <a:close/>
                </a:path>
                <a:path w="4009390" h="3048000">
                  <a:moveTo>
                    <a:pt x="228839" y="863600"/>
                  </a:moveTo>
                  <a:lnTo>
                    <a:pt x="212905" y="863600"/>
                  </a:lnTo>
                  <a:lnTo>
                    <a:pt x="211551" y="867328"/>
                  </a:lnTo>
                  <a:lnTo>
                    <a:pt x="209604" y="875933"/>
                  </a:lnTo>
                  <a:lnTo>
                    <a:pt x="209520" y="876303"/>
                  </a:lnTo>
                  <a:lnTo>
                    <a:pt x="220016" y="876303"/>
                  </a:lnTo>
                  <a:lnTo>
                    <a:pt x="228839" y="863600"/>
                  </a:lnTo>
                  <a:close/>
                </a:path>
                <a:path w="4009390" h="3048000">
                  <a:moveTo>
                    <a:pt x="3743595" y="800100"/>
                  </a:moveTo>
                  <a:lnTo>
                    <a:pt x="3742245" y="800100"/>
                  </a:lnTo>
                  <a:lnTo>
                    <a:pt x="3749182" y="813721"/>
                  </a:lnTo>
                  <a:lnTo>
                    <a:pt x="3754757" y="824754"/>
                  </a:lnTo>
                  <a:lnTo>
                    <a:pt x="3757368" y="828560"/>
                  </a:lnTo>
                  <a:lnTo>
                    <a:pt x="3764262" y="838200"/>
                  </a:lnTo>
                  <a:lnTo>
                    <a:pt x="3769493" y="838200"/>
                  </a:lnTo>
                  <a:lnTo>
                    <a:pt x="3770532" y="847774"/>
                  </a:lnTo>
                  <a:lnTo>
                    <a:pt x="3773189" y="850900"/>
                  </a:lnTo>
                  <a:lnTo>
                    <a:pt x="3776604" y="856806"/>
                  </a:lnTo>
                  <a:lnTo>
                    <a:pt x="3783196" y="863600"/>
                  </a:lnTo>
                  <a:lnTo>
                    <a:pt x="3785219" y="867328"/>
                  </a:lnTo>
                  <a:lnTo>
                    <a:pt x="3789989" y="875933"/>
                  </a:lnTo>
                  <a:lnTo>
                    <a:pt x="3790160" y="876303"/>
                  </a:lnTo>
                  <a:lnTo>
                    <a:pt x="3807836" y="876303"/>
                  </a:lnTo>
                  <a:lnTo>
                    <a:pt x="3807614" y="875933"/>
                  </a:lnTo>
                  <a:lnTo>
                    <a:pt x="3801240" y="867328"/>
                  </a:lnTo>
                  <a:lnTo>
                    <a:pt x="3789164" y="850900"/>
                  </a:lnTo>
                  <a:lnTo>
                    <a:pt x="3786298" y="850900"/>
                  </a:lnTo>
                  <a:lnTo>
                    <a:pt x="3777197" y="838200"/>
                  </a:lnTo>
                  <a:lnTo>
                    <a:pt x="3770122" y="825541"/>
                  </a:lnTo>
                  <a:lnTo>
                    <a:pt x="3762910" y="825541"/>
                  </a:lnTo>
                  <a:lnTo>
                    <a:pt x="3756995" y="812800"/>
                  </a:lnTo>
                  <a:lnTo>
                    <a:pt x="3752569" y="812800"/>
                  </a:lnTo>
                  <a:lnTo>
                    <a:pt x="3749091" y="805707"/>
                  </a:lnTo>
                  <a:lnTo>
                    <a:pt x="3743595" y="800100"/>
                  </a:lnTo>
                  <a:close/>
                </a:path>
                <a:path w="4009390" h="3048000">
                  <a:moveTo>
                    <a:pt x="3774418" y="828560"/>
                  </a:moveTo>
                  <a:lnTo>
                    <a:pt x="3778360" y="834594"/>
                  </a:lnTo>
                  <a:lnTo>
                    <a:pt x="3789164" y="850900"/>
                  </a:lnTo>
                  <a:lnTo>
                    <a:pt x="3807565" y="875933"/>
                  </a:lnTo>
                  <a:lnTo>
                    <a:pt x="3802443" y="867328"/>
                  </a:lnTo>
                  <a:lnTo>
                    <a:pt x="3792570" y="850900"/>
                  </a:lnTo>
                  <a:lnTo>
                    <a:pt x="3799344" y="850900"/>
                  </a:lnTo>
                  <a:lnTo>
                    <a:pt x="3792923" y="838200"/>
                  </a:lnTo>
                  <a:lnTo>
                    <a:pt x="3780988" y="838200"/>
                  </a:lnTo>
                  <a:lnTo>
                    <a:pt x="3774418" y="828560"/>
                  </a:lnTo>
                  <a:close/>
                </a:path>
                <a:path w="4009390" h="3048000">
                  <a:moveTo>
                    <a:pt x="262090" y="773669"/>
                  </a:moveTo>
                  <a:lnTo>
                    <a:pt x="261553" y="774700"/>
                  </a:lnTo>
                  <a:lnTo>
                    <a:pt x="260089" y="777319"/>
                  </a:lnTo>
                  <a:lnTo>
                    <a:pt x="255319" y="786965"/>
                  </a:lnTo>
                  <a:lnTo>
                    <a:pt x="255201" y="787205"/>
                  </a:lnTo>
                  <a:lnTo>
                    <a:pt x="254975" y="787571"/>
                  </a:lnTo>
                  <a:lnTo>
                    <a:pt x="237657" y="810458"/>
                  </a:lnTo>
                  <a:lnTo>
                    <a:pt x="236993" y="812800"/>
                  </a:lnTo>
                  <a:lnTo>
                    <a:pt x="232104" y="812800"/>
                  </a:lnTo>
                  <a:lnTo>
                    <a:pt x="225662" y="825541"/>
                  </a:lnTo>
                  <a:lnTo>
                    <a:pt x="218402" y="838200"/>
                  </a:lnTo>
                  <a:lnTo>
                    <a:pt x="230381" y="838200"/>
                  </a:lnTo>
                  <a:lnTo>
                    <a:pt x="227864" y="841613"/>
                  </a:lnTo>
                  <a:lnTo>
                    <a:pt x="219290" y="863600"/>
                  </a:lnTo>
                  <a:lnTo>
                    <a:pt x="230945" y="863600"/>
                  </a:lnTo>
                  <a:lnTo>
                    <a:pt x="237162" y="850900"/>
                  </a:lnTo>
                  <a:lnTo>
                    <a:pt x="243527" y="850900"/>
                  </a:lnTo>
                  <a:lnTo>
                    <a:pt x="258119" y="825541"/>
                  </a:lnTo>
                  <a:lnTo>
                    <a:pt x="241496" y="825541"/>
                  </a:lnTo>
                  <a:lnTo>
                    <a:pt x="241868" y="825000"/>
                  </a:lnTo>
                  <a:lnTo>
                    <a:pt x="241937" y="824754"/>
                  </a:lnTo>
                  <a:lnTo>
                    <a:pt x="248550" y="812800"/>
                  </a:lnTo>
                  <a:lnTo>
                    <a:pt x="255021" y="800100"/>
                  </a:lnTo>
                  <a:lnTo>
                    <a:pt x="258904" y="800100"/>
                  </a:lnTo>
                  <a:lnTo>
                    <a:pt x="268976" y="787895"/>
                  </a:lnTo>
                  <a:lnTo>
                    <a:pt x="269261" y="787571"/>
                  </a:lnTo>
                  <a:lnTo>
                    <a:pt x="269458" y="787205"/>
                  </a:lnTo>
                  <a:lnTo>
                    <a:pt x="275544" y="774700"/>
                  </a:lnTo>
                  <a:lnTo>
                    <a:pt x="261842" y="774700"/>
                  </a:lnTo>
                  <a:lnTo>
                    <a:pt x="262090" y="773669"/>
                  </a:lnTo>
                  <a:close/>
                </a:path>
                <a:path w="4009390" h="3048000">
                  <a:moveTo>
                    <a:pt x="3759096" y="834594"/>
                  </a:moveTo>
                  <a:lnTo>
                    <a:pt x="3777926" y="863600"/>
                  </a:lnTo>
                  <a:lnTo>
                    <a:pt x="3780531" y="863600"/>
                  </a:lnTo>
                  <a:lnTo>
                    <a:pt x="3776604" y="856806"/>
                  </a:lnTo>
                  <a:lnTo>
                    <a:pt x="3770871" y="850900"/>
                  </a:lnTo>
                  <a:lnTo>
                    <a:pt x="3770532" y="847774"/>
                  </a:lnTo>
                  <a:lnTo>
                    <a:pt x="3762393" y="838200"/>
                  </a:lnTo>
                  <a:lnTo>
                    <a:pt x="3759096" y="834594"/>
                  </a:lnTo>
                  <a:close/>
                </a:path>
                <a:path w="4009390" h="3048000">
                  <a:moveTo>
                    <a:pt x="3770532" y="847774"/>
                  </a:moveTo>
                  <a:lnTo>
                    <a:pt x="3770871" y="850900"/>
                  </a:lnTo>
                  <a:lnTo>
                    <a:pt x="3776604" y="856806"/>
                  </a:lnTo>
                  <a:lnTo>
                    <a:pt x="3773189" y="850900"/>
                  </a:lnTo>
                  <a:lnTo>
                    <a:pt x="3770532" y="847774"/>
                  </a:lnTo>
                  <a:close/>
                </a:path>
                <a:path w="4009390" h="3048000">
                  <a:moveTo>
                    <a:pt x="230381" y="838200"/>
                  </a:moveTo>
                  <a:lnTo>
                    <a:pt x="229195" y="838200"/>
                  </a:lnTo>
                  <a:lnTo>
                    <a:pt x="227864" y="841613"/>
                  </a:lnTo>
                  <a:lnTo>
                    <a:pt x="230381" y="838200"/>
                  </a:lnTo>
                  <a:close/>
                </a:path>
                <a:path w="4009390" h="3048000">
                  <a:moveTo>
                    <a:pt x="3773030" y="826549"/>
                  </a:moveTo>
                  <a:lnTo>
                    <a:pt x="3777606" y="838200"/>
                  </a:lnTo>
                  <a:lnTo>
                    <a:pt x="3780749" y="838200"/>
                  </a:lnTo>
                  <a:lnTo>
                    <a:pt x="3773030" y="826549"/>
                  </a:lnTo>
                  <a:close/>
                </a:path>
                <a:path w="4009390" h="3048000">
                  <a:moveTo>
                    <a:pt x="3783737" y="825541"/>
                  </a:moveTo>
                  <a:lnTo>
                    <a:pt x="3772634" y="825541"/>
                  </a:lnTo>
                  <a:lnTo>
                    <a:pt x="3773048" y="826549"/>
                  </a:lnTo>
                  <a:lnTo>
                    <a:pt x="3780988" y="838200"/>
                  </a:lnTo>
                  <a:lnTo>
                    <a:pt x="3792923" y="838200"/>
                  </a:lnTo>
                  <a:lnTo>
                    <a:pt x="3783737" y="825541"/>
                  </a:lnTo>
                  <a:close/>
                </a:path>
                <a:path w="4009390" h="3048000">
                  <a:moveTo>
                    <a:pt x="3791583" y="825541"/>
                  </a:moveTo>
                  <a:lnTo>
                    <a:pt x="3784626" y="825541"/>
                  </a:lnTo>
                  <a:lnTo>
                    <a:pt x="3796364" y="838200"/>
                  </a:lnTo>
                  <a:lnTo>
                    <a:pt x="3791583" y="825541"/>
                  </a:lnTo>
                  <a:close/>
                </a:path>
                <a:path w="4009390" h="3048000">
                  <a:moveTo>
                    <a:pt x="3753219" y="825541"/>
                  </a:moveTo>
                  <a:lnTo>
                    <a:pt x="3750819" y="825541"/>
                  </a:lnTo>
                  <a:lnTo>
                    <a:pt x="3759096" y="834594"/>
                  </a:lnTo>
                  <a:lnTo>
                    <a:pt x="3753219" y="825541"/>
                  </a:lnTo>
                  <a:close/>
                </a:path>
                <a:path w="4009390" h="3048000">
                  <a:moveTo>
                    <a:pt x="303347" y="762021"/>
                  </a:moveTo>
                  <a:lnTo>
                    <a:pt x="283575" y="762021"/>
                  </a:lnTo>
                  <a:lnTo>
                    <a:pt x="279909" y="774700"/>
                  </a:lnTo>
                  <a:lnTo>
                    <a:pt x="276483" y="774700"/>
                  </a:lnTo>
                  <a:lnTo>
                    <a:pt x="269593" y="786965"/>
                  </a:lnTo>
                  <a:lnTo>
                    <a:pt x="269494" y="787205"/>
                  </a:lnTo>
                  <a:lnTo>
                    <a:pt x="269256" y="787571"/>
                  </a:lnTo>
                  <a:lnTo>
                    <a:pt x="268992" y="787895"/>
                  </a:lnTo>
                  <a:lnTo>
                    <a:pt x="260187" y="800100"/>
                  </a:lnTo>
                  <a:lnTo>
                    <a:pt x="258904" y="800100"/>
                  </a:lnTo>
                  <a:lnTo>
                    <a:pt x="250248" y="812800"/>
                  </a:lnTo>
                  <a:lnTo>
                    <a:pt x="242037" y="824754"/>
                  </a:lnTo>
                  <a:lnTo>
                    <a:pt x="241801" y="825000"/>
                  </a:lnTo>
                  <a:lnTo>
                    <a:pt x="241502" y="825541"/>
                  </a:lnTo>
                  <a:lnTo>
                    <a:pt x="258119" y="825541"/>
                  </a:lnTo>
                  <a:lnTo>
                    <a:pt x="272759" y="800100"/>
                  </a:lnTo>
                  <a:lnTo>
                    <a:pt x="282961" y="787895"/>
                  </a:lnTo>
                  <a:lnTo>
                    <a:pt x="269108" y="787895"/>
                  </a:lnTo>
                  <a:lnTo>
                    <a:pt x="269266" y="787571"/>
                  </a:lnTo>
                  <a:lnTo>
                    <a:pt x="283233" y="787571"/>
                  </a:lnTo>
                  <a:lnTo>
                    <a:pt x="293993" y="774700"/>
                  </a:lnTo>
                  <a:lnTo>
                    <a:pt x="303347" y="762021"/>
                  </a:lnTo>
                  <a:close/>
                </a:path>
                <a:path w="4009390" h="3048000">
                  <a:moveTo>
                    <a:pt x="3706990" y="762021"/>
                  </a:moveTo>
                  <a:lnTo>
                    <a:pt x="3707846" y="764095"/>
                  </a:lnTo>
                  <a:lnTo>
                    <a:pt x="3712617" y="774700"/>
                  </a:lnTo>
                  <a:lnTo>
                    <a:pt x="3730682" y="800100"/>
                  </a:lnTo>
                  <a:lnTo>
                    <a:pt x="3753229" y="825541"/>
                  </a:lnTo>
                  <a:lnTo>
                    <a:pt x="3755297" y="825541"/>
                  </a:lnTo>
                  <a:lnTo>
                    <a:pt x="3754925" y="825000"/>
                  </a:lnTo>
                  <a:lnTo>
                    <a:pt x="3754800" y="824754"/>
                  </a:lnTo>
                  <a:lnTo>
                    <a:pt x="3746553" y="812800"/>
                  </a:lnTo>
                  <a:lnTo>
                    <a:pt x="3734775" y="800100"/>
                  </a:lnTo>
                  <a:lnTo>
                    <a:pt x="3727301" y="784604"/>
                  </a:lnTo>
                  <a:lnTo>
                    <a:pt x="3721303" y="774700"/>
                  </a:lnTo>
                  <a:lnTo>
                    <a:pt x="3715226" y="774700"/>
                  </a:lnTo>
                  <a:lnTo>
                    <a:pt x="3706990" y="762021"/>
                  </a:lnTo>
                  <a:close/>
                </a:path>
                <a:path w="4009390" h="3048000">
                  <a:moveTo>
                    <a:pt x="3744620" y="787571"/>
                  </a:moveTo>
                  <a:lnTo>
                    <a:pt x="3744745" y="787895"/>
                  </a:lnTo>
                  <a:lnTo>
                    <a:pt x="3750684" y="798981"/>
                  </a:lnTo>
                  <a:lnTo>
                    <a:pt x="3751077" y="799811"/>
                  </a:lnTo>
                  <a:lnTo>
                    <a:pt x="3751284" y="800100"/>
                  </a:lnTo>
                  <a:lnTo>
                    <a:pt x="3753833" y="800100"/>
                  </a:lnTo>
                  <a:lnTo>
                    <a:pt x="3759128" y="812800"/>
                  </a:lnTo>
                  <a:lnTo>
                    <a:pt x="3765946" y="825541"/>
                  </a:lnTo>
                  <a:lnTo>
                    <a:pt x="3772361" y="825541"/>
                  </a:lnTo>
                  <a:lnTo>
                    <a:pt x="3755350" y="800515"/>
                  </a:lnTo>
                  <a:lnTo>
                    <a:pt x="3755040" y="800100"/>
                  </a:lnTo>
                  <a:lnTo>
                    <a:pt x="3753668" y="798392"/>
                  </a:lnTo>
                  <a:lnTo>
                    <a:pt x="3752069" y="796504"/>
                  </a:lnTo>
                  <a:lnTo>
                    <a:pt x="3744620" y="787571"/>
                  </a:lnTo>
                  <a:close/>
                </a:path>
                <a:path w="4009390" h="3048000">
                  <a:moveTo>
                    <a:pt x="3748140" y="774700"/>
                  </a:moveTo>
                  <a:lnTo>
                    <a:pt x="3737693" y="774700"/>
                  </a:lnTo>
                  <a:lnTo>
                    <a:pt x="3739953" y="781082"/>
                  </a:lnTo>
                  <a:lnTo>
                    <a:pt x="3752172" y="796504"/>
                  </a:lnTo>
                  <a:lnTo>
                    <a:pt x="3753643" y="798392"/>
                  </a:lnTo>
                  <a:lnTo>
                    <a:pt x="3754826" y="799811"/>
                  </a:lnTo>
                  <a:lnTo>
                    <a:pt x="3755350" y="800515"/>
                  </a:lnTo>
                  <a:lnTo>
                    <a:pt x="3772376" y="825541"/>
                  </a:lnTo>
                  <a:lnTo>
                    <a:pt x="3783381" y="825541"/>
                  </a:lnTo>
                  <a:lnTo>
                    <a:pt x="3779188" y="812800"/>
                  </a:lnTo>
                  <a:lnTo>
                    <a:pt x="3772136" y="812800"/>
                  </a:lnTo>
                  <a:lnTo>
                    <a:pt x="3765298" y="800100"/>
                  </a:lnTo>
                  <a:lnTo>
                    <a:pt x="3764299" y="800100"/>
                  </a:lnTo>
                  <a:lnTo>
                    <a:pt x="3764193" y="798392"/>
                  </a:lnTo>
                  <a:lnTo>
                    <a:pt x="3757194" y="787571"/>
                  </a:lnTo>
                  <a:lnTo>
                    <a:pt x="3754487" y="787571"/>
                  </a:lnTo>
                  <a:lnTo>
                    <a:pt x="3750720" y="778362"/>
                  </a:lnTo>
                  <a:lnTo>
                    <a:pt x="3748140" y="774700"/>
                  </a:lnTo>
                  <a:close/>
                </a:path>
                <a:path w="4009390" h="3048000">
                  <a:moveTo>
                    <a:pt x="258904" y="800100"/>
                  </a:moveTo>
                  <a:lnTo>
                    <a:pt x="255021" y="800100"/>
                  </a:lnTo>
                  <a:lnTo>
                    <a:pt x="248550" y="812800"/>
                  </a:lnTo>
                  <a:lnTo>
                    <a:pt x="241937" y="824754"/>
                  </a:lnTo>
                  <a:lnTo>
                    <a:pt x="250248" y="812800"/>
                  </a:lnTo>
                  <a:lnTo>
                    <a:pt x="258904" y="800100"/>
                  </a:lnTo>
                  <a:close/>
                </a:path>
                <a:path w="4009390" h="3048000">
                  <a:moveTo>
                    <a:pt x="226646" y="812800"/>
                  </a:moveTo>
                  <a:lnTo>
                    <a:pt x="226450" y="812800"/>
                  </a:lnTo>
                  <a:lnTo>
                    <a:pt x="226155" y="813721"/>
                  </a:lnTo>
                  <a:lnTo>
                    <a:pt x="226646" y="812800"/>
                  </a:lnTo>
                  <a:close/>
                </a:path>
                <a:path w="4009390" h="3048000">
                  <a:moveTo>
                    <a:pt x="233257" y="800515"/>
                  </a:moveTo>
                  <a:lnTo>
                    <a:pt x="230423" y="805707"/>
                  </a:lnTo>
                  <a:lnTo>
                    <a:pt x="226646" y="812800"/>
                  </a:lnTo>
                  <a:lnTo>
                    <a:pt x="228745" y="812800"/>
                  </a:lnTo>
                  <a:lnTo>
                    <a:pt x="233257" y="800515"/>
                  </a:lnTo>
                  <a:close/>
                </a:path>
                <a:path w="4009390" h="3048000">
                  <a:moveTo>
                    <a:pt x="240478" y="800515"/>
                  </a:moveTo>
                  <a:lnTo>
                    <a:pt x="238339" y="805707"/>
                  </a:lnTo>
                  <a:lnTo>
                    <a:pt x="235484" y="812800"/>
                  </a:lnTo>
                  <a:lnTo>
                    <a:pt x="235886" y="812800"/>
                  </a:lnTo>
                  <a:lnTo>
                    <a:pt x="237657" y="810458"/>
                  </a:lnTo>
                  <a:lnTo>
                    <a:pt x="240478" y="800515"/>
                  </a:lnTo>
                  <a:close/>
                </a:path>
                <a:path w="4009390" h="3048000">
                  <a:moveTo>
                    <a:pt x="237657" y="810458"/>
                  </a:moveTo>
                  <a:lnTo>
                    <a:pt x="235886" y="812800"/>
                  </a:lnTo>
                  <a:lnTo>
                    <a:pt x="236993" y="812800"/>
                  </a:lnTo>
                  <a:lnTo>
                    <a:pt x="237657" y="810458"/>
                  </a:lnTo>
                  <a:close/>
                </a:path>
                <a:path w="4009390" h="3048000">
                  <a:moveTo>
                    <a:pt x="3753833" y="800100"/>
                  </a:moveTo>
                  <a:lnTo>
                    <a:pt x="3746341" y="800100"/>
                  </a:lnTo>
                  <a:lnTo>
                    <a:pt x="3749091" y="805707"/>
                  </a:lnTo>
                  <a:lnTo>
                    <a:pt x="3756042" y="812800"/>
                  </a:lnTo>
                  <a:lnTo>
                    <a:pt x="3756995" y="812800"/>
                  </a:lnTo>
                  <a:lnTo>
                    <a:pt x="3753936" y="800515"/>
                  </a:lnTo>
                  <a:lnTo>
                    <a:pt x="3753833" y="800100"/>
                  </a:lnTo>
                  <a:close/>
                </a:path>
                <a:path w="4009390" h="3048000">
                  <a:moveTo>
                    <a:pt x="3773760" y="807389"/>
                  </a:moveTo>
                  <a:lnTo>
                    <a:pt x="3776948" y="812800"/>
                  </a:lnTo>
                  <a:lnTo>
                    <a:pt x="3779697" y="812800"/>
                  </a:lnTo>
                  <a:lnTo>
                    <a:pt x="3773760" y="807389"/>
                  </a:lnTo>
                  <a:close/>
                </a:path>
                <a:path w="4009390" h="3048000">
                  <a:moveTo>
                    <a:pt x="3763492" y="787571"/>
                  </a:moveTo>
                  <a:lnTo>
                    <a:pt x="3763485" y="788516"/>
                  </a:lnTo>
                  <a:lnTo>
                    <a:pt x="3764081" y="796504"/>
                  </a:lnTo>
                  <a:lnTo>
                    <a:pt x="3765761" y="800100"/>
                  </a:lnTo>
                  <a:lnTo>
                    <a:pt x="3773760" y="807389"/>
                  </a:lnTo>
                  <a:lnTo>
                    <a:pt x="3769465" y="800100"/>
                  </a:lnTo>
                  <a:lnTo>
                    <a:pt x="3767698" y="800100"/>
                  </a:lnTo>
                  <a:lnTo>
                    <a:pt x="3763568" y="787895"/>
                  </a:lnTo>
                  <a:lnTo>
                    <a:pt x="3763492" y="787571"/>
                  </a:lnTo>
                  <a:close/>
                </a:path>
                <a:path w="4009390" h="3048000">
                  <a:moveTo>
                    <a:pt x="3726477" y="782633"/>
                  </a:moveTo>
                  <a:lnTo>
                    <a:pt x="3727301" y="784604"/>
                  </a:lnTo>
                  <a:lnTo>
                    <a:pt x="3728876" y="787205"/>
                  </a:lnTo>
                  <a:lnTo>
                    <a:pt x="3729191" y="787571"/>
                  </a:lnTo>
                  <a:lnTo>
                    <a:pt x="3743595" y="800100"/>
                  </a:lnTo>
                  <a:lnTo>
                    <a:pt x="3749091" y="805707"/>
                  </a:lnTo>
                  <a:lnTo>
                    <a:pt x="3746341" y="800100"/>
                  </a:lnTo>
                  <a:lnTo>
                    <a:pt x="3746642" y="800100"/>
                  </a:lnTo>
                  <a:lnTo>
                    <a:pt x="3744154" y="792806"/>
                  </a:lnTo>
                  <a:lnTo>
                    <a:pt x="3741097" y="787571"/>
                  </a:lnTo>
                  <a:lnTo>
                    <a:pt x="3729678" y="787571"/>
                  </a:lnTo>
                  <a:lnTo>
                    <a:pt x="3729479" y="787205"/>
                  </a:lnTo>
                  <a:lnTo>
                    <a:pt x="3729301" y="786965"/>
                  </a:lnTo>
                  <a:lnTo>
                    <a:pt x="3726477" y="782633"/>
                  </a:lnTo>
                  <a:close/>
                </a:path>
                <a:path w="4009390" h="3048000">
                  <a:moveTo>
                    <a:pt x="3744154" y="792806"/>
                  </a:moveTo>
                  <a:lnTo>
                    <a:pt x="3746543" y="799811"/>
                  </a:lnTo>
                  <a:lnTo>
                    <a:pt x="3746642" y="800100"/>
                  </a:lnTo>
                  <a:lnTo>
                    <a:pt x="3748412" y="800100"/>
                  </a:lnTo>
                  <a:lnTo>
                    <a:pt x="3744154" y="792806"/>
                  </a:lnTo>
                  <a:close/>
                </a:path>
                <a:path w="4009390" h="3048000">
                  <a:moveTo>
                    <a:pt x="3742539" y="787895"/>
                  </a:moveTo>
                  <a:lnTo>
                    <a:pt x="3742693" y="788516"/>
                  </a:lnTo>
                  <a:lnTo>
                    <a:pt x="3744154" y="792806"/>
                  </a:lnTo>
                  <a:lnTo>
                    <a:pt x="3748412" y="800100"/>
                  </a:lnTo>
                  <a:lnTo>
                    <a:pt x="3751284" y="800100"/>
                  </a:lnTo>
                  <a:lnTo>
                    <a:pt x="3751129" y="799811"/>
                  </a:lnTo>
                  <a:lnTo>
                    <a:pt x="3750482" y="798981"/>
                  </a:lnTo>
                  <a:lnTo>
                    <a:pt x="3742539" y="787895"/>
                  </a:lnTo>
                  <a:close/>
                </a:path>
                <a:path w="4009390" h="3048000">
                  <a:moveTo>
                    <a:pt x="3764194" y="798392"/>
                  </a:moveTo>
                  <a:lnTo>
                    <a:pt x="3764299" y="800100"/>
                  </a:lnTo>
                  <a:lnTo>
                    <a:pt x="3765298" y="800100"/>
                  </a:lnTo>
                  <a:lnTo>
                    <a:pt x="3764194" y="798392"/>
                  </a:lnTo>
                  <a:close/>
                </a:path>
                <a:path w="4009390" h="3048000">
                  <a:moveTo>
                    <a:pt x="3763415" y="787571"/>
                  </a:moveTo>
                  <a:lnTo>
                    <a:pt x="3759907" y="787571"/>
                  </a:lnTo>
                  <a:lnTo>
                    <a:pt x="3764081" y="796504"/>
                  </a:lnTo>
                  <a:lnTo>
                    <a:pt x="3763784" y="792806"/>
                  </a:lnTo>
                  <a:lnTo>
                    <a:pt x="3763482" y="788516"/>
                  </a:lnTo>
                  <a:lnTo>
                    <a:pt x="3763415" y="787571"/>
                  </a:lnTo>
                  <a:close/>
                </a:path>
                <a:path w="4009390" h="3048000">
                  <a:moveTo>
                    <a:pt x="262652" y="771329"/>
                  </a:moveTo>
                  <a:lnTo>
                    <a:pt x="259352" y="774700"/>
                  </a:lnTo>
                  <a:lnTo>
                    <a:pt x="252907" y="774700"/>
                  </a:lnTo>
                  <a:lnTo>
                    <a:pt x="245611" y="787571"/>
                  </a:lnTo>
                  <a:lnTo>
                    <a:pt x="254485" y="787571"/>
                  </a:lnTo>
                  <a:lnTo>
                    <a:pt x="260115" y="777319"/>
                  </a:lnTo>
                  <a:lnTo>
                    <a:pt x="261384" y="774700"/>
                  </a:lnTo>
                  <a:lnTo>
                    <a:pt x="262438" y="772220"/>
                  </a:lnTo>
                  <a:lnTo>
                    <a:pt x="262577" y="771643"/>
                  </a:lnTo>
                  <a:lnTo>
                    <a:pt x="262652" y="771329"/>
                  </a:lnTo>
                  <a:close/>
                </a:path>
                <a:path w="4009390" h="3048000">
                  <a:moveTo>
                    <a:pt x="3730492" y="771643"/>
                  </a:moveTo>
                  <a:lnTo>
                    <a:pt x="3732069" y="774700"/>
                  </a:lnTo>
                  <a:lnTo>
                    <a:pt x="3722688" y="774700"/>
                  </a:lnTo>
                  <a:lnTo>
                    <a:pt x="3729349" y="786965"/>
                  </a:lnTo>
                  <a:lnTo>
                    <a:pt x="3729458" y="787205"/>
                  </a:lnTo>
                  <a:lnTo>
                    <a:pt x="3729696" y="787571"/>
                  </a:lnTo>
                  <a:lnTo>
                    <a:pt x="3741097" y="787571"/>
                  </a:lnTo>
                  <a:lnTo>
                    <a:pt x="3733581" y="774700"/>
                  </a:lnTo>
                  <a:lnTo>
                    <a:pt x="3730492" y="771643"/>
                  </a:lnTo>
                  <a:close/>
                </a:path>
                <a:path w="4009390" h="3048000">
                  <a:moveTo>
                    <a:pt x="3750720" y="778362"/>
                  </a:moveTo>
                  <a:lnTo>
                    <a:pt x="3754487" y="787571"/>
                  </a:lnTo>
                  <a:lnTo>
                    <a:pt x="3757204" y="787571"/>
                  </a:lnTo>
                  <a:lnTo>
                    <a:pt x="3750720" y="778362"/>
                  </a:lnTo>
                  <a:close/>
                </a:path>
                <a:path w="4009390" h="3048000">
                  <a:moveTo>
                    <a:pt x="3753894" y="774700"/>
                  </a:moveTo>
                  <a:lnTo>
                    <a:pt x="3749221" y="774700"/>
                  </a:lnTo>
                  <a:lnTo>
                    <a:pt x="3750720" y="778362"/>
                  </a:lnTo>
                  <a:lnTo>
                    <a:pt x="3757204" y="787571"/>
                  </a:lnTo>
                  <a:lnTo>
                    <a:pt x="3759907" y="787571"/>
                  </a:lnTo>
                  <a:lnTo>
                    <a:pt x="3753894" y="774700"/>
                  </a:lnTo>
                  <a:close/>
                </a:path>
                <a:path w="4009390" h="3048000">
                  <a:moveTo>
                    <a:pt x="3781226" y="787205"/>
                  </a:moveTo>
                  <a:lnTo>
                    <a:pt x="3763420" y="787205"/>
                  </a:lnTo>
                  <a:lnTo>
                    <a:pt x="3763492" y="787571"/>
                  </a:lnTo>
                  <a:lnTo>
                    <a:pt x="3740965" y="787571"/>
                  </a:lnTo>
                  <a:lnTo>
                    <a:pt x="3781226" y="787205"/>
                  </a:lnTo>
                  <a:close/>
                </a:path>
                <a:path w="4009390" h="3048000">
                  <a:moveTo>
                    <a:pt x="3740383" y="781891"/>
                  </a:moveTo>
                  <a:lnTo>
                    <a:pt x="3740503" y="782633"/>
                  </a:lnTo>
                  <a:lnTo>
                    <a:pt x="3744115" y="786965"/>
                  </a:lnTo>
                  <a:lnTo>
                    <a:pt x="3743541" y="786124"/>
                  </a:lnTo>
                  <a:lnTo>
                    <a:pt x="3740383" y="781891"/>
                  </a:lnTo>
                  <a:close/>
                </a:path>
                <a:path w="4009390" h="3048000">
                  <a:moveTo>
                    <a:pt x="334442" y="723946"/>
                  </a:moveTo>
                  <a:lnTo>
                    <a:pt x="298700" y="723946"/>
                  </a:lnTo>
                  <a:lnTo>
                    <a:pt x="292826" y="729693"/>
                  </a:lnTo>
                  <a:lnTo>
                    <a:pt x="289953" y="736636"/>
                  </a:lnTo>
                  <a:lnTo>
                    <a:pt x="280085" y="749335"/>
                  </a:lnTo>
                  <a:lnTo>
                    <a:pt x="278649" y="749335"/>
                  </a:lnTo>
                  <a:lnTo>
                    <a:pt x="276462" y="753290"/>
                  </a:lnTo>
                  <a:lnTo>
                    <a:pt x="271767" y="762021"/>
                  </a:lnTo>
                  <a:lnTo>
                    <a:pt x="269736" y="764095"/>
                  </a:lnTo>
                  <a:lnTo>
                    <a:pt x="262897" y="774700"/>
                  </a:lnTo>
                  <a:lnTo>
                    <a:pt x="275544" y="774700"/>
                  </a:lnTo>
                  <a:lnTo>
                    <a:pt x="269972" y="786124"/>
                  </a:lnTo>
                  <a:lnTo>
                    <a:pt x="270919" y="784604"/>
                  </a:lnTo>
                  <a:lnTo>
                    <a:pt x="283569" y="762021"/>
                  </a:lnTo>
                  <a:lnTo>
                    <a:pt x="303347" y="762021"/>
                  </a:lnTo>
                  <a:lnTo>
                    <a:pt x="312596" y="749485"/>
                  </a:lnTo>
                  <a:lnTo>
                    <a:pt x="312707" y="749335"/>
                  </a:lnTo>
                  <a:lnTo>
                    <a:pt x="334442" y="723946"/>
                  </a:lnTo>
                  <a:close/>
                </a:path>
                <a:path w="4009390" h="3048000">
                  <a:moveTo>
                    <a:pt x="3739884" y="781891"/>
                  </a:moveTo>
                  <a:lnTo>
                    <a:pt x="3740112" y="782633"/>
                  </a:lnTo>
                  <a:lnTo>
                    <a:pt x="3741642" y="786124"/>
                  </a:lnTo>
                  <a:lnTo>
                    <a:pt x="3741201" y="784604"/>
                  </a:lnTo>
                  <a:lnTo>
                    <a:pt x="3740503" y="782633"/>
                  </a:lnTo>
                  <a:lnTo>
                    <a:pt x="3739884" y="781891"/>
                  </a:lnTo>
                  <a:close/>
                </a:path>
                <a:path w="4009390" h="3048000">
                  <a:moveTo>
                    <a:pt x="3723011" y="777319"/>
                  </a:moveTo>
                  <a:lnTo>
                    <a:pt x="3723175" y="777791"/>
                  </a:lnTo>
                  <a:lnTo>
                    <a:pt x="3727301" y="784604"/>
                  </a:lnTo>
                  <a:lnTo>
                    <a:pt x="3725993" y="781891"/>
                  </a:lnTo>
                  <a:lnTo>
                    <a:pt x="3723011" y="777319"/>
                  </a:lnTo>
                  <a:close/>
                </a:path>
                <a:path w="4009390" h="3048000">
                  <a:moveTo>
                    <a:pt x="3704191" y="755924"/>
                  </a:moveTo>
                  <a:lnTo>
                    <a:pt x="3705178" y="758165"/>
                  </a:lnTo>
                  <a:lnTo>
                    <a:pt x="3706483" y="761324"/>
                  </a:lnTo>
                  <a:lnTo>
                    <a:pt x="3706990" y="762021"/>
                  </a:lnTo>
                  <a:lnTo>
                    <a:pt x="3715226" y="774700"/>
                  </a:lnTo>
                  <a:lnTo>
                    <a:pt x="3721303" y="774700"/>
                  </a:lnTo>
                  <a:lnTo>
                    <a:pt x="3725748" y="781517"/>
                  </a:lnTo>
                  <a:lnTo>
                    <a:pt x="3725602" y="781082"/>
                  </a:lnTo>
                  <a:lnTo>
                    <a:pt x="3722524" y="774700"/>
                  </a:lnTo>
                  <a:lnTo>
                    <a:pt x="3708409" y="762021"/>
                  </a:lnTo>
                  <a:lnTo>
                    <a:pt x="3704191" y="755924"/>
                  </a:lnTo>
                  <a:close/>
                </a:path>
                <a:path w="4009390" h="3048000">
                  <a:moveTo>
                    <a:pt x="3735018" y="774700"/>
                  </a:moveTo>
                  <a:lnTo>
                    <a:pt x="3733887" y="774700"/>
                  </a:lnTo>
                  <a:lnTo>
                    <a:pt x="3739572" y="781517"/>
                  </a:lnTo>
                  <a:lnTo>
                    <a:pt x="3739449" y="781082"/>
                  </a:lnTo>
                  <a:lnTo>
                    <a:pt x="3739076" y="780164"/>
                  </a:lnTo>
                  <a:lnTo>
                    <a:pt x="3735018" y="774700"/>
                  </a:lnTo>
                  <a:close/>
                </a:path>
                <a:path w="4009390" h="3048000">
                  <a:moveTo>
                    <a:pt x="3738869" y="779701"/>
                  </a:moveTo>
                  <a:lnTo>
                    <a:pt x="3739076" y="780164"/>
                  </a:lnTo>
                  <a:lnTo>
                    <a:pt x="3740104" y="781517"/>
                  </a:lnTo>
                  <a:lnTo>
                    <a:pt x="3739953" y="781082"/>
                  </a:lnTo>
                  <a:lnTo>
                    <a:pt x="3738869" y="779701"/>
                  </a:lnTo>
                  <a:close/>
                </a:path>
                <a:path w="4009390" h="3048000">
                  <a:moveTo>
                    <a:pt x="3737693" y="774700"/>
                  </a:moveTo>
                  <a:lnTo>
                    <a:pt x="3736634" y="774700"/>
                  </a:lnTo>
                  <a:lnTo>
                    <a:pt x="3738240" y="778362"/>
                  </a:lnTo>
                  <a:lnTo>
                    <a:pt x="3738869" y="779701"/>
                  </a:lnTo>
                  <a:lnTo>
                    <a:pt x="3739953" y="781082"/>
                  </a:lnTo>
                  <a:lnTo>
                    <a:pt x="3737693" y="774700"/>
                  </a:lnTo>
                  <a:close/>
                </a:path>
                <a:path w="4009390" h="3048000">
                  <a:moveTo>
                    <a:pt x="3699198" y="717007"/>
                  </a:moveTo>
                  <a:lnTo>
                    <a:pt x="3701846" y="723946"/>
                  </a:lnTo>
                  <a:lnTo>
                    <a:pt x="3700188" y="723946"/>
                  </a:lnTo>
                  <a:lnTo>
                    <a:pt x="3711604" y="742192"/>
                  </a:lnTo>
                  <a:lnTo>
                    <a:pt x="3718985" y="749335"/>
                  </a:lnTo>
                  <a:lnTo>
                    <a:pt x="3725169" y="761324"/>
                  </a:lnTo>
                  <a:lnTo>
                    <a:pt x="3725560" y="762021"/>
                  </a:lnTo>
                  <a:lnTo>
                    <a:pt x="3734249" y="773669"/>
                  </a:lnTo>
                  <a:lnTo>
                    <a:pt x="3734897" y="774700"/>
                  </a:lnTo>
                  <a:lnTo>
                    <a:pt x="3738869" y="779701"/>
                  </a:lnTo>
                  <a:lnTo>
                    <a:pt x="3738240" y="778362"/>
                  </a:lnTo>
                  <a:lnTo>
                    <a:pt x="3736634" y="774700"/>
                  </a:lnTo>
                  <a:lnTo>
                    <a:pt x="3753894" y="774700"/>
                  </a:lnTo>
                  <a:lnTo>
                    <a:pt x="3742406" y="762021"/>
                  </a:lnTo>
                  <a:lnTo>
                    <a:pt x="3739641" y="762021"/>
                  </a:lnTo>
                  <a:lnTo>
                    <a:pt x="3739328" y="761324"/>
                  </a:lnTo>
                  <a:lnTo>
                    <a:pt x="3729680" y="749485"/>
                  </a:lnTo>
                  <a:lnTo>
                    <a:pt x="3729558" y="749335"/>
                  </a:lnTo>
                  <a:lnTo>
                    <a:pt x="3727470" y="749335"/>
                  </a:lnTo>
                  <a:lnTo>
                    <a:pt x="3716134" y="736636"/>
                  </a:lnTo>
                  <a:lnTo>
                    <a:pt x="3713208" y="736636"/>
                  </a:lnTo>
                  <a:lnTo>
                    <a:pt x="3699198" y="717007"/>
                  </a:lnTo>
                  <a:close/>
                </a:path>
                <a:path w="4009390" h="3048000">
                  <a:moveTo>
                    <a:pt x="262438" y="772220"/>
                  </a:moveTo>
                  <a:lnTo>
                    <a:pt x="261384" y="774700"/>
                  </a:lnTo>
                  <a:lnTo>
                    <a:pt x="260089" y="777319"/>
                  </a:lnTo>
                  <a:lnTo>
                    <a:pt x="261553" y="774700"/>
                  </a:lnTo>
                  <a:lnTo>
                    <a:pt x="262090" y="773669"/>
                  </a:lnTo>
                  <a:lnTo>
                    <a:pt x="262438" y="772220"/>
                  </a:lnTo>
                  <a:close/>
                </a:path>
                <a:path w="4009390" h="3048000">
                  <a:moveTo>
                    <a:pt x="264889" y="762021"/>
                  </a:moveTo>
                  <a:lnTo>
                    <a:pt x="264555" y="762021"/>
                  </a:lnTo>
                  <a:lnTo>
                    <a:pt x="257319" y="774700"/>
                  </a:lnTo>
                  <a:lnTo>
                    <a:pt x="258956" y="774700"/>
                  </a:lnTo>
                  <a:lnTo>
                    <a:pt x="263116" y="769397"/>
                  </a:lnTo>
                  <a:lnTo>
                    <a:pt x="264889" y="762021"/>
                  </a:lnTo>
                  <a:close/>
                </a:path>
                <a:path w="4009390" h="3048000">
                  <a:moveTo>
                    <a:pt x="263116" y="769397"/>
                  </a:moveTo>
                  <a:lnTo>
                    <a:pt x="258956" y="774700"/>
                  </a:lnTo>
                  <a:lnTo>
                    <a:pt x="259352" y="774700"/>
                  </a:lnTo>
                  <a:lnTo>
                    <a:pt x="262652" y="771329"/>
                  </a:lnTo>
                  <a:lnTo>
                    <a:pt x="262996" y="769900"/>
                  </a:lnTo>
                  <a:lnTo>
                    <a:pt x="263116" y="769397"/>
                  </a:lnTo>
                  <a:close/>
                </a:path>
                <a:path w="4009390" h="3048000">
                  <a:moveTo>
                    <a:pt x="3701911" y="749335"/>
                  </a:moveTo>
                  <a:lnTo>
                    <a:pt x="3701210" y="749335"/>
                  </a:lnTo>
                  <a:lnTo>
                    <a:pt x="3701301" y="749485"/>
                  </a:lnTo>
                  <a:lnTo>
                    <a:pt x="3702996" y="753290"/>
                  </a:lnTo>
                  <a:lnTo>
                    <a:pt x="3704062" y="755737"/>
                  </a:lnTo>
                  <a:lnTo>
                    <a:pt x="3708409" y="762021"/>
                  </a:lnTo>
                  <a:lnTo>
                    <a:pt x="3722524" y="774700"/>
                  </a:lnTo>
                  <a:lnTo>
                    <a:pt x="3725576" y="774700"/>
                  </a:lnTo>
                  <a:lnTo>
                    <a:pt x="3725020" y="773669"/>
                  </a:lnTo>
                  <a:lnTo>
                    <a:pt x="3724074" y="772220"/>
                  </a:lnTo>
                  <a:lnTo>
                    <a:pt x="3717894" y="762021"/>
                  </a:lnTo>
                  <a:lnTo>
                    <a:pt x="3709312" y="762021"/>
                  </a:lnTo>
                  <a:lnTo>
                    <a:pt x="3701998" y="749485"/>
                  </a:lnTo>
                  <a:lnTo>
                    <a:pt x="3701911" y="749335"/>
                  </a:lnTo>
                  <a:close/>
                </a:path>
                <a:path w="4009390" h="3048000">
                  <a:moveTo>
                    <a:pt x="3712956" y="753510"/>
                  </a:moveTo>
                  <a:lnTo>
                    <a:pt x="3718730" y="762021"/>
                  </a:lnTo>
                  <a:lnTo>
                    <a:pt x="3724237" y="772220"/>
                  </a:lnTo>
                  <a:lnTo>
                    <a:pt x="3724952" y="773669"/>
                  </a:lnTo>
                  <a:lnTo>
                    <a:pt x="3725576" y="774700"/>
                  </a:lnTo>
                  <a:lnTo>
                    <a:pt x="3732069" y="774700"/>
                  </a:lnTo>
                  <a:lnTo>
                    <a:pt x="3730492" y="771643"/>
                  </a:lnTo>
                  <a:lnTo>
                    <a:pt x="3720769" y="762021"/>
                  </a:lnTo>
                  <a:lnTo>
                    <a:pt x="3712956" y="753510"/>
                  </a:lnTo>
                  <a:close/>
                </a:path>
                <a:path w="4009390" h="3048000">
                  <a:moveTo>
                    <a:pt x="3727036" y="764944"/>
                  </a:moveTo>
                  <a:lnTo>
                    <a:pt x="3730492" y="771643"/>
                  </a:lnTo>
                  <a:lnTo>
                    <a:pt x="3733581" y="774700"/>
                  </a:lnTo>
                  <a:lnTo>
                    <a:pt x="3733887" y="774700"/>
                  </a:lnTo>
                  <a:lnTo>
                    <a:pt x="3727036" y="764944"/>
                  </a:lnTo>
                  <a:close/>
                </a:path>
                <a:path w="4009390" h="3048000">
                  <a:moveTo>
                    <a:pt x="264052" y="769900"/>
                  </a:moveTo>
                  <a:lnTo>
                    <a:pt x="262943" y="771032"/>
                  </a:lnTo>
                  <a:lnTo>
                    <a:pt x="262438" y="772220"/>
                  </a:lnTo>
                  <a:lnTo>
                    <a:pt x="262090" y="773669"/>
                  </a:lnTo>
                  <a:lnTo>
                    <a:pt x="264052" y="769900"/>
                  </a:lnTo>
                  <a:close/>
                </a:path>
                <a:path w="4009390" h="3048000">
                  <a:moveTo>
                    <a:pt x="264254" y="767946"/>
                  </a:moveTo>
                  <a:lnTo>
                    <a:pt x="263116" y="769397"/>
                  </a:lnTo>
                  <a:lnTo>
                    <a:pt x="262723" y="771032"/>
                  </a:lnTo>
                  <a:lnTo>
                    <a:pt x="262652" y="771329"/>
                  </a:lnTo>
                  <a:lnTo>
                    <a:pt x="262943" y="771032"/>
                  </a:lnTo>
                  <a:lnTo>
                    <a:pt x="264254" y="767946"/>
                  </a:lnTo>
                  <a:close/>
                </a:path>
                <a:path w="4009390" h="3048000">
                  <a:moveTo>
                    <a:pt x="266632" y="764944"/>
                  </a:moveTo>
                  <a:lnTo>
                    <a:pt x="264254" y="767946"/>
                  </a:lnTo>
                  <a:lnTo>
                    <a:pt x="262943" y="771032"/>
                  </a:lnTo>
                  <a:lnTo>
                    <a:pt x="264052" y="769900"/>
                  </a:lnTo>
                  <a:lnTo>
                    <a:pt x="266632" y="764944"/>
                  </a:lnTo>
                  <a:close/>
                </a:path>
                <a:path w="4009390" h="3048000">
                  <a:moveTo>
                    <a:pt x="295193" y="723946"/>
                  </a:moveTo>
                  <a:lnTo>
                    <a:pt x="292775" y="723946"/>
                  </a:lnTo>
                  <a:lnTo>
                    <a:pt x="283612" y="736636"/>
                  </a:lnTo>
                  <a:lnTo>
                    <a:pt x="281587" y="736636"/>
                  </a:lnTo>
                  <a:lnTo>
                    <a:pt x="276561" y="749335"/>
                  </a:lnTo>
                  <a:lnTo>
                    <a:pt x="268904" y="762021"/>
                  </a:lnTo>
                  <a:lnTo>
                    <a:pt x="266632" y="764944"/>
                  </a:lnTo>
                  <a:lnTo>
                    <a:pt x="264052" y="769900"/>
                  </a:lnTo>
                  <a:lnTo>
                    <a:pt x="269736" y="764095"/>
                  </a:lnTo>
                  <a:lnTo>
                    <a:pt x="271074" y="762021"/>
                  </a:lnTo>
                  <a:lnTo>
                    <a:pt x="280080" y="746801"/>
                  </a:lnTo>
                  <a:lnTo>
                    <a:pt x="280872" y="745277"/>
                  </a:lnTo>
                  <a:lnTo>
                    <a:pt x="285746" y="736636"/>
                  </a:lnTo>
                  <a:lnTo>
                    <a:pt x="292826" y="729693"/>
                  </a:lnTo>
                  <a:lnTo>
                    <a:pt x="295193" y="723946"/>
                  </a:lnTo>
                  <a:close/>
                </a:path>
                <a:path w="4009390" h="3048000">
                  <a:moveTo>
                    <a:pt x="268154" y="762021"/>
                  </a:moveTo>
                  <a:lnTo>
                    <a:pt x="266773" y="762021"/>
                  </a:lnTo>
                  <a:lnTo>
                    <a:pt x="264254" y="767946"/>
                  </a:lnTo>
                  <a:lnTo>
                    <a:pt x="266611" y="764944"/>
                  </a:lnTo>
                  <a:lnTo>
                    <a:pt x="267074" y="764095"/>
                  </a:lnTo>
                  <a:lnTo>
                    <a:pt x="268154" y="762021"/>
                  </a:lnTo>
                  <a:close/>
                </a:path>
                <a:path w="4009390" h="3048000">
                  <a:moveTo>
                    <a:pt x="3722276" y="758165"/>
                  </a:moveTo>
                  <a:lnTo>
                    <a:pt x="3727036" y="764944"/>
                  </a:lnTo>
                  <a:lnTo>
                    <a:pt x="3725529" y="762021"/>
                  </a:lnTo>
                  <a:lnTo>
                    <a:pt x="3722276" y="758165"/>
                  </a:lnTo>
                  <a:close/>
                </a:path>
                <a:path w="4009390" h="3048000">
                  <a:moveTo>
                    <a:pt x="278566" y="749485"/>
                  </a:moveTo>
                  <a:lnTo>
                    <a:pt x="276240" y="753290"/>
                  </a:lnTo>
                  <a:lnTo>
                    <a:pt x="271074" y="762021"/>
                  </a:lnTo>
                  <a:lnTo>
                    <a:pt x="269736" y="764095"/>
                  </a:lnTo>
                  <a:lnTo>
                    <a:pt x="271767" y="762021"/>
                  </a:lnTo>
                  <a:lnTo>
                    <a:pt x="276344" y="753510"/>
                  </a:lnTo>
                  <a:lnTo>
                    <a:pt x="278566" y="749485"/>
                  </a:lnTo>
                  <a:close/>
                </a:path>
                <a:path w="4009390" h="3048000">
                  <a:moveTo>
                    <a:pt x="3737438" y="757112"/>
                  </a:moveTo>
                  <a:lnTo>
                    <a:pt x="3739328" y="761324"/>
                  </a:lnTo>
                  <a:lnTo>
                    <a:pt x="3739897" y="762021"/>
                  </a:lnTo>
                  <a:lnTo>
                    <a:pt x="3742408" y="762021"/>
                  </a:lnTo>
                  <a:lnTo>
                    <a:pt x="3737438" y="757112"/>
                  </a:lnTo>
                  <a:close/>
                </a:path>
                <a:path w="4009390" h="3048000">
                  <a:moveTo>
                    <a:pt x="3699642" y="749335"/>
                  </a:moveTo>
                  <a:lnTo>
                    <a:pt x="3697739" y="749335"/>
                  </a:lnTo>
                  <a:lnTo>
                    <a:pt x="3706483" y="761324"/>
                  </a:lnTo>
                  <a:lnTo>
                    <a:pt x="3705178" y="758165"/>
                  </a:lnTo>
                  <a:lnTo>
                    <a:pt x="3704170" y="755924"/>
                  </a:lnTo>
                  <a:lnTo>
                    <a:pt x="3704086" y="755737"/>
                  </a:lnTo>
                  <a:lnTo>
                    <a:pt x="3702524" y="753510"/>
                  </a:lnTo>
                  <a:lnTo>
                    <a:pt x="3699745" y="749485"/>
                  </a:lnTo>
                  <a:lnTo>
                    <a:pt x="3699642" y="749335"/>
                  </a:lnTo>
                  <a:close/>
                </a:path>
                <a:path w="4009390" h="3048000">
                  <a:moveTo>
                    <a:pt x="3729717" y="749485"/>
                  </a:moveTo>
                  <a:lnTo>
                    <a:pt x="3732781" y="753290"/>
                  </a:lnTo>
                  <a:lnTo>
                    <a:pt x="3739328" y="761324"/>
                  </a:lnTo>
                  <a:lnTo>
                    <a:pt x="3737438" y="757112"/>
                  </a:lnTo>
                  <a:lnTo>
                    <a:pt x="3729717" y="749485"/>
                  </a:lnTo>
                  <a:close/>
                </a:path>
                <a:path w="4009390" h="3048000">
                  <a:moveTo>
                    <a:pt x="3701499" y="731948"/>
                  </a:moveTo>
                  <a:lnTo>
                    <a:pt x="3701631" y="732738"/>
                  </a:lnTo>
                  <a:lnTo>
                    <a:pt x="3703926" y="736636"/>
                  </a:lnTo>
                  <a:lnTo>
                    <a:pt x="3722276" y="758165"/>
                  </a:lnTo>
                  <a:lnTo>
                    <a:pt x="3716181" y="749485"/>
                  </a:lnTo>
                  <a:lnTo>
                    <a:pt x="3711604" y="742192"/>
                  </a:lnTo>
                  <a:lnTo>
                    <a:pt x="3705847" y="736636"/>
                  </a:lnTo>
                  <a:lnTo>
                    <a:pt x="3701499" y="731948"/>
                  </a:lnTo>
                  <a:close/>
                </a:path>
                <a:path w="4009390" h="3048000">
                  <a:moveTo>
                    <a:pt x="3733948" y="749335"/>
                  </a:moveTo>
                  <a:lnTo>
                    <a:pt x="3729565" y="749335"/>
                  </a:lnTo>
                  <a:lnTo>
                    <a:pt x="3737438" y="757112"/>
                  </a:lnTo>
                  <a:lnTo>
                    <a:pt x="3734015" y="749485"/>
                  </a:lnTo>
                  <a:lnTo>
                    <a:pt x="3733948" y="749335"/>
                  </a:lnTo>
                  <a:close/>
                </a:path>
                <a:path w="4009390" h="3048000">
                  <a:moveTo>
                    <a:pt x="3705522" y="744578"/>
                  </a:moveTo>
                  <a:lnTo>
                    <a:pt x="3705996" y="745821"/>
                  </a:lnTo>
                  <a:lnTo>
                    <a:pt x="3709124" y="749335"/>
                  </a:lnTo>
                  <a:lnTo>
                    <a:pt x="3712753" y="753290"/>
                  </a:lnTo>
                  <a:lnTo>
                    <a:pt x="3710224" y="749485"/>
                  </a:lnTo>
                  <a:lnTo>
                    <a:pt x="3710122" y="749335"/>
                  </a:lnTo>
                  <a:lnTo>
                    <a:pt x="3709643" y="749335"/>
                  </a:lnTo>
                  <a:lnTo>
                    <a:pt x="3705522" y="744578"/>
                  </a:lnTo>
                  <a:close/>
                </a:path>
                <a:path w="4009390" h="3048000">
                  <a:moveTo>
                    <a:pt x="3686805" y="736636"/>
                  </a:moveTo>
                  <a:lnTo>
                    <a:pt x="3685453" y="736636"/>
                  </a:lnTo>
                  <a:lnTo>
                    <a:pt x="3691830" y="749335"/>
                  </a:lnTo>
                  <a:lnTo>
                    <a:pt x="3692073" y="749335"/>
                  </a:lnTo>
                  <a:lnTo>
                    <a:pt x="3686805" y="736636"/>
                  </a:lnTo>
                  <a:close/>
                </a:path>
                <a:path w="4009390" h="3048000">
                  <a:moveTo>
                    <a:pt x="3667607" y="698500"/>
                  </a:moveTo>
                  <a:lnTo>
                    <a:pt x="3667329" y="698500"/>
                  </a:lnTo>
                  <a:lnTo>
                    <a:pt x="3675185" y="711200"/>
                  </a:lnTo>
                  <a:lnTo>
                    <a:pt x="3686302" y="723946"/>
                  </a:lnTo>
                  <a:lnTo>
                    <a:pt x="3684717" y="723946"/>
                  </a:lnTo>
                  <a:lnTo>
                    <a:pt x="3690634" y="736142"/>
                  </a:lnTo>
                  <a:lnTo>
                    <a:pt x="3699642" y="749335"/>
                  </a:lnTo>
                  <a:lnTo>
                    <a:pt x="3701210" y="749335"/>
                  </a:lnTo>
                  <a:lnTo>
                    <a:pt x="3699668" y="746801"/>
                  </a:lnTo>
                  <a:lnTo>
                    <a:pt x="3699101" y="746206"/>
                  </a:lnTo>
                  <a:lnTo>
                    <a:pt x="3691276" y="736636"/>
                  </a:lnTo>
                  <a:lnTo>
                    <a:pt x="3696350" y="736636"/>
                  </a:lnTo>
                  <a:lnTo>
                    <a:pt x="3691000" y="725687"/>
                  </a:lnTo>
                  <a:lnTo>
                    <a:pt x="3689508" y="723569"/>
                  </a:lnTo>
                  <a:lnTo>
                    <a:pt x="3680326" y="711200"/>
                  </a:lnTo>
                  <a:lnTo>
                    <a:pt x="3667607" y="698500"/>
                  </a:lnTo>
                  <a:close/>
                </a:path>
                <a:path w="4009390" h="3048000">
                  <a:moveTo>
                    <a:pt x="3697824" y="736636"/>
                  </a:moveTo>
                  <a:lnTo>
                    <a:pt x="3693485" y="736636"/>
                  </a:lnTo>
                  <a:lnTo>
                    <a:pt x="3699306" y="746206"/>
                  </a:lnTo>
                  <a:lnTo>
                    <a:pt x="3699587" y="746801"/>
                  </a:lnTo>
                  <a:lnTo>
                    <a:pt x="3701660" y="749335"/>
                  </a:lnTo>
                  <a:lnTo>
                    <a:pt x="3707336" y="749335"/>
                  </a:lnTo>
                  <a:lnTo>
                    <a:pt x="3705996" y="745821"/>
                  </a:lnTo>
                  <a:lnTo>
                    <a:pt x="3697824" y="736636"/>
                  </a:lnTo>
                  <a:close/>
                </a:path>
                <a:path w="4009390" h="3048000">
                  <a:moveTo>
                    <a:pt x="3705996" y="745821"/>
                  </a:moveTo>
                  <a:lnTo>
                    <a:pt x="3707336" y="749335"/>
                  </a:lnTo>
                  <a:lnTo>
                    <a:pt x="3709123" y="749335"/>
                  </a:lnTo>
                  <a:lnTo>
                    <a:pt x="3705996" y="745821"/>
                  </a:lnTo>
                  <a:close/>
                </a:path>
                <a:path w="4009390" h="3048000">
                  <a:moveTo>
                    <a:pt x="3712674" y="723946"/>
                  </a:moveTo>
                  <a:lnTo>
                    <a:pt x="3707691" y="723946"/>
                  </a:lnTo>
                  <a:lnTo>
                    <a:pt x="3713198" y="736636"/>
                  </a:lnTo>
                  <a:lnTo>
                    <a:pt x="3716134" y="736636"/>
                  </a:lnTo>
                  <a:lnTo>
                    <a:pt x="3727470" y="749335"/>
                  </a:lnTo>
                  <a:lnTo>
                    <a:pt x="3727937" y="749335"/>
                  </a:lnTo>
                  <a:lnTo>
                    <a:pt x="3726715" y="746206"/>
                  </a:lnTo>
                  <a:lnTo>
                    <a:pt x="3719212" y="736636"/>
                  </a:lnTo>
                  <a:lnTo>
                    <a:pt x="3712674" y="723946"/>
                  </a:lnTo>
                  <a:close/>
                </a:path>
                <a:path w="4009390" h="3048000">
                  <a:moveTo>
                    <a:pt x="3726715" y="746206"/>
                  </a:moveTo>
                  <a:lnTo>
                    <a:pt x="3727937" y="749335"/>
                  </a:lnTo>
                  <a:lnTo>
                    <a:pt x="3729168" y="749335"/>
                  </a:lnTo>
                  <a:lnTo>
                    <a:pt x="3726715" y="746206"/>
                  </a:lnTo>
                  <a:close/>
                </a:path>
                <a:path w="4009390" h="3048000">
                  <a:moveTo>
                    <a:pt x="3722976" y="736636"/>
                  </a:moveTo>
                  <a:lnTo>
                    <a:pt x="3719212" y="736636"/>
                  </a:lnTo>
                  <a:lnTo>
                    <a:pt x="3726715" y="746206"/>
                  </a:lnTo>
                  <a:lnTo>
                    <a:pt x="3722976" y="736636"/>
                  </a:lnTo>
                  <a:close/>
                </a:path>
                <a:path w="4009390" h="3048000">
                  <a:moveTo>
                    <a:pt x="3702494" y="736636"/>
                  </a:moveTo>
                  <a:lnTo>
                    <a:pt x="3698641" y="736636"/>
                  </a:lnTo>
                  <a:lnTo>
                    <a:pt x="3705522" y="744578"/>
                  </a:lnTo>
                  <a:lnTo>
                    <a:pt x="3702494" y="736636"/>
                  </a:lnTo>
                  <a:close/>
                </a:path>
                <a:path w="4009390" h="3048000">
                  <a:moveTo>
                    <a:pt x="3700188" y="723946"/>
                  </a:moveTo>
                  <a:lnTo>
                    <a:pt x="3700456" y="725687"/>
                  </a:lnTo>
                  <a:lnTo>
                    <a:pt x="3701499" y="731948"/>
                  </a:lnTo>
                  <a:lnTo>
                    <a:pt x="3705847" y="736636"/>
                  </a:lnTo>
                  <a:lnTo>
                    <a:pt x="3711604" y="742192"/>
                  </a:lnTo>
                  <a:lnTo>
                    <a:pt x="3700188" y="723946"/>
                  </a:lnTo>
                  <a:close/>
                </a:path>
                <a:path w="4009390" h="3048000">
                  <a:moveTo>
                    <a:pt x="3679082" y="723946"/>
                  </a:moveTo>
                  <a:lnTo>
                    <a:pt x="3674717" y="723946"/>
                  </a:lnTo>
                  <a:lnTo>
                    <a:pt x="3682200" y="736636"/>
                  </a:lnTo>
                  <a:lnTo>
                    <a:pt x="3685453" y="736636"/>
                  </a:lnTo>
                  <a:lnTo>
                    <a:pt x="3679082" y="723946"/>
                  </a:lnTo>
                  <a:close/>
                </a:path>
                <a:path w="4009390" h="3048000">
                  <a:moveTo>
                    <a:pt x="3691000" y="725687"/>
                  </a:moveTo>
                  <a:lnTo>
                    <a:pt x="3696350" y="736636"/>
                  </a:lnTo>
                  <a:lnTo>
                    <a:pt x="3697013" y="736636"/>
                  </a:lnTo>
                  <a:lnTo>
                    <a:pt x="3695871" y="732738"/>
                  </a:lnTo>
                  <a:lnTo>
                    <a:pt x="3695366" y="731948"/>
                  </a:lnTo>
                  <a:lnTo>
                    <a:pt x="3691000" y="725687"/>
                  </a:lnTo>
                  <a:close/>
                </a:path>
                <a:path w="4009390" h="3048000">
                  <a:moveTo>
                    <a:pt x="3695917" y="732738"/>
                  </a:moveTo>
                  <a:lnTo>
                    <a:pt x="3697013" y="736636"/>
                  </a:lnTo>
                  <a:lnTo>
                    <a:pt x="3698635" y="736636"/>
                  </a:lnTo>
                  <a:lnTo>
                    <a:pt x="3695917" y="732738"/>
                  </a:lnTo>
                  <a:close/>
                </a:path>
                <a:path w="4009390" h="3048000">
                  <a:moveTo>
                    <a:pt x="3693000" y="723569"/>
                  </a:moveTo>
                  <a:lnTo>
                    <a:pt x="3693747" y="725687"/>
                  </a:lnTo>
                  <a:lnTo>
                    <a:pt x="3694122" y="726689"/>
                  </a:lnTo>
                  <a:lnTo>
                    <a:pt x="3702304" y="736636"/>
                  </a:lnTo>
                  <a:lnTo>
                    <a:pt x="3702198" y="736142"/>
                  </a:lnTo>
                  <a:lnTo>
                    <a:pt x="3701631" y="732738"/>
                  </a:lnTo>
                  <a:lnTo>
                    <a:pt x="3700596" y="730974"/>
                  </a:lnTo>
                  <a:lnTo>
                    <a:pt x="3694083" y="723946"/>
                  </a:lnTo>
                  <a:lnTo>
                    <a:pt x="3693260" y="723946"/>
                  </a:lnTo>
                  <a:lnTo>
                    <a:pt x="3693000" y="723569"/>
                  </a:lnTo>
                  <a:close/>
                </a:path>
                <a:path w="4009390" h="3048000">
                  <a:moveTo>
                    <a:pt x="3691866" y="723946"/>
                  </a:moveTo>
                  <a:lnTo>
                    <a:pt x="3690150" y="723946"/>
                  </a:lnTo>
                  <a:lnTo>
                    <a:pt x="3691000" y="725687"/>
                  </a:lnTo>
                  <a:lnTo>
                    <a:pt x="3695917" y="732738"/>
                  </a:lnTo>
                  <a:lnTo>
                    <a:pt x="3695639" y="731948"/>
                  </a:lnTo>
                  <a:lnTo>
                    <a:pt x="3694097" y="726689"/>
                  </a:lnTo>
                  <a:lnTo>
                    <a:pt x="3691866" y="723946"/>
                  </a:lnTo>
                  <a:close/>
                </a:path>
                <a:path w="4009390" h="3048000">
                  <a:moveTo>
                    <a:pt x="3672900" y="680150"/>
                  </a:moveTo>
                  <a:lnTo>
                    <a:pt x="3675965" y="685800"/>
                  </a:lnTo>
                  <a:lnTo>
                    <a:pt x="3683287" y="698500"/>
                  </a:lnTo>
                  <a:lnTo>
                    <a:pt x="3694463" y="711200"/>
                  </a:lnTo>
                  <a:lnTo>
                    <a:pt x="3689000" y="711200"/>
                  </a:lnTo>
                  <a:lnTo>
                    <a:pt x="3700596" y="730974"/>
                  </a:lnTo>
                  <a:lnTo>
                    <a:pt x="3701499" y="731948"/>
                  </a:lnTo>
                  <a:lnTo>
                    <a:pt x="3700166" y="723946"/>
                  </a:lnTo>
                  <a:lnTo>
                    <a:pt x="3701846" y="723946"/>
                  </a:lnTo>
                  <a:lnTo>
                    <a:pt x="3699198" y="717007"/>
                  </a:lnTo>
                  <a:lnTo>
                    <a:pt x="3695053" y="711200"/>
                  </a:lnTo>
                  <a:lnTo>
                    <a:pt x="3683550" y="698500"/>
                  </a:lnTo>
                  <a:lnTo>
                    <a:pt x="3676553" y="685800"/>
                  </a:lnTo>
                  <a:lnTo>
                    <a:pt x="3677552" y="685800"/>
                  </a:lnTo>
                  <a:lnTo>
                    <a:pt x="3676333" y="683562"/>
                  </a:lnTo>
                  <a:lnTo>
                    <a:pt x="3672900" y="680150"/>
                  </a:lnTo>
                  <a:close/>
                </a:path>
                <a:path w="4009390" h="3048000">
                  <a:moveTo>
                    <a:pt x="298700" y="723946"/>
                  </a:moveTo>
                  <a:lnTo>
                    <a:pt x="295193" y="723946"/>
                  </a:lnTo>
                  <a:lnTo>
                    <a:pt x="292826" y="729693"/>
                  </a:lnTo>
                  <a:lnTo>
                    <a:pt x="298700" y="723946"/>
                  </a:lnTo>
                  <a:close/>
                </a:path>
                <a:path w="4009390" h="3048000">
                  <a:moveTo>
                    <a:pt x="3707240" y="723946"/>
                  </a:moveTo>
                  <a:lnTo>
                    <a:pt x="3707101" y="723946"/>
                  </a:lnTo>
                  <a:lnTo>
                    <a:pt x="3707759" y="725687"/>
                  </a:lnTo>
                  <a:lnTo>
                    <a:pt x="3707240" y="723946"/>
                  </a:lnTo>
                  <a:close/>
                </a:path>
                <a:path w="4009390" h="3048000">
                  <a:moveTo>
                    <a:pt x="478978" y="534305"/>
                  </a:moveTo>
                  <a:lnTo>
                    <a:pt x="460425" y="546100"/>
                  </a:lnTo>
                  <a:lnTo>
                    <a:pt x="445814" y="571500"/>
                  </a:lnTo>
                  <a:lnTo>
                    <a:pt x="432697" y="584200"/>
                  </a:lnTo>
                  <a:lnTo>
                    <a:pt x="417201" y="596900"/>
                  </a:lnTo>
                  <a:lnTo>
                    <a:pt x="346566" y="673100"/>
                  </a:lnTo>
                  <a:lnTo>
                    <a:pt x="320577" y="698500"/>
                  </a:lnTo>
                  <a:lnTo>
                    <a:pt x="312950" y="711200"/>
                  </a:lnTo>
                  <a:lnTo>
                    <a:pt x="301059" y="723946"/>
                  </a:lnTo>
                  <a:lnTo>
                    <a:pt x="317053" y="723946"/>
                  </a:lnTo>
                  <a:lnTo>
                    <a:pt x="327067" y="714428"/>
                  </a:lnTo>
                  <a:lnTo>
                    <a:pt x="327836" y="711200"/>
                  </a:lnTo>
                  <a:lnTo>
                    <a:pt x="322843" y="711200"/>
                  </a:lnTo>
                  <a:lnTo>
                    <a:pt x="332591" y="698500"/>
                  </a:lnTo>
                  <a:lnTo>
                    <a:pt x="340339" y="698500"/>
                  </a:lnTo>
                  <a:lnTo>
                    <a:pt x="343554" y="695811"/>
                  </a:lnTo>
                  <a:lnTo>
                    <a:pt x="350085" y="685800"/>
                  </a:lnTo>
                  <a:lnTo>
                    <a:pt x="352059" y="685800"/>
                  </a:lnTo>
                  <a:lnTo>
                    <a:pt x="359343" y="673100"/>
                  </a:lnTo>
                  <a:lnTo>
                    <a:pt x="368095" y="664921"/>
                  </a:lnTo>
                  <a:lnTo>
                    <a:pt x="368925" y="660400"/>
                  </a:lnTo>
                  <a:lnTo>
                    <a:pt x="380194" y="647700"/>
                  </a:lnTo>
                  <a:lnTo>
                    <a:pt x="393464" y="635097"/>
                  </a:lnTo>
                  <a:lnTo>
                    <a:pt x="393726" y="634766"/>
                  </a:lnTo>
                  <a:lnTo>
                    <a:pt x="400749" y="622300"/>
                  </a:lnTo>
                  <a:lnTo>
                    <a:pt x="410677" y="622300"/>
                  </a:lnTo>
                  <a:lnTo>
                    <a:pt x="429788" y="609600"/>
                  </a:lnTo>
                  <a:lnTo>
                    <a:pt x="431589" y="609600"/>
                  </a:lnTo>
                  <a:lnTo>
                    <a:pt x="441438" y="596900"/>
                  </a:lnTo>
                  <a:lnTo>
                    <a:pt x="453467" y="584200"/>
                  </a:lnTo>
                  <a:lnTo>
                    <a:pt x="461805" y="584200"/>
                  </a:lnTo>
                  <a:lnTo>
                    <a:pt x="465579" y="571500"/>
                  </a:lnTo>
                  <a:lnTo>
                    <a:pt x="472849" y="571500"/>
                  </a:lnTo>
                  <a:lnTo>
                    <a:pt x="479112" y="558801"/>
                  </a:lnTo>
                  <a:lnTo>
                    <a:pt x="479862" y="558801"/>
                  </a:lnTo>
                  <a:lnTo>
                    <a:pt x="494515" y="546100"/>
                  </a:lnTo>
                  <a:lnTo>
                    <a:pt x="472813" y="546100"/>
                  </a:lnTo>
                  <a:lnTo>
                    <a:pt x="478978" y="534305"/>
                  </a:lnTo>
                  <a:close/>
                </a:path>
                <a:path w="4009390" h="3048000">
                  <a:moveTo>
                    <a:pt x="402212" y="622300"/>
                  </a:moveTo>
                  <a:lnTo>
                    <a:pt x="393726" y="634766"/>
                  </a:lnTo>
                  <a:lnTo>
                    <a:pt x="386440" y="647700"/>
                  </a:lnTo>
                  <a:lnTo>
                    <a:pt x="368095" y="664921"/>
                  </a:lnTo>
                  <a:lnTo>
                    <a:pt x="366595" y="673100"/>
                  </a:lnTo>
                  <a:lnTo>
                    <a:pt x="355525" y="685800"/>
                  </a:lnTo>
                  <a:lnTo>
                    <a:pt x="348865" y="691369"/>
                  </a:lnTo>
                  <a:lnTo>
                    <a:pt x="344776" y="698500"/>
                  </a:lnTo>
                  <a:lnTo>
                    <a:pt x="340339" y="698500"/>
                  </a:lnTo>
                  <a:lnTo>
                    <a:pt x="332167" y="706801"/>
                  </a:lnTo>
                  <a:lnTo>
                    <a:pt x="330464" y="711200"/>
                  </a:lnTo>
                  <a:lnTo>
                    <a:pt x="327067" y="714428"/>
                  </a:lnTo>
                  <a:lnTo>
                    <a:pt x="324891" y="723569"/>
                  </a:lnTo>
                  <a:lnTo>
                    <a:pt x="324801" y="723946"/>
                  </a:lnTo>
                  <a:lnTo>
                    <a:pt x="335224" y="723946"/>
                  </a:lnTo>
                  <a:lnTo>
                    <a:pt x="346438" y="711200"/>
                  </a:lnTo>
                  <a:lnTo>
                    <a:pt x="356895" y="698500"/>
                  </a:lnTo>
                  <a:lnTo>
                    <a:pt x="341800" y="698500"/>
                  </a:lnTo>
                  <a:lnTo>
                    <a:pt x="343554" y="695811"/>
                  </a:lnTo>
                  <a:lnTo>
                    <a:pt x="358803" y="695811"/>
                  </a:lnTo>
                  <a:lnTo>
                    <a:pt x="365911" y="685800"/>
                  </a:lnTo>
                  <a:lnTo>
                    <a:pt x="363408" y="685800"/>
                  </a:lnTo>
                  <a:lnTo>
                    <a:pt x="364836" y="683837"/>
                  </a:lnTo>
                  <a:lnTo>
                    <a:pt x="378751" y="660400"/>
                  </a:lnTo>
                  <a:lnTo>
                    <a:pt x="378905" y="660400"/>
                  </a:lnTo>
                  <a:lnTo>
                    <a:pt x="390442" y="652796"/>
                  </a:lnTo>
                  <a:lnTo>
                    <a:pt x="396177" y="647700"/>
                  </a:lnTo>
                  <a:lnTo>
                    <a:pt x="403371" y="635097"/>
                  </a:lnTo>
                  <a:lnTo>
                    <a:pt x="400057" y="635097"/>
                  </a:lnTo>
                  <a:lnTo>
                    <a:pt x="400180" y="634766"/>
                  </a:lnTo>
                  <a:lnTo>
                    <a:pt x="402212" y="622300"/>
                  </a:lnTo>
                  <a:close/>
                </a:path>
                <a:path w="4009390" h="3048000">
                  <a:moveTo>
                    <a:pt x="3666438" y="711200"/>
                  </a:moveTo>
                  <a:lnTo>
                    <a:pt x="3668632" y="723569"/>
                  </a:lnTo>
                  <a:lnTo>
                    <a:pt x="3668699" y="723946"/>
                  </a:lnTo>
                  <a:lnTo>
                    <a:pt x="3671388" y="723946"/>
                  </a:lnTo>
                  <a:lnTo>
                    <a:pt x="3666438" y="711200"/>
                  </a:lnTo>
                  <a:close/>
                </a:path>
                <a:path w="4009390" h="3048000">
                  <a:moveTo>
                    <a:pt x="3667329" y="698500"/>
                  </a:moveTo>
                  <a:lnTo>
                    <a:pt x="3659232" y="698500"/>
                  </a:lnTo>
                  <a:lnTo>
                    <a:pt x="3671496" y="711200"/>
                  </a:lnTo>
                  <a:lnTo>
                    <a:pt x="3677447" y="723946"/>
                  </a:lnTo>
                  <a:lnTo>
                    <a:pt x="3681651" y="723946"/>
                  </a:lnTo>
                  <a:lnTo>
                    <a:pt x="3667329" y="698500"/>
                  </a:lnTo>
                  <a:close/>
                </a:path>
                <a:path w="4009390" h="3048000">
                  <a:moveTo>
                    <a:pt x="3667329" y="698500"/>
                  </a:moveTo>
                  <a:lnTo>
                    <a:pt x="3681651" y="723946"/>
                  </a:lnTo>
                  <a:lnTo>
                    <a:pt x="3686302" y="723946"/>
                  </a:lnTo>
                  <a:lnTo>
                    <a:pt x="3675185" y="711200"/>
                  </a:lnTo>
                  <a:lnTo>
                    <a:pt x="3667329" y="698500"/>
                  </a:lnTo>
                  <a:close/>
                </a:path>
                <a:path w="4009390" h="3048000">
                  <a:moveTo>
                    <a:pt x="3682349" y="711200"/>
                  </a:moveTo>
                  <a:lnTo>
                    <a:pt x="3681382" y="711200"/>
                  </a:lnTo>
                  <a:lnTo>
                    <a:pt x="3691866" y="723946"/>
                  </a:lnTo>
                  <a:lnTo>
                    <a:pt x="3693133" y="723946"/>
                  </a:lnTo>
                  <a:lnTo>
                    <a:pt x="3693000" y="723569"/>
                  </a:lnTo>
                  <a:lnTo>
                    <a:pt x="3682349" y="711200"/>
                  </a:lnTo>
                  <a:close/>
                </a:path>
                <a:path w="4009390" h="3048000">
                  <a:moveTo>
                    <a:pt x="3692859" y="722639"/>
                  </a:moveTo>
                  <a:lnTo>
                    <a:pt x="3693000" y="723569"/>
                  </a:lnTo>
                  <a:lnTo>
                    <a:pt x="3693260" y="723946"/>
                  </a:lnTo>
                  <a:lnTo>
                    <a:pt x="3692859" y="722639"/>
                  </a:lnTo>
                  <a:close/>
                </a:path>
                <a:path w="4009390" h="3048000">
                  <a:moveTo>
                    <a:pt x="3692589" y="721838"/>
                  </a:moveTo>
                  <a:lnTo>
                    <a:pt x="3693300" y="723946"/>
                  </a:lnTo>
                  <a:lnTo>
                    <a:pt x="3694073" y="723946"/>
                  </a:lnTo>
                  <a:lnTo>
                    <a:pt x="3692589" y="721838"/>
                  </a:lnTo>
                  <a:close/>
                </a:path>
                <a:path w="4009390" h="3048000">
                  <a:moveTo>
                    <a:pt x="3677552" y="685800"/>
                  </a:moveTo>
                  <a:lnTo>
                    <a:pt x="3676553" y="685800"/>
                  </a:lnTo>
                  <a:lnTo>
                    <a:pt x="3683550" y="698500"/>
                  </a:lnTo>
                  <a:lnTo>
                    <a:pt x="3695053" y="711200"/>
                  </a:lnTo>
                  <a:lnTo>
                    <a:pt x="3696982" y="711200"/>
                  </a:lnTo>
                  <a:lnTo>
                    <a:pt x="3699198" y="717007"/>
                  </a:lnTo>
                  <a:lnTo>
                    <a:pt x="3704151" y="723946"/>
                  </a:lnTo>
                  <a:lnTo>
                    <a:pt x="3707101" y="723946"/>
                  </a:lnTo>
                  <a:lnTo>
                    <a:pt x="3702278" y="711200"/>
                  </a:lnTo>
                  <a:lnTo>
                    <a:pt x="3694470" y="698500"/>
                  </a:lnTo>
                  <a:lnTo>
                    <a:pt x="3684656" y="698500"/>
                  </a:lnTo>
                  <a:lnTo>
                    <a:pt x="3677552" y="685800"/>
                  </a:lnTo>
                  <a:close/>
                </a:path>
                <a:path w="4009390" h="3048000">
                  <a:moveTo>
                    <a:pt x="3703063" y="711200"/>
                  </a:moveTo>
                  <a:lnTo>
                    <a:pt x="3707116" y="723569"/>
                  </a:lnTo>
                  <a:lnTo>
                    <a:pt x="3707240" y="723946"/>
                  </a:lnTo>
                  <a:lnTo>
                    <a:pt x="3707859" y="723946"/>
                  </a:lnTo>
                  <a:lnTo>
                    <a:pt x="3703063" y="711200"/>
                  </a:lnTo>
                  <a:close/>
                </a:path>
                <a:path w="4009390" h="3048000">
                  <a:moveTo>
                    <a:pt x="3689000" y="711200"/>
                  </a:moveTo>
                  <a:lnTo>
                    <a:pt x="3685099" y="711200"/>
                  </a:lnTo>
                  <a:lnTo>
                    <a:pt x="3692589" y="721838"/>
                  </a:lnTo>
                  <a:lnTo>
                    <a:pt x="3689000" y="711200"/>
                  </a:lnTo>
                  <a:close/>
                </a:path>
                <a:path w="4009390" h="3048000">
                  <a:moveTo>
                    <a:pt x="332167" y="706801"/>
                  </a:moveTo>
                  <a:lnTo>
                    <a:pt x="327836" y="711200"/>
                  </a:lnTo>
                  <a:lnTo>
                    <a:pt x="327067" y="714428"/>
                  </a:lnTo>
                  <a:lnTo>
                    <a:pt x="330464" y="711200"/>
                  </a:lnTo>
                  <a:lnTo>
                    <a:pt x="332167" y="706801"/>
                  </a:lnTo>
                  <a:close/>
                </a:path>
                <a:path w="4009390" h="3048000">
                  <a:moveTo>
                    <a:pt x="333409" y="698500"/>
                  </a:moveTo>
                  <a:lnTo>
                    <a:pt x="332591" y="698500"/>
                  </a:lnTo>
                  <a:lnTo>
                    <a:pt x="322843" y="711200"/>
                  </a:lnTo>
                  <a:lnTo>
                    <a:pt x="326546" y="711200"/>
                  </a:lnTo>
                  <a:lnTo>
                    <a:pt x="333409" y="698500"/>
                  </a:lnTo>
                  <a:close/>
                </a:path>
                <a:path w="4009390" h="3048000">
                  <a:moveTo>
                    <a:pt x="335380" y="698500"/>
                  </a:moveTo>
                  <a:lnTo>
                    <a:pt x="333409" y="698500"/>
                  </a:lnTo>
                  <a:lnTo>
                    <a:pt x="326546" y="711200"/>
                  </a:lnTo>
                  <a:lnTo>
                    <a:pt x="327836" y="711200"/>
                  </a:lnTo>
                  <a:lnTo>
                    <a:pt x="332167" y="706801"/>
                  </a:lnTo>
                  <a:lnTo>
                    <a:pt x="335380" y="698500"/>
                  </a:lnTo>
                  <a:close/>
                </a:path>
                <a:path w="4009390" h="3048000">
                  <a:moveTo>
                    <a:pt x="3658180" y="705632"/>
                  </a:moveTo>
                  <a:lnTo>
                    <a:pt x="3660742" y="711200"/>
                  </a:lnTo>
                  <a:lnTo>
                    <a:pt x="3666805" y="711200"/>
                  </a:lnTo>
                  <a:lnTo>
                    <a:pt x="3658180" y="705632"/>
                  </a:lnTo>
                  <a:close/>
                </a:path>
                <a:path w="4009390" h="3048000">
                  <a:moveTo>
                    <a:pt x="3622011" y="635097"/>
                  </a:moveTo>
                  <a:lnTo>
                    <a:pt x="3615919" y="635097"/>
                  </a:lnTo>
                  <a:lnTo>
                    <a:pt x="3640043" y="660400"/>
                  </a:lnTo>
                  <a:lnTo>
                    <a:pt x="3671414" y="698500"/>
                  </a:lnTo>
                  <a:lnTo>
                    <a:pt x="3682349" y="711200"/>
                  </a:lnTo>
                  <a:lnTo>
                    <a:pt x="3694463" y="711200"/>
                  </a:lnTo>
                  <a:lnTo>
                    <a:pt x="3683287" y="698500"/>
                  </a:lnTo>
                  <a:lnTo>
                    <a:pt x="3675965" y="685800"/>
                  </a:lnTo>
                  <a:lnTo>
                    <a:pt x="3671938" y="685800"/>
                  </a:lnTo>
                  <a:lnTo>
                    <a:pt x="3665254" y="673100"/>
                  </a:lnTo>
                  <a:lnTo>
                    <a:pt x="3662009" y="673100"/>
                  </a:lnTo>
                  <a:lnTo>
                    <a:pt x="3656818" y="660400"/>
                  </a:lnTo>
                  <a:lnTo>
                    <a:pt x="3641954" y="660400"/>
                  </a:lnTo>
                  <a:lnTo>
                    <a:pt x="3632012" y="647700"/>
                  </a:lnTo>
                  <a:lnTo>
                    <a:pt x="3622011" y="635097"/>
                  </a:lnTo>
                  <a:close/>
                </a:path>
                <a:path w="4009390" h="3048000">
                  <a:moveTo>
                    <a:pt x="3654898" y="698500"/>
                  </a:moveTo>
                  <a:lnTo>
                    <a:pt x="3647130" y="698500"/>
                  </a:lnTo>
                  <a:lnTo>
                    <a:pt x="3658180" y="705632"/>
                  </a:lnTo>
                  <a:lnTo>
                    <a:pt x="3654898" y="698500"/>
                  </a:lnTo>
                  <a:close/>
                </a:path>
                <a:path w="4009390" h="3048000">
                  <a:moveTo>
                    <a:pt x="346585" y="693276"/>
                  </a:moveTo>
                  <a:lnTo>
                    <a:pt x="343554" y="695811"/>
                  </a:lnTo>
                  <a:lnTo>
                    <a:pt x="341800" y="698500"/>
                  </a:lnTo>
                  <a:lnTo>
                    <a:pt x="342696" y="698500"/>
                  </a:lnTo>
                  <a:lnTo>
                    <a:pt x="346585" y="693276"/>
                  </a:lnTo>
                  <a:close/>
                </a:path>
                <a:path w="4009390" h="3048000">
                  <a:moveTo>
                    <a:pt x="348865" y="691369"/>
                  </a:moveTo>
                  <a:lnTo>
                    <a:pt x="346585" y="693276"/>
                  </a:lnTo>
                  <a:lnTo>
                    <a:pt x="342696" y="698500"/>
                  </a:lnTo>
                  <a:lnTo>
                    <a:pt x="344776" y="698500"/>
                  </a:lnTo>
                  <a:lnTo>
                    <a:pt x="348865" y="691369"/>
                  </a:lnTo>
                  <a:close/>
                </a:path>
                <a:path w="4009390" h="3048000">
                  <a:moveTo>
                    <a:pt x="3676610" y="683837"/>
                  </a:moveTo>
                  <a:lnTo>
                    <a:pt x="3677552" y="685800"/>
                  </a:lnTo>
                  <a:lnTo>
                    <a:pt x="3684656" y="698500"/>
                  </a:lnTo>
                  <a:lnTo>
                    <a:pt x="3688542" y="698500"/>
                  </a:lnTo>
                  <a:lnTo>
                    <a:pt x="3682780" y="689154"/>
                  </a:lnTo>
                  <a:lnTo>
                    <a:pt x="3678585" y="685800"/>
                  </a:lnTo>
                  <a:lnTo>
                    <a:pt x="3676610" y="683837"/>
                  </a:lnTo>
                  <a:close/>
                </a:path>
                <a:path w="4009390" h="3048000">
                  <a:moveTo>
                    <a:pt x="3682780" y="689154"/>
                  </a:moveTo>
                  <a:lnTo>
                    <a:pt x="3688542" y="698500"/>
                  </a:lnTo>
                  <a:lnTo>
                    <a:pt x="3694470" y="698500"/>
                  </a:lnTo>
                  <a:lnTo>
                    <a:pt x="3682780" y="689154"/>
                  </a:lnTo>
                  <a:close/>
                </a:path>
                <a:path w="4009390" h="3048000">
                  <a:moveTo>
                    <a:pt x="351749" y="686340"/>
                  </a:moveTo>
                  <a:lnTo>
                    <a:pt x="346585" y="693276"/>
                  </a:lnTo>
                  <a:lnTo>
                    <a:pt x="348865" y="691369"/>
                  </a:lnTo>
                  <a:lnTo>
                    <a:pt x="351749" y="686340"/>
                  </a:lnTo>
                  <a:close/>
                </a:path>
                <a:path w="4009390" h="3048000">
                  <a:moveTo>
                    <a:pt x="3672200" y="675973"/>
                  </a:moveTo>
                  <a:lnTo>
                    <a:pt x="3676333" y="683562"/>
                  </a:lnTo>
                  <a:lnTo>
                    <a:pt x="3678585" y="685800"/>
                  </a:lnTo>
                  <a:lnTo>
                    <a:pt x="3682780" y="689154"/>
                  </a:lnTo>
                  <a:lnTo>
                    <a:pt x="3680713" y="685800"/>
                  </a:lnTo>
                  <a:lnTo>
                    <a:pt x="3672200" y="675973"/>
                  </a:lnTo>
                  <a:close/>
                </a:path>
                <a:path w="4009390" h="3048000">
                  <a:moveTo>
                    <a:pt x="396931" y="648520"/>
                  </a:moveTo>
                  <a:lnTo>
                    <a:pt x="390442" y="652796"/>
                  </a:lnTo>
                  <a:lnTo>
                    <a:pt x="381887" y="660400"/>
                  </a:lnTo>
                  <a:lnTo>
                    <a:pt x="364836" y="683837"/>
                  </a:lnTo>
                  <a:lnTo>
                    <a:pt x="363668" y="685800"/>
                  </a:lnTo>
                  <a:lnTo>
                    <a:pt x="365911" y="685800"/>
                  </a:lnTo>
                  <a:lnTo>
                    <a:pt x="374926" y="673100"/>
                  </a:lnTo>
                  <a:lnTo>
                    <a:pt x="383409" y="673100"/>
                  </a:lnTo>
                  <a:lnTo>
                    <a:pt x="396931" y="648520"/>
                  </a:lnTo>
                  <a:close/>
                </a:path>
                <a:path w="4009390" h="3048000">
                  <a:moveTo>
                    <a:pt x="390442" y="652796"/>
                  </a:moveTo>
                  <a:lnTo>
                    <a:pt x="378905" y="660400"/>
                  </a:lnTo>
                  <a:lnTo>
                    <a:pt x="378751" y="660400"/>
                  </a:lnTo>
                  <a:lnTo>
                    <a:pt x="365000" y="683562"/>
                  </a:lnTo>
                  <a:lnTo>
                    <a:pt x="367519" y="680150"/>
                  </a:lnTo>
                  <a:lnTo>
                    <a:pt x="381887" y="660400"/>
                  </a:lnTo>
                  <a:lnTo>
                    <a:pt x="390442" y="652796"/>
                  </a:lnTo>
                  <a:close/>
                </a:path>
                <a:path w="4009390" h="3048000">
                  <a:moveTo>
                    <a:pt x="3669075" y="673100"/>
                  </a:moveTo>
                  <a:lnTo>
                    <a:pt x="3665805" y="673100"/>
                  </a:lnTo>
                  <a:lnTo>
                    <a:pt x="3672900" y="680150"/>
                  </a:lnTo>
                  <a:lnTo>
                    <a:pt x="3669075" y="673100"/>
                  </a:lnTo>
                  <a:close/>
                </a:path>
                <a:path w="4009390" h="3048000">
                  <a:moveTo>
                    <a:pt x="3670636" y="673100"/>
                  </a:moveTo>
                  <a:lnTo>
                    <a:pt x="3669711" y="673100"/>
                  </a:lnTo>
                  <a:lnTo>
                    <a:pt x="3672200" y="675973"/>
                  </a:lnTo>
                  <a:lnTo>
                    <a:pt x="3670636" y="673100"/>
                  </a:lnTo>
                  <a:close/>
                </a:path>
                <a:path w="4009390" h="3048000">
                  <a:moveTo>
                    <a:pt x="393539" y="635097"/>
                  </a:moveTo>
                  <a:lnTo>
                    <a:pt x="380194" y="647700"/>
                  </a:lnTo>
                  <a:lnTo>
                    <a:pt x="368925" y="660400"/>
                  </a:lnTo>
                  <a:lnTo>
                    <a:pt x="368095" y="664921"/>
                  </a:lnTo>
                  <a:lnTo>
                    <a:pt x="386440" y="647700"/>
                  </a:lnTo>
                  <a:lnTo>
                    <a:pt x="393539" y="635097"/>
                  </a:lnTo>
                  <a:close/>
                </a:path>
                <a:path w="4009390" h="3048000">
                  <a:moveTo>
                    <a:pt x="3626648" y="635097"/>
                  </a:moveTo>
                  <a:lnTo>
                    <a:pt x="3622011" y="635097"/>
                  </a:lnTo>
                  <a:lnTo>
                    <a:pt x="3632012" y="647700"/>
                  </a:lnTo>
                  <a:lnTo>
                    <a:pt x="3641954" y="660400"/>
                  </a:lnTo>
                  <a:lnTo>
                    <a:pt x="3646162" y="660400"/>
                  </a:lnTo>
                  <a:lnTo>
                    <a:pt x="3636944" y="647700"/>
                  </a:lnTo>
                  <a:lnTo>
                    <a:pt x="3626648" y="635097"/>
                  </a:lnTo>
                  <a:close/>
                </a:path>
                <a:path w="4009390" h="3048000">
                  <a:moveTo>
                    <a:pt x="3628763" y="635097"/>
                  </a:moveTo>
                  <a:lnTo>
                    <a:pt x="3626648" y="635097"/>
                  </a:lnTo>
                  <a:lnTo>
                    <a:pt x="3636944" y="647700"/>
                  </a:lnTo>
                  <a:lnTo>
                    <a:pt x="3646162" y="660400"/>
                  </a:lnTo>
                  <a:lnTo>
                    <a:pt x="3656818" y="660400"/>
                  </a:lnTo>
                  <a:lnTo>
                    <a:pt x="3644294" y="647700"/>
                  </a:lnTo>
                  <a:lnTo>
                    <a:pt x="3628763" y="635097"/>
                  </a:lnTo>
                  <a:close/>
                </a:path>
                <a:path w="4009390" h="3048000">
                  <a:moveTo>
                    <a:pt x="398175" y="647700"/>
                  </a:moveTo>
                  <a:lnTo>
                    <a:pt x="397382" y="647700"/>
                  </a:lnTo>
                  <a:lnTo>
                    <a:pt x="396931" y="648520"/>
                  </a:lnTo>
                  <a:lnTo>
                    <a:pt x="398175" y="647700"/>
                  </a:lnTo>
                  <a:close/>
                </a:path>
                <a:path w="4009390" h="3048000">
                  <a:moveTo>
                    <a:pt x="435279" y="606902"/>
                  </a:moveTo>
                  <a:lnTo>
                    <a:pt x="432042" y="609600"/>
                  </a:lnTo>
                  <a:lnTo>
                    <a:pt x="415781" y="622300"/>
                  </a:lnTo>
                  <a:lnTo>
                    <a:pt x="398175" y="647700"/>
                  </a:lnTo>
                  <a:lnTo>
                    <a:pt x="404942" y="647700"/>
                  </a:lnTo>
                  <a:lnTo>
                    <a:pt x="412110" y="635097"/>
                  </a:lnTo>
                  <a:lnTo>
                    <a:pt x="412404" y="634766"/>
                  </a:lnTo>
                  <a:lnTo>
                    <a:pt x="425130" y="622300"/>
                  </a:lnTo>
                  <a:lnTo>
                    <a:pt x="435279" y="606902"/>
                  </a:lnTo>
                  <a:close/>
                </a:path>
                <a:path w="4009390" h="3048000">
                  <a:moveTo>
                    <a:pt x="410677" y="622300"/>
                  </a:moveTo>
                  <a:lnTo>
                    <a:pt x="404818" y="622300"/>
                  </a:lnTo>
                  <a:lnTo>
                    <a:pt x="400132" y="634766"/>
                  </a:lnTo>
                  <a:lnTo>
                    <a:pt x="400077" y="635097"/>
                  </a:lnTo>
                  <a:lnTo>
                    <a:pt x="403371" y="635097"/>
                  </a:lnTo>
                  <a:lnTo>
                    <a:pt x="410677" y="622300"/>
                  </a:lnTo>
                  <a:close/>
                </a:path>
                <a:path w="4009390" h="3048000">
                  <a:moveTo>
                    <a:pt x="3591144" y="594009"/>
                  </a:moveTo>
                  <a:lnTo>
                    <a:pt x="3593894" y="596900"/>
                  </a:lnTo>
                  <a:lnTo>
                    <a:pt x="3589012" y="596900"/>
                  </a:lnTo>
                  <a:lnTo>
                    <a:pt x="3592780" y="609600"/>
                  </a:lnTo>
                  <a:lnTo>
                    <a:pt x="3603170" y="609600"/>
                  </a:lnTo>
                  <a:lnTo>
                    <a:pt x="3608044" y="620061"/>
                  </a:lnTo>
                  <a:lnTo>
                    <a:pt x="3610269" y="622300"/>
                  </a:lnTo>
                  <a:lnTo>
                    <a:pt x="3610001" y="622300"/>
                  </a:lnTo>
                  <a:lnTo>
                    <a:pt x="3617373" y="635097"/>
                  </a:lnTo>
                  <a:lnTo>
                    <a:pt x="3628091" y="635097"/>
                  </a:lnTo>
                  <a:lnTo>
                    <a:pt x="3612516" y="622300"/>
                  </a:lnTo>
                  <a:lnTo>
                    <a:pt x="3609367" y="611251"/>
                  </a:lnTo>
                  <a:lnTo>
                    <a:pt x="3609324" y="611101"/>
                  </a:lnTo>
                  <a:lnTo>
                    <a:pt x="3607466" y="609600"/>
                  </a:lnTo>
                  <a:lnTo>
                    <a:pt x="3594410" y="596900"/>
                  </a:lnTo>
                  <a:lnTo>
                    <a:pt x="3591144" y="594009"/>
                  </a:lnTo>
                  <a:close/>
                </a:path>
                <a:path w="4009390" h="3048000">
                  <a:moveTo>
                    <a:pt x="3597644" y="609600"/>
                  </a:moveTo>
                  <a:lnTo>
                    <a:pt x="3593811" y="609600"/>
                  </a:lnTo>
                  <a:lnTo>
                    <a:pt x="3606282" y="622300"/>
                  </a:lnTo>
                  <a:lnTo>
                    <a:pt x="3609087" y="622300"/>
                  </a:lnTo>
                  <a:lnTo>
                    <a:pt x="3608044" y="620061"/>
                  </a:lnTo>
                  <a:lnTo>
                    <a:pt x="3597644" y="609600"/>
                  </a:lnTo>
                  <a:close/>
                </a:path>
                <a:path w="4009390" h="3048000">
                  <a:moveTo>
                    <a:pt x="3608044" y="620061"/>
                  </a:moveTo>
                  <a:lnTo>
                    <a:pt x="3609087" y="622300"/>
                  </a:lnTo>
                  <a:lnTo>
                    <a:pt x="3610269" y="622300"/>
                  </a:lnTo>
                  <a:lnTo>
                    <a:pt x="3608044" y="620061"/>
                  </a:lnTo>
                  <a:close/>
                </a:path>
                <a:path w="4009390" h="3048000">
                  <a:moveTo>
                    <a:pt x="3609510" y="611251"/>
                  </a:moveTo>
                  <a:lnTo>
                    <a:pt x="3613618" y="622300"/>
                  </a:lnTo>
                  <a:lnTo>
                    <a:pt x="3623186" y="622300"/>
                  </a:lnTo>
                  <a:lnTo>
                    <a:pt x="3609510" y="611251"/>
                  </a:lnTo>
                  <a:close/>
                </a:path>
                <a:path w="4009390" h="3048000">
                  <a:moveTo>
                    <a:pt x="3608896" y="609600"/>
                  </a:moveTo>
                  <a:lnTo>
                    <a:pt x="3609324" y="611101"/>
                  </a:lnTo>
                  <a:lnTo>
                    <a:pt x="3609510" y="611251"/>
                  </a:lnTo>
                  <a:lnTo>
                    <a:pt x="3608896" y="609600"/>
                  </a:lnTo>
                  <a:close/>
                </a:path>
                <a:path w="4009390" h="3048000">
                  <a:moveTo>
                    <a:pt x="447280" y="596900"/>
                  </a:moveTo>
                  <a:lnTo>
                    <a:pt x="441871" y="596900"/>
                  </a:lnTo>
                  <a:lnTo>
                    <a:pt x="435279" y="606902"/>
                  </a:lnTo>
                  <a:lnTo>
                    <a:pt x="447280" y="596900"/>
                  </a:lnTo>
                  <a:close/>
                </a:path>
                <a:path w="4009390" h="3048000">
                  <a:moveTo>
                    <a:pt x="438853" y="571500"/>
                  </a:moveTo>
                  <a:lnTo>
                    <a:pt x="428866" y="571500"/>
                  </a:lnTo>
                  <a:lnTo>
                    <a:pt x="408998" y="596900"/>
                  </a:lnTo>
                  <a:lnTo>
                    <a:pt x="409891" y="596900"/>
                  </a:lnTo>
                  <a:lnTo>
                    <a:pt x="422768" y="584200"/>
                  </a:lnTo>
                  <a:lnTo>
                    <a:pt x="438853" y="571500"/>
                  </a:lnTo>
                  <a:close/>
                </a:path>
                <a:path w="4009390" h="3048000">
                  <a:moveTo>
                    <a:pt x="459275" y="584200"/>
                  </a:moveTo>
                  <a:lnTo>
                    <a:pt x="456441" y="584200"/>
                  </a:lnTo>
                  <a:lnTo>
                    <a:pt x="450553" y="596900"/>
                  </a:lnTo>
                  <a:lnTo>
                    <a:pt x="454471" y="596900"/>
                  </a:lnTo>
                  <a:lnTo>
                    <a:pt x="459275" y="584200"/>
                  </a:lnTo>
                  <a:close/>
                </a:path>
                <a:path w="4009390" h="3048000">
                  <a:moveTo>
                    <a:pt x="470368" y="571500"/>
                  </a:moveTo>
                  <a:lnTo>
                    <a:pt x="469582" y="571500"/>
                  </a:lnTo>
                  <a:lnTo>
                    <a:pt x="462258" y="584200"/>
                  </a:lnTo>
                  <a:lnTo>
                    <a:pt x="459275" y="584200"/>
                  </a:lnTo>
                  <a:lnTo>
                    <a:pt x="454471" y="596900"/>
                  </a:lnTo>
                  <a:lnTo>
                    <a:pt x="455000" y="596900"/>
                  </a:lnTo>
                  <a:lnTo>
                    <a:pt x="462969" y="587401"/>
                  </a:lnTo>
                  <a:lnTo>
                    <a:pt x="470368" y="571500"/>
                  </a:lnTo>
                  <a:close/>
                </a:path>
                <a:path w="4009390" h="3048000">
                  <a:moveTo>
                    <a:pt x="462969" y="587401"/>
                  </a:moveTo>
                  <a:lnTo>
                    <a:pt x="455000" y="596900"/>
                  </a:lnTo>
                  <a:lnTo>
                    <a:pt x="458549" y="596900"/>
                  </a:lnTo>
                  <a:lnTo>
                    <a:pt x="462969" y="587401"/>
                  </a:lnTo>
                  <a:close/>
                </a:path>
                <a:path w="4009390" h="3048000">
                  <a:moveTo>
                    <a:pt x="3568120" y="584200"/>
                  </a:moveTo>
                  <a:lnTo>
                    <a:pt x="3564538" y="584200"/>
                  </a:lnTo>
                  <a:lnTo>
                    <a:pt x="3578489" y="596900"/>
                  </a:lnTo>
                  <a:lnTo>
                    <a:pt x="3579543" y="596900"/>
                  </a:lnTo>
                  <a:lnTo>
                    <a:pt x="3568120" y="584200"/>
                  </a:lnTo>
                  <a:close/>
                </a:path>
                <a:path w="4009390" h="3048000">
                  <a:moveTo>
                    <a:pt x="3540912" y="546100"/>
                  </a:moveTo>
                  <a:lnTo>
                    <a:pt x="3549149" y="566699"/>
                  </a:lnTo>
                  <a:lnTo>
                    <a:pt x="3551144" y="571500"/>
                  </a:lnTo>
                  <a:lnTo>
                    <a:pt x="3558608" y="571500"/>
                  </a:lnTo>
                  <a:lnTo>
                    <a:pt x="3568120" y="584200"/>
                  </a:lnTo>
                  <a:lnTo>
                    <a:pt x="3579543" y="596900"/>
                  </a:lnTo>
                  <a:lnTo>
                    <a:pt x="3574475" y="584200"/>
                  </a:lnTo>
                  <a:lnTo>
                    <a:pt x="3575664" y="584200"/>
                  </a:lnTo>
                  <a:lnTo>
                    <a:pt x="3564932" y="571500"/>
                  </a:lnTo>
                  <a:lnTo>
                    <a:pt x="3563799" y="567420"/>
                  </a:lnTo>
                  <a:lnTo>
                    <a:pt x="3540912" y="546100"/>
                  </a:lnTo>
                  <a:close/>
                </a:path>
                <a:path w="4009390" h="3048000">
                  <a:moveTo>
                    <a:pt x="3563799" y="567420"/>
                  </a:moveTo>
                  <a:lnTo>
                    <a:pt x="3564932" y="571500"/>
                  </a:lnTo>
                  <a:lnTo>
                    <a:pt x="3575664" y="584200"/>
                  </a:lnTo>
                  <a:lnTo>
                    <a:pt x="3574475" y="584200"/>
                  </a:lnTo>
                  <a:lnTo>
                    <a:pt x="3579543" y="596900"/>
                  </a:lnTo>
                  <a:lnTo>
                    <a:pt x="3589333" y="596900"/>
                  </a:lnTo>
                  <a:lnTo>
                    <a:pt x="3580780" y="584837"/>
                  </a:lnTo>
                  <a:lnTo>
                    <a:pt x="3580060" y="584200"/>
                  </a:lnTo>
                  <a:lnTo>
                    <a:pt x="3575581" y="578396"/>
                  </a:lnTo>
                  <a:lnTo>
                    <a:pt x="3563799" y="567420"/>
                  </a:lnTo>
                  <a:close/>
                </a:path>
                <a:path w="4009390" h="3048000">
                  <a:moveTo>
                    <a:pt x="3580780" y="584837"/>
                  </a:moveTo>
                  <a:lnTo>
                    <a:pt x="3589333" y="596900"/>
                  </a:lnTo>
                  <a:lnTo>
                    <a:pt x="3593894" y="596900"/>
                  </a:lnTo>
                  <a:lnTo>
                    <a:pt x="3591144" y="594009"/>
                  </a:lnTo>
                  <a:lnTo>
                    <a:pt x="3580780" y="584837"/>
                  </a:lnTo>
                  <a:close/>
                </a:path>
                <a:path w="4009390" h="3048000">
                  <a:moveTo>
                    <a:pt x="3575581" y="578396"/>
                  </a:moveTo>
                  <a:lnTo>
                    <a:pt x="3580060" y="584200"/>
                  </a:lnTo>
                  <a:lnTo>
                    <a:pt x="3580328" y="584200"/>
                  </a:lnTo>
                  <a:lnTo>
                    <a:pt x="3580780" y="584837"/>
                  </a:lnTo>
                  <a:lnTo>
                    <a:pt x="3591144" y="594009"/>
                  </a:lnTo>
                  <a:lnTo>
                    <a:pt x="3581811" y="584200"/>
                  </a:lnTo>
                  <a:lnTo>
                    <a:pt x="3575581" y="578396"/>
                  </a:lnTo>
                  <a:close/>
                </a:path>
                <a:path w="4009390" h="3048000">
                  <a:moveTo>
                    <a:pt x="465655" y="584200"/>
                  </a:moveTo>
                  <a:lnTo>
                    <a:pt x="464459" y="584200"/>
                  </a:lnTo>
                  <a:lnTo>
                    <a:pt x="462969" y="587401"/>
                  </a:lnTo>
                  <a:lnTo>
                    <a:pt x="465655" y="584200"/>
                  </a:lnTo>
                  <a:close/>
                </a:path>
                <a:path w="4009390" h="3048000">
                  <a:moveTo>
                    <a:pt x="3561937" y="560717"/>
                  </a:moveTo>
                  <a:lnTo>
                    <a:pt x="3563799" y="567420"/>
                  </a:lnTo>
                  <a:lnTo>
                    <a:pt x="3575581" y="578396"/>
                  </a:lnTo>
                  <a:lnTo>
                    <a:pt x="3561937" y="560717"/>
                  </a:lnTo>
                  <a:close/>
                </a:path>
                <a:path w="4009390" h="3048000">
                  <a:moveTo>
                    <a:pt x="444816" y="560717"/>
                  </a:moveTo>
                  <a:lnTo>
                    <a:pt x="440816" y="566699"/>
                  </a:lnTo>
                  <a:lnTo>
                    <a:pt x="437671" y="571500"/>
                  </a:lnTo>
                  <a:lnTo>
                    <a:pt x="439666" y="571500"/>
                  </a:lnTo>
                  <a:lnTo>
                    <a:pt x="444816" y="560717"/>
                  </a:lnTo>
                  <a:close/>
                </a:path>
                <a:path w="4009390" h="3048000">
                  <a:moveTo>
                    <a:pt x="479250" y="570410"/>
                  </a:moveTo>
                  <a:lnTo>
                    <a:pt x="478373" y="571500"/>
                  </a:lnTo>
                  <a:lnTo>
                    <a:pt x="478753" y="571500"/>
                  </a:lnTo>
                  <a:lnTo>
                    <a:pt x="479250" y="570410"/>
                  </a:lnTo>
                  <a:close/>
                </a:path>
                <a:path w="4009390" h="3048000">
                  <a:moveTo>
                    <a:pt x="3506586" y="548298"/>
                  </a:moveTo>
                  <a:lnTo>
                    <a:pt x="3510596" y="558801"/>
                  </a:lnTo>
                  <a:lnTo>
                    <a:pt x="3512247" y="558801"/>
                  </a:lnTo>
                  <a:lnTo>
                    <a:pt x="3523197" y="571500"/>
                  </a:lnTo>
                  <a:lnTo>
                    <a:pt x="3523960" y="571500"/>
                  </a:lnTo>
                  <a:lnTo>
                    <a:pt x="3523654" y="570974"/>
                  </a:lnTo>
                  <a:lnTo>
                    <a:pt x="3523285" y="570410"/>
                  </a:lnTo>
                  <a:lnTo>
                    <a:pt x="3520787" y="567420"/>
                  </a:lnTo>
                  <a:lnTo>
                    <a:pt x="3513836" y="558801"/>
                  </a:lnTo>
                  <a:lnTo>
                    <a:pt x="3506586" y="548298"/>
                  </a:lnTo>
                  <a:close/>
                </a:path>
                <a:path w="4009390" h="3048000">
                  <a:moveTo>
                    <a:pt x="488590" y="558801"/>
                  </a:moveTo>
                  <a:lnTo>
                    <a:pt x="484546" y="558801"/>
                  </a:lnTo>
                  <a:lnTo>
                    <a:pt x="479250" y="570410"/>
                  </a:lnTo>
                  <a:lnTo>
                    <a:pt x="488590" y="558801"/>
                  </a:lnTo>
                  <a:close/>
                </a:path>
                <a:path w="4009390" h="3048000">
                  <a:moveTo>
                    <a:pt x="3516558" y="558801"/>
                  </a:moveTo>
                  <a:lnTo>
                    <a:pt x="3516083" y="558801"/>
                  </a:lnTo>
                  <a:lnTo>
                    <a:pt x="3523285" y="570410"/>
                  </a:lnTo>
                  <a:lnTo>
                    <a:pt x="3521582" y="567420"/>
                  </a:lnTo>
                  <a:lnTo>
                    <a:pt x="3516558" y="558801"/>
                  </a:lnTo>
                  <a:close/>
                </a:path>
                <a:path w="4009390" h="3048000">
                  <a:moveTo>
                    <a:pt x="3561405" y="558801"/>
                  </a:moveTo>
                  <a:lnTo>
                    <a:pt x="3560458" y="558801"/>
                  </a:lnTo>
                  <a:lnTo>
                    <a:pt x="3561937" y="560717"/>
                  </a:lnTo>
                  <a:lnTo>
                    <a:pt x="3561405" y="558801"/>
                  </a:lnTo>
                  <a:close/>
                </a:path>
                <a:path w="4009390" h="3048000">
                  <a:moveTo>
                    <a:pt x="445990" y="558801"/>
                  </a:moveTo>
                  <a:lnTo>
                    <a:pt x="445731" y="558801"/>
                  </a:lnTo>
                  <a:lnTo>
                    <a:pt x="445034" y="560261"/>
                  </a:lnTo>
                  <a:lnTo>
                    <a:pt x="445990" y="558801"/>
                  </a:lnTo>
                  <a:close/>
                </a:path>
                <a:path w="4009390" h="3048000">
                  <a:moveTo>
                    <a:pt x="3491101" y="533400"/>
                  </a:moveTo>
                  <a:lnTo>
                    <a:pt x="3494696" y="546100"/>
                  </a:lnTo>
                  <a:lnTo>
                    <a:pt x="3498827" y="546100"/>
                  </a:lnTo>
                  <a:lnTo>
                    <a:pt x="3504604" y="558801"/>
                  </a:lnTo>
                  <a:lnTo>
                    <a:pt x="3506775" y="558801"/>
                  </a:lnTo>
                  <a:lnTo>
                    <a:pt x="3500974" y="546100"/>
                  </a:lnTo>
                  <a:lnTo>
                    <a:pt x="3491101" y="533400"/>
                  </a:lnTo>
                  <a:close/>
                </a:path>
                <a:path w="4009390" h="3048000">
                  <a:moveTo>
                    <a:pt x="3531464" y="546807"/>
                  </a:moveTo>
                  <a:lnTo>
                    <a:pt x="3540668" y="558801"/>
                  </a:lnTo>
                  <a:lnTo>
                    <a:pt x="3545198" y="558801"/>
                  </a:lnTo>
                  <a:lnTo>
                    <a:pt x="3531464" y="546807"/>
                  </a:lnTo>
                  <a:close/>
                </a:path>
                <a:path w="4009390" h="3048000">
                  <a:moveTo>
                    <a:pt x="3505747" y="546100"/>
                  </a:moveTo>
                  <a:lnTo>
                    <a:pt x="3505069" y="546100"/>
                  </a:lnTo>
                  <a:lnTo>
                    <a:pt x="3506586" y="548298"/>
                  </a:lnTo>
                  <a:lnTo>
                    <a:pt x="3505747" y="546100"/>
                  </a:lnTo>
                  <a:close/>
                </a:path>
                <a:path w="4009390" h="3048000">
                  <a:moveTo>
                    <a:pt x="3529402" y="545006"/>
                  </a:moveTo>
                  <a:lnTo>
                    <a:pt x="3531464" y="546807"/>
                  </a:lnTo>
                  <a:lnTo>
                    <a:pt x="3530921" y="546100"/>
                  </a:lnTo>
                  <a:lnTo>
                    <a:pt x="3529402" y="545006"/>
                  </a:lnTo>
                  <a:close/>
                </a:path>
                <a:path w="4009390" h="3048000">
                  <a:moveTo>
                    <a:pt x="500198" y="518429"/>
                  </a:moveTo>
                  <a:lnTo>
                    <a:pt x="497950" y="520700"/>
                  </a:lnTo>
                  <a:lnTo>
                    <a:pt x="490493" y="525804"/>
                  </a:lnTo>
                  <a:lnTo>
                    <a:pt x="475565" y="546100"/>
                  </a:lnTo>
                  <a:lnTo>
                    <a:pt x="504283" y="546100"/>
                  </a:lnTo>
                  <a:lnTo>
                    <a:pt x="514305" y="533400"/>
                  </a:lnTo>
                  <a:lnTo>
                    <a:pt x="529720" y="520700"/>
                  </a:lnTo>
                  <a:lnTo>
                    <a:pt x="499175" y="520700"/>
                  </a:lnTo>
                  <a:lnTo>
                    <a:pt x="500198" y="518429"/>
                  </a:lnTo>
                  <a:close/>
                </a:path>
                <a:path w="4009390" h="3048000">
                  <a:moveTo>
                    <a:pt x="3504244" y="508000"/>
                  </a:moveTo>
                  <a:lnTo>
                    <a:pt x="3502484" y="508000"/>
                  </a:lnTo>
                  <a:lnTo>
                    <a:pt x="3508721" y="520700"/>
                  </a:lnTo>
                  <a:lnTo>
                    <a:pt x="3504721" y="520700"/>
                  </a:lnTo>
                  <a:lnTo>
                    <a:pt x="3513276" y="533400"/>
                  </a:lnTo>
                  <a:lnTo>
                    <a:pt x="3529402" y="545006"/>
                  </a:lnTo>
                  <a:lnTo>
                    <a:pt x="3516111" y="533400"/>
                  </a:lnTo>
                  <a:lnTo>
                    <a:pt x="3516232" y="529692"/>
                  </a:lnTo>
                  <a:lnTo>
                    <a:pt x="3516302" y="527545"/>
                  </a:lnTo>
                  <a:lnTo>
                    <a:pt x="3510065" y="520700"/>
                  </a:lnTo>
                  <a:lnTo>
                    <a:pt x="3504244" y="508000"/>
                  </a:lnTo>
                  <a:close/>
                </a:path>
                <a:path w="4009390" h="3048000">
                  <a:moveTo>
                    <a:pt x="480386" y="532722"/>
                  </a:moveTo>
                  <a:lnTo>
                    <a:pt x="479451" y="533400"/>
                  </a:lnTo>
                  <a:lnTo>
                    <a:pt x="478978" y="534305"/>
                  </a:lnTo>
                  <a:lnTo>
                    <a:pt x="480403" y="533400"/>
                  </a:lnTo>
                  <a:lnTo>
                    <a:pt x="480031" y="533400"/>
                  </a:lnTo>
                  <a:lnTo>
                    <a:pt x="480386" y="532722"/>
                  </a:lnTo>
                  <a:close/>
                </a:path>
                <a:path w="4009390" h="3048000">
                  <a:moveTo>
                    <a:pt x="3516730" y="520700"/>
                  </a:moveTo>
                  <a:lnTo>
                    <a:pt x="3516525" y="520700"/>
                  </a:lnTo>
                  <a:lnTo>
                    <a:pt x="3516359" y="525804"/>
                  </a:lnTo>
                  <a:lnTo>
                    <a:pt x="3516302" y="527545"/>
                  </a:lnTo>
                  <a:lnTo>
                    <a:pt x="3521636" y="533400"/>
                  </a:lnTo>
                  <a:lnTo>
                    <a:pt x="3525410" y="533400"/>
                  </a:lnTo>
                  <a:lnTo>
                    <a:pt x="3516730" y="520700"/>
                  </a:lnTo>
                  <a:close/>
                </a:path>
                <a:path w="4009390" h="3048000">
                  <a:moveTo>
                    <a:pt x="494247" y="520700"/>
                  </a:moveTo>
                  <a:lnTo>
                    <a:pt x="486689" y="520700"/>
                  </a:lnTo>
                  <a:lnTo>
                    <a:pt x="480386" y="532722"/>
                  </a:lnTo>
                  <a:lnTo>
                    <a:pt x="490493" y="525804"/>
                  </a:lnTo>
                  <a:lnTo>
                    <a:pt x="494247" y="520700"/>
                  </a:lnTo>
                  <a:close/>
                </a:path>
                <a:path w="4009390" h="3048000">
                  <a:moveTo>
                    <a:pt x="3476890" y="528287"/>
                  </a:moveTo>
                  <a:lnTo>
                    <a:pt x="3479081" y="532722"/>
                  </a:lnTo>
                  <a:lnTo>
                    <a:pt x="3478241" y="529692"/>
                  </a:lnTo>
                  <a:lnTo>
                    <a:pt x="3476890" y="528287"/>
                  </a:lnTo>
                  <a:close/>
                </a:path>
                <a:path w="4009390" h="3048000">
                  <a:moveTo>
                    <a:pt x="3477905" y="528631"/>
                  </a:moveTo>
                  <a:lnTo>
                    <a:pt x="3478241" y="529692"/>
                  </a:lnTo>
                  <a:lnTo>
                    <a:pt x="3481154" y="532722"/>
                  </a:lnTo>
                  <a:lnTo>
                    <a:pt x="3478773" y="529692"/>
                  </a:lnTo>
                  <a:lnTo>
                    <a:pt x="3477905" y="528631"/>
                  </a:lnTo>
                  <a:close/>
                </a:path>
                <a:path w="4009390" h="3048000">
                  <a:moveTo>
                    <a:pt x="3475393" y="520700"/>
                  </a:moveTo>
                  <a:lnTo>
                    <a:pt x="3473142" y="520700"/>
                  </a:lnTo>
                  <a:lnTo>
                    <a:pt x="3475663" y="525804"/>
                  </a:lnTo>
                  <a:lnTo>
                    <a:pt x="3475770" y="526020"/>
                  </a:lnTo>
                  <a:lnTo>
                    <a:pt x="3477905" y="528631"/>
                  </a:lnTo>
                  <a:lnTo>
                    <a:pt x="3475393" y="520700"/>
                  </a:lnTo>
                  <a:close/>
                </a:path>
                <a:path w="4009390" h="3048000">
                  <a:moveTo>
                    <a:pt x="3471419" y="520700"/>
                  </a:moveTo>
                  <a:lnTo>
                    <a:pt x="3469597" y="520700"/>
                  </a:lnTo>
                  <a:lnTo>
                    <a:pt x="3476890" y="528287"/>
                  </a:lnTo>
                  <a:lnTo>
                    <a:pt x="3475770" y="526020"/>
                  </a:lnTo>
                  <a:lnTo>
                    <a:pt x="3471419" y="520700"/>
                  </a:lnTo>
                  <a:close/>
                </a:path>
                <a:path w="4009390" h="3048000">
                  <a:moveTo>
                    <a:pt x="500954" y="516750"/>
                  </a:moveTo>
                  <a:lnTo>
                    <a:pt x="494247" y="520700"/>
                  </a:lnTo>
                  <a:lnTo>
                    <a:pt x="497950" y="520700"/>
                  </a:lnTo>
                  <a:lnTo>
                    <a:pt x="500198" y="518429"/>
                  </a:lnTo>
                  <a:lnTo>
                    <a:pt x="500954" y="516750"/>
                  </a:lnTo>
                  <a:close/>
                </a:path>
                <a:path w="4009390" h="3048000">
                  <a:moveTo>
                    <a:pt x="563660" y="482600"/>
                  </a:moveTo>
                  <a:lnTo>
                    <a:pt x="540467" y="482600"/>
                  </a:lnTo>
                  <a:lnTo>
                    <a:pt x="527520" y="491906"/>
                  </a:lnTo>
                  <a:lnTo>
                    <a:pt x="515811" y="508000"/>
                  </a:lnTo>
                  <a:lnTo>
                    <a:pt x="503127" y="515470"/>
                  </a:lnTo>
                  <a:lnTo>
                    <a:pt x="500198" y="518429"/>
                  </a:lnTo>
                  <a:lnTo>
                    <a:pt x="499175" y="520700"/>
                  </a:lnTo>
                  <a:lnTo>
                    <a:pt x="526575" y="520700"/>
                  </a:lnTo>
                  <a:lnTo>
                    <a:pt x="532398" y="514012"/>
                  </a:lnTo>
                  <a:lnTo>
                    <a:pt x="537210" y="508000"/>
                  </a:lnTo>
                  <a:lnTo>
                    <a:pt x="537633" y="508000"/>
                  </a:lnTo>
                  <a:lnTo>
                    <a:pt x="548268" y="500732"/>
                  </a:lnTo>
                  <a:lnTo>
                    <a:pt x="551066" y="495300"/>
                  </a:lnTo>
                  <a:lnTo>
                    <a:pt x="557293" y="495300"/>
                  </a:lnTo>
                  <a:lnTo>
                    <a:pt x="563660" y="482600"/>
                  </a:lnTo>
                  <a:close/>
                </a:path>
                <a:path w="4009390" h="3048000">
                  <a:moveTo>
                    <a:pt x="531231" y="515470"/>
                  </a:moveTo>
                  <a:lnTo>
                    <a:pt x="530014" y="516750"/>
                  </a:lnTo>
                  <a:lnTo>
                    <a:pt x="526575" y="520700"/>
                  </a:lnTo>
                  <a:lnTo>
                    <a:pt x="527046" y="520700"/>
                  </a:lnTo>
                  <a:lnTo>
                    <a:pt x="531231" y="515470"/>
                  </a:lnTo>
                  <a:close/>
                </a:path>
                <a:path w="4009390" h="3048000">
                  <a:moveTo>
                    <a:pt x="548268" y="500732"/>
                  </a:moveTo>
                  <a:lnTo>
                    <a:pt x="537633" y="508000"/>
                  </a:lnTo>
                  <a:lnTo>
                    <a:pt x="532398" y="514012"/>
                  </a:lnTo>
                  <a:lnTo>
                    <a:pt x="527046" y="520700"/>
                  </a:lnTo>
                  <a:lnTo>
                    <a:pt x="533420" y="520700"/>
                  </a:lnTo>
                  <a:lnTo>
                    <a:pt x="544857" y="508000"/>
                  </a:lnTo>
                  <a:lnTo>
                    <a:pt x="544524" y="508000"/>
                  </a:lnTo>
                  <a:lnTo>
                    <a:pt x="548268" y="500732"/>
                  </a:lnTo>
                  <a:close/>
                </a:path>
                <a:path w="4009390" h="3048000">
                  <a:moveTo>
                    <a:pt x="567132" y="495300"/>
                  </a:moveTo>
                  <a:lnTo>
                    <a:pt x="565772" y="495300"/>
                  </a:lnTo>
                  <a:lnTo>
                    <a:pt x="550805" y="508000"/>
                  </a:lnTo>
                  <a:lnTo>
                    <a:pt x="534852" y="520700"/>
                  </a:lnTo>
                  <a:lnTo>
                    <a:pt x="540477" y="520700"/>
                  </a:lnTo>
                  <a:lnTo>
                    <a:pt x="556357" y="508000"/>
                  </a:lnTo>
                  <a:lnTo>
                    <a:pt x="567132" y="495300"/>
                  </a:lnTo>
                  <a:close/>
                </a:path>
                <a:path w="4009390" h="3048000">
                  <a:moveTo>
                    <a:pt x="3461831" y="514569"/>
                  </a:moveTo>
                  <a:lnTo>
                    <a:pt x="3464098" y="520700"/>
                  </a:lnTo>
                  <a:lnTo>
                    <a:pt x="3467158" y="520700"/>
                  </a:lnTo>
                  <a:lnTo>
                    <a:pt x="3461831" y="514569"/>
                  </a:lnTo>
                  <a:close/>
                </a:path>
                <a:path w="4009390" h="3048000">
                  <a:moveTo>
                    <a:pt x="3499120" y="508000"/>
                  </a:moveTo>
                  <a:lnTo>
                    <a:pt x="3487977" y="508000"/>
                  </a:lnTo>
                  <a:lnTo>
                    <a:pt x="3498530" y="520700"/>
                  </a:lnTo>
                  <a:lnTo>
                    <a:pt x="3502765" y="520700"/>
                  </a:lnTo>
                  <a:lnTo>
                    <a:pt x="3499120" y="508000"/>
                  </a:lnTo>
                  <a:close/>
                </a:path>
                <a:path w="4009390" h="3048000">
                  <a:moveTo>
                    <a:pt x="510522" y="508000"/>
                  </a:moveTo>
                  <a:lnTo>
                    <a:pt x="504894" y="508000"/>
                  </a:lnTo>
                  <a:lnTo>
                    <a:pt x="500954" y="516750"/>
                  </a:lnTo>
                  <a:lnTo>
                    <a:pt x="503127" y="515470"/>
                  </a:lnTo>
                  <a:lnTo>
                    <a:pt x="510522" y="508000"/>
                  </a:lnTo>
                  <a:close/>
                </a:path>
                <a:path w="4009390" h="3048000">
                  <a:moveTo>
                    <a:pt x="3459402" y="508000"/>
                  </a:moveTo>
                  <a:lnTo>
                    <a:pt x="3456123" y="508000"/>
                  </a:lnTo>
                  <a:lnTo>
                    <a:pt x="3461831" y="514569"/>
                  </a:lnTo>
                  <a:lnTo>
                    <a:pt x="3459402" y="508000"/>
                  </a:lnTo>
                  <a:close/>
                </a:path>
                <a:path w="4009390" h="3048000">
                  <a:moveTo>
                    <a:pt x="516850" y="501454"/>
                  </a:moveTo>
                  <a:lnTo>
                    <a:pt x="510522" y="508000"/>
                  </a:lnTo>
                  <a:lnTo>
                    <a:pt x="514770" y="508000"/>
                  </a:lnTo>
                  <a:lnTo>
                    <a:pt x="516850" y="501454"/>
                  </a:lnTo>
                  <a:close/>
                </a:path>
                <a:path w="4009390" h="3048000">
                  <a:moveTo>
                    <a:pt x="555097" y="496065"/>
                  </a:moveTo>
                  <a:lnTo>
                    <a:pt x="548268" y="500732"/>
                  </a:lnTo>
                  <a:lnTo>
                    <a:pt x="544524" y="508000"/>
                  </a:lnTo>
                  <a:lnTo>
                    <a:pt x="544857" y="508000"/>
                  </a:lnTo>
                  <a:lnTo>
                    <a:pt x="555097" y="496065"/>
                  </a:lnTo>
                  <a:close/>
                </a:path>
                <a:path w="4009390" h="3048000">
                  <a:moveTo>
                    <a:pt x="3430599" y="482600"/>
                  </a:moveTo>
                  <a:lnTo>
                    <a:pt x="3428764" y="482600"/>
                  </a:lnTo>
                  <a:lnTo>
                    <a:pt x="3432953" y="495300"/>
                  </a:lnTo>
                  <a:lnTo>
                    <a:pt x="3443194" y="495300"/>
                  </a:lnTo>
                  <a:lnTo>
                    <a:pt x="3449113" y="508000"/>
                  </a:lnTo>
                  <a:lnTo>
                    <a:pt x="3456123" y="508000"/>
                  </a:lnTo>
                  <a:lnTo>
                    <a:pt x="3443523" y="495300"/>
                  </a:lnTo>
                  <a:lnTo>
                    <a:pt x="3430599" y="482600"/>
                  </a:lnTo>
                  <a:close/>
                </a:path>
                <a:path w="4009390" h="3048000">
                  <a:moveTo>
                    <a:pt x="3489827" y="507219"/>
                  </a:moveTo>
                  <a:lnTo>
                    <a:pt x="3490282" y="508000"/>
                  </a:lnTo>
                  <a:lnTo>
                    <a:pt x="3490084" y="507367"/>
                  </a:lnTo>
                  <a:lnTo>
                    <a:pt x="3489827" y="507219"/>
                  </a:lnTo>
                  <a:close/>
                </a:path>
                <a:path w="4009390" h="3048000">
                  <a:moveTo>
                    <a:pt x="3474636" y="482600"/>
                  </a:moveTo>
                  <a:lnTo>
                    <a:pt x="3475263" y="490792"/>
                  </a:lnTo>
                  <a:lnTo>
                    <a:pt x="3477269" y="495300"/>
                  </a:lnTo>
                  <a:lnTo>
                    <a:pt x="3486294" y="495300"/>
                  </a:lnTo>
                  <a:lnTo>
                    <a:pt x="3490037" y="507219"/>
                  </a:lnTo>
                  <a:lnTo>
                    <a:pt x="3490084" y="507367"/>
                  </a:lnTo>
                  <a:lnTo>
                    <a:pt x="3491180" y="508000"/>
                  </a:lnTo>
                  <a:lnTo>
                    <a:pt x="3497643" y="508000"/>
                  </a:lnTo>
                  <a:lnTo>
                    <a:pt x="3488397" y="495300"/>
                  </a:lnTo>
                  <a:lnTo>
                    <a:pt x="3474636" y="482600"/>
                  </a:lnTo>
                  <a:close/>
                </a:path>
                <a:path w="4009390" h="3048000">
                  <a:moveTo>
                    <a:pt x="3441804" y="495300"/>
                  </a:moveTo>
                  <a:lnTo>
                    <a:pt x="3440218" y="495300"/>
                  </a:lnTo>
                  <a:lnTo>
                    <a:pt x="3447162" y="507219"/>
                  </a:lnTo>
                  <a:lnTo>
                    <a:pt x="3444621" y="501454"/>
                  </a:lnTo>
                  <a:lnTo>
                    <a:pt x="3441804" y="495300"/>
                  </a:lnTo>
                  <a:close/>
                </a:path>
                <a:path w="4009390" h="3048000">
                  <a:moveTo>
                    <a:pt x="3482871" y="495300"/>
                  </a:moveTo>
                  <a:lnTo>
                    <a:pt x="3469157" y="495300"/>
                  </a:lnTo>
                  <a:lnTo>
                    <a:pt x="3489827" y="507219"/>
                  </a:lnTo>
                  <a:lnTo>
                    <a:pt x="3482871" y="495300"/>
                  </a:lnTo>
                  <a:close/>
                </a:path>
                <a:path w="4009390" h="3048000">
                  <a:moveTo>
                    <a:pt x="534291" y="482600"/>
                  </a:moveTo>
                  <a:lnTo>
                    <a:pt x="532681" y="482600"/>
                  </a:lnTo>
                  <a:lnTo>
                    <a:pt x="518805" y="495300"/>
                  </a:lnTo>
                  <a:lnTo>
                    <a:pt x="516850" y="501454"/>
                  </a:lnTo>
                  <a:lnTo>
                    <a:pt x="522799" y="495300"/>
                  </a:lnTo>
                  <a:lnTo>
                    <a:pt x="527520" y="491906"/>
                  </a:lnTo>
                  <a:lnTo>
                    <a:pt x="534291" y="482600"/>
                  </a:lnTo>
                  <a:close/>
                </a:path>
                <a:path w="4009390" h="3048000">
                  <a:moveTo>
                    <a:pt x="556216" y="495300"/>
                  </a:moveTo>
                  <a:lnTo>
                    <a:pt x="555753" y="495300"/>
                  </a:lnTo>
                  <a:lnTo>
                    <a:pt x="555097" y="496065"/>
                  </a:lnTo>
                  <a:lnTo>
                    <a:pt x="556216" y="495300"/>
                  </a:lnTo>
                  <a:close/>
                </a:path>
                <a:path w="4009390" h="3048000">
                  <a:moveTo>
                    <a:pt x="568728" y="493462"/>
                  </a:moveTo>
                  <a:lnTo>
                    <a:pt x="567132" y="495300"/>
                  </a:lnTo>
                  <a:lnTo>
                    <a:pt x="567893" y="495300"/>
                  </a:lnTo>
                  <a:lnTo>
                    <a:pt x="568728" y="493462"/>
                  </a:lnTo>
                  <a:close/>
                </a:path>
                <a:path w="4009390" h="3048000">
                  <a:moveTo>
                    <a:pt x="3471618" y="482600"/>
                  </a:moveTo>
                  <a:lnTo>
                    <a:pt x="3462822" y="482600"/>
                  </a:lnTo>
                  <a:lnTo>
                    <a:pt x="3472379" y="495300"/>
                  </a:lnTo>
                  <a:lnTo>
                    <a:pt x="3475608" y="495300"/>
                  </a:lnTo>
                  <a:lnTo>
                    <a:pt x="3475468" y="493462"/>
                  </a:lnTo>
                  <a:lnTo>
                    <a:pt x="3475348" y="491906"/>
                  </a:lnTo>
                  <a:lnTo>
                    <a:pt x="3475263" y="490792"/>
                  </a:lnTo>
                  <a:lnTo>
                    <a:pt x="3471618" y="482600"/>
                  </a:lnTo>
                  <a:close/>
                </a:path>
                <a:path w="4009390" h="3048000">
                  <a:moveTo>
                    <a:pt x="3475263" y="490792"/>
                  </a:moveTo>
                  <a:lnTo>
                    <a:pt x="3475608" y="495300"/>
                  </a:lnTo>
                  <a:lnTo>
                    <a:pt x="3477269" y="495300"/>
                  </a:lnTo>
                  <a:lnTo>
                    <a:pt x="3475263" y="490792"/>
                  </a:lnTo>
                  <a:close/>
                </a:path>
                <a:path w="4009390" h="3048000">
                  <a:moveTo>
                    <a:pt x="591807" y="471250"/>
                  </a:moveTo>
                  <a:lnTo>
                    <a:pt x="579087" y="479364"/>
                  </a:lnTo>
                  <a:lnTo>
                    <a:pt x="577355" y="482600"/>
                  </a:lnTo>
                  <a:lnTo>
                    <a:pt x="573664" y="482600"/>
                  </a:lnTo>
                  <a:lnTo>
                    <a:pt x="568728" y="493462"/>
                  </a:lnTo>
                  <a:lnTo>
                    <a:pt x="578167" y="482600"/>
                  </a:lnTo>
                  <a:lnTo>
                    <a:pt x="585305" y="477158"/>
                  </a:lnTo>
                  <a:lnTo>
                    <a:pt x="591807" y="471250"/>
                  </a:lnTo>
                  <a:close/>
                </a:path>
                <a:path w="4009390" h="3048000">
                  <a:moveTo>
                    <a:pt x="544022" y="480397"/>
                  </a:moveTo>
                  <a:lnTo>
                    <a:pt x="542784" y="482600"/>
                  </a:lnTo>
                  <a:lnTo>
                    <a:pt x="543253" y="482600"/>
                  </a:lnTo>
                  <a:lnTo>
                    <a:pt x="544022" y="480397"/>
                  </a:lnTo>
                  <a:close/>
                </a:path>
                <a:path w="4009390" h="3048000">
                  <a:moveTo>
                    <a:pt x="653517" y="419100"/>
                  </a:moveTo>
                  <a:lnTo>
                    <a:pt x="626784" y="419100"/>
                  </a:lnTo>
                  <a:lnTo>
                    <a:pt x="615313" y="431800"/>
                  </a:lnTo>
                  <a:lnTo>
                    <a:pt x="607345" y="435687"/>
                  </a:lnTo>
                  <a:lnTo>
                    <a:pt x="594030" y="444500"/>
                  </a:lnTo>
                  <a:lnTo>
                    <a:pt x="562009" y="469900"/>
                  </a:lnTo>
                  <a:lnTo>
                    <a:pt x="543253" y="482600"/>
                  </a:lnTo>
                  <a:lnTo>
                    <a:pt x="574014" y="482600"/>
                  </a:lnTo>
                  <a:lnTo>
                    <a:pt x="579087" y="479364"/>
                  </a:lnTo>
                  <a:lnTo>
                    <a:pt x="584155" y="469900"/>
                  </a:lnTo>
                  <a:lnTo>
                    <a:pt x="592719" y="469900"/>
                  </a:lnTo>
                  <a:lnTo>
                    <a:pt x="601346" y="457200"/>
                  </a:lnTo>
                  <a:lnTo>
                    <a:pt x="606074" y="457200"/>
                  </a:lnTo>
                  <a:lnTo>
                    <a:pt x="616710" y="444500"/>
                  </a:lnTo>
                  <a:lnTo>
                    <a:pt x="629363" y="444500"/>
                  </a:lnTo>
                  <a:lnTo>
                    <a:pt x="639365" y="431800"/>
                  </a:lnTo>
                  <a:lnTo>
                    <a:pt x="649977" y="431800"/>
                  </a:lnTo>
                  <a:lnTo>
                    <a:pt x="653517" y="419100"/>
                  </a:lnTo>
                  <a:close/>
                </a:path>
                <a:path w="4009390" h="3048000">
                  <a:moveTo>
                    <a:pt x="593638" y="470807"/>
                  </a:moveTo>
                  <a:lnTo>
                    <a:pt x="585305" y="477158"/>
                  </a:lnTo>
                  <a:lnTo>
                    <a:pt x="579317" y="482600"/>
                  </a:lnTo>
                  <a:lnTo>
                    <a:pt x="584941" y="482600"/>
                  </a:lnTo>
                  <a:lnTo>
                    <a:pt x="593638" y="470807"/>
                  </a:lnTo>
                  <a:close/>
                </a:path>
                <a:path w="4009390" h="3048000">
                  <a:moveTo>
                    <a:pt x="3452620" y="469900"/>
                  </a:moveTo>
                  <a:lnTo>
                    <a:pt x="3451744" y="482600"/>
                  </a:lnTo>
                  <a:lnTo>
                    <a:pt x="3464064" y="482600"/>
                  </a:lnTo>
                  <a:lnTo>
                    <a:pt x="3452620" y="469900"/>
                  </a:lnTo>
                  <a:close/>
                </a:path>
                <a:path w="4009390" h="3048000">
                  <a:moveTo>
                    <a:pt x="549925" y="469900"/>
                  </a:moveTo>
                  <a:lnTo>
                    <a:pt x="547686" y="469900"/>
                  </a:lnTo>
                  <a:lnTo>
                    <a:pt x="544022" y="480397"/>
                  </a:lnTo>
                  <a:lnTo>
                    <a:pt x="549925" y="469900"/>
                  </a:lnTo>
                  <a:close/>
                </a:path>
                <a:path w="4009390" h="3048000">
                  <a:moveTo>
                    <a:pt x="601346" y="457200"/>
                  </a:moveTo>
                  <a:lnTo>
                    <a:pt x="592719" y="469900"/>
                  </a:lnTo>
                  <a:lnTo>
                    <a:pt x="584155" y="469900"/>
                  </a:lnTo>
                  <a:lnTo>
                    <a:pt x="579087" y="479364"/>
                  </a:lnTo>
                  <a:lnTo>
                    <a:pt x="591807" y="471250"/>
                  </a:lnTo>
                  <a:lnTo>
                    <a:pt x="593294" y="469900"/>
                  </a:lnTo>
                  <a:lnTo>
                    <a:pt x="601346" y="457200"/>
                  </a:lnTo>
                  <a:close/>
                </a:path>
                <a:path w="4009390" h="3048000">
                  <a:moveTo>
                    <a:pt x="607933" y="457200"/>
                  </a:moveTo>
                  <a:lnTo>
                    <a:pt x="601346" y="457200"/>
                  </a:lnTo>
                  <a:lnTo>
                    <a:pt x="593294" y="469900"/>
                  </a:lnTo>
                  <a:lnTo>
                    <a:pt x="591807" y="471250"/>
                  </a:lnTo>
                  <a:lnTo>
                    <a:pt x="593925" y="469900"/>
                  </a:lnTo>
                  <a:lnTo>
                    <a:pt x="594828" y="469900"/>
                  </a:lnTo>
                  <a:lnTo>
                    <a:pt x="607933" y="457200"/>
                  </a:lnTo>
                  <a:close/>
                </a:path>
                <a:path w="4009390" h="3048000">
                  <a:moveTo>
                    <a:pt x="594828" y="469900"/>
                  </a:moveTo>
                  <a:lnTo>
                    <a:pt x="594307" y="469900"/>
                  </a:lnTo>
                  <a:lnTo>
                    <a:pt x="593638" y="470807"/>
                  </a:lnTo>
                  <a:lnTo>
                    <a:pt x="594828" y="469900"/>
                  </a:lnTo>
                  <a:close/>
                </a:path>
                <a:path w="4009390" h="3048000">
                  <a:moveTo>
                    <a:pt x="613218" y="431800"/>
                  </a:moveTo>
                  <a:lnTo>
                    <a:pt x="604258" y="431800"/>
                  </a:lnTo>
                  <a:lnTo>
                    <a:pt x="589280" y="444500"/>
                  </a:lnTo>
                  <a:lnTo>
                    <a:pt x="607345" y="435687"/>
                  </a:lnTo>
                  <a:lnTo>
                    <a:pt x="613218" y="431800"/>
                  </a:lnTo>
                  <a:close/>
                </a:path>
                <a:path w="4009390" h="3048000">
                  <a:moveTo>
                    <a:pt x="685517" y="400201"/>
                  </a:moveTo>
                  <a:lnTo>
                    <a:pt x="678275" y="406400"/>
                  </a:lnTo>
                  <a:lnTo>
                    <a:pt x="666963" y="416555"/>
                  </a:lnTo>
                  <a:lnTo>
                    <a:pt x="665933" y="419100"/>
                  </a:lnTo>
                  <a:lnTo>
                    <a:pt x="664129" y="419100"/>
                  </a:lnTo>
                  <a:lnTo>
                    <a:pt x="651752" y="431800"/>
                  </a:lnTo>
                  <a:lnTo>
                    <a:pt x="672974" y="419100"/>
                  </a:lnTo>
                  <a:lnTo>
                    <a:pt x="665933" y="419100"/>
                  </a:lnTo>
                  <a:lnTo>
                    <a:pt x="666963" y="416555"/>
                  </a:lnTo>
                  <a:lnTo>
                    <a:pt x="675376" y="416555"/>
                  </a:lnTo>
                  <a:lnTo>
                    <a:pt x="684964" y="406400"/>
                  </a:lnTo>
                  <a:lnTo>
                    <a:pt x="681357" y="406400"/>
                  </a:lnTo>
                  <a:lnTo>
                    <a:pt x="685517" y="400201"/>
                  </a:lnTo>
                  <a:close/>
                </a:path>
                <a:path w="4009390" h="3048000">
                  <a:moveTo>
                    <a:pt x="3380258" y="419100"/>
                  </a:moveTo>
                  <a:lnTo>
                    <a:pt x="3378557" y="419100"/>
                  </a:lnTo>
                  <a:lnTo>
                    <a:pt x="3384636" y="431800"/>
                  </a:lnTo>
                  <a:lnTo>
                    <a:pt x="3387818" y="431800"/>
                  </a:lnTo>
                  <a:lnTo>
                    <a:pt x="3380258" y="419100"/>
                  </a:lnTo>
                  <a:close/>
                </a:path>
                <a:path w="4009390" h="3048000">
                  <a:moveTo>
                    <a:pt x="671075" y="406400"/>
                  </a:moveTo>
                  <a:lnTo>
                    <a:pt x="626608" y="406400"/>
                  </a:lnTo>
                  <a:lnTo>
                    <a:pt x="618632" y="419100"/>
                  </a:lnTo>
                  <a:lnTo>
                    <a:pt x="664129" y="419100"/>
                  </a:lnTo>
                  <a:lnTo>
                    <a:pt x="666963" y="416555"/>
                  </a:lnTo>
                  <a:lnTo>
                    <a:pt x="671075" y="406400"/>
                  </a:lnTo>
                  <a:close/>
                </a:path>
                <a:path w="4009390" h="3048000">
                  <a:moveTo>
                    <a:pt x="638409" y="406182"/>
                  </a:moveTo>
                  <a:lnTo>
                    <a:pt x="638138" y="406400"/>
                  </a:lnTo>
                  <a:lnTo>
                    <a:pt x="638343" y="406400"/>
                  </a:lnTo>
                  <a:lnTo>
                    <a:pt x="638409" y="406182"/>
                  </a:lnTo>
                  <a:close/>
                </a:path>
                <a:path w="4009390" h="3048000">
                  <a:moveTo>
                    <a:pt x="645214" y="400726"/>
                  </a:moveTo>
                  <a:lnTo>
                    <a:pt x="638409" y="406182"/>
                  </a:lnTo>
                  <a:lnTo>
                    <a:pt x="638343" y="406400"/>
                  </a:lnTo>
                  <a:lnTo>
                    <a:pt x="644335" y="406400"/>
                  </a:lnTo>
                  <a:lnTo>
                    <a:pt x="645214" y="400726"/>
                  </a:lnTo>
                  <a:close/>
                </a:path>
                <a:path w="4009390" h="3048000">
                  <a:moveTo>
                    <a:pt x="662679" y="393700"/>
                  </a:moveTo>
                  <a:lnTo>
                    <a:pt x="653978" y="393700"/>
                  </a:lnTo>
                  <a:lnTo>
                    <a:pt x="645214" y="400726"/>
                  </a:lnTo>
                  <a:lnTo>
                    <a:pt x="644369" y="406182"/>
                  </a:lnTo>
                  <a:lnTo>
                    <a:pt x="644335" y="406400"/>
                  </a:lnTo>
                  <a:lnTo>
                    <a:pt x="649570" y="406400"/>
                  </a:lnTo>
                  <a:lnTo>
                    <a:pt x="662679" y="393700"/>
                  </a:lnTo>
                  <a:close/>
                </a:path>
                <a:path w="4009390" h="3048000">
                  <a:moveTo>
                    <a:pt x="691683" y="381000"/>
                  </a:moveTo>
                  <a:lnTo>
                    <a:pt x="684227" y="381000"/>
                  </a:lnTo>
                  <a:lnTo>
                    <a:pt x="667031" y="393700"/>
                  </a:lnTo>
                  <a:lnTo>
                    <a:pt x="649570" y="406400"/>
                  </a:lnTo>
                  <a:lnTo>
                    <a:pt x="676205" y="406400"/>
                  </a:lnTo>
                  <a:lnTo>
                    <a:pt x="689314" y="393700"/>
                  </a:lnTo>
                  <a:lnTo>
                    <a:pt x="675338" y="393700"/>
                  </a:lnTo>
                  <a:lnTo>
                    <a:pt x="691683" y="381000"/>
                  </a:lnTo>
                  <a:close/>
                </a:path>
                <a:path w="4009390" h="3048000">
                  <a:moveTo>
                    <a:pt x="690677" y="395785"/>
                  </a:moveTo>
                  <a:lnTo>
                    <a:pt x="685517" y="400201"/>
                  </a:lnTo>
                  <a:lnTo>
                    <a:pt x="681357" y="406400"/>
                  </a:lnTo>
                  <a:lnTo>
                    <a:pt x="682514" y="406400"/>
                  </a:lnTo>
                  <a:lnTo>
                    <a:pt x="690677" y="395785"/>
                  </a:lnTo>
                  <a:close/>
                </a:path>
                <a:path w="4009390" h="3048000">
                  <a:moveTo>
                    <a:pt x="695327" y="393700"/>
                  </a:moveTo>
                  <a:lnTo>
                    <a:pt x="693113" y="393700"/>
                  </a:lnTo>
                  <a:lnTo>
                    <a:pt x="690677" y="395785"/>
                  </a:lnTo>
                  <a:lnTo>
                    <a:pt x="682514" y="406400"/>
                  </a:lnTo>
                  <a:lnTo>
                    <a:pt x="691891" y="406400"/>
                  </a:lnTo>
                  <a:lnTo>
                    <a:pt x="695327" y="393700"/>
                  </a:lnTo>
                  <a:close/>
                </a:path>
                <a:path w="4009390" h="3048000">
                  <a:moveTo>
                    <a:pt x="708402" y="393700"/>
                  </a:moveTo>
                  <a:lnTo>
                    <a:pt x="698192" y="393700"/>
                  </a:lnTo>
                  <a:lnTo>
                    <a:pt x="691999" y="406182"/>
                  </a:lnTo>
                  <a:lnTo>
                    <a:pt x="691891" y="406400"/>
                  </a:lnTo>
                  <a:lnTo>
                    <a:pt x="694510" y="406400"/>
                  </a:lnTo>
                  <a:lnTo>
                    <a:pt x="708402" y="393700"/>
                  </a:lnTo>
                  <a:close/>
                </a:path>
                <a:path w="4009390" h="3048000">
                  <a:moveTo>
                    <a:pt x="3344190" y="393700"/>
                  </a:moveTo>
                  <a:lnTo>
                    <a:pt x="3335992" y="393700"/>
                  </a:lnTo>
                  <a:lnTo>
                    <a:pt x="3350108" y="406400"/>
                  </a:lnTo>
                  <a:lnTo>
                    <a:pt x="3353002" y="406400"/>
                  </a:lnTo>
                  <a:lnTo>
                    <a:pt x="3344190" y="393700"/>
                  </a:lnTo>
                  <a:close/>
                </a:path>
                <a:path w="4009390" h="3048000">
                  <a:moveTo>
                    <a:pt x="646303" y="393700"/>
                  </a:moveTo>
                  <a:lnTo>
                    <a:pt x="642232" y="393700"/>
                  </a:lnTo>
                  <a:lnTo>
                    <a:pt x="638409" y="406182"/>
                  </a:lnTo>
                  <a:lnTo>
                    <a:pt x="645214" y="400726"/>
                  </a:lnTo>
                  <a:lnTo>
                    <a:pt x="646303" y="393700"/>
                  </a:lnTo>
                  <a:close/>
                </a:path>
                <a:path w="4009390" h="3048000">
                  <a:moveTo>
                    <a:pt x="698192" y="393700"/>
                  </a:moveTo>
                  <a:lnTo>
                    <a:pt x="695327" y="393700"/>
                  </a:lnTo>
                  <a:lnTo>
                    <a:pt x="691949" y="406182"/>
                  </a:lnTo>
                  <a:lnTo>
                    <a:pt x="694706" y="400726"/>
                  </a:lnTo>
                  <a:lnTo>
                    <a:pt x="698192" y="393700"/>
                  </a:lnTo>
                  <a:close/>
                </a:path>
                <a:path w="4009390" h="3048000">
                  <a:moveTo>
                    <a:pt x="692280" y="393700"/>
                  </a:moveTo>
                  <a:lnTo>
                    <a:pt x="689880" y="393700"/>
                  </a:lnTo>
                  <a:lnTo>
                    <a:pt x="685517" y="400201"/>
                  </a:lnTo>
                  <a:lnTo>
                    <a:pt x="690677" y="395785"/>
                  </a:lnTo>
                  <a:lnTo>
                    <a:pt x="692280" y="393700"/>
                  </a:lnTo>
                  <a:close/>
                </a:path>
                <a:path w="4009390" h="3048000">
                  <a:moveTo>
                    <a:pt x="715853" y="368300"/>
                  </a:moveTo>
                  <a:lnTo>
                    <a:pt x="694074" y="368300"/>
                  </a:lnTo>
                  <a:lnTo>
                    <a:pt x="675853" y="381000"/>
                  </a:lnTo>
                  <a:lnTo>
                    <a:pt x="664519" y="393700"/>
                  </a:lnTo>
                  <a:lnTo>
                    <a:pt x="667031" y="393700"/>
                  </a:lnTo>
                  <a:lnTo>
                    <a:pt x="684227" y="381000"/>
                  </a:lnTo>
                  <a:lnTo>
                    <a:pt x="691683" y="381000"/>
                  </a:lnTo>
                  <a:lnTo>
                    <a:pt x="715853" y="368300"/>
                  </a:lnTo>
                  <a:close/>
                </a:path>
                <a:path w="4009390" h="3048000">
                  <a:moveTo>
                    <a:pt x="709171" y="381000"/>
                  </a:moveTo>
                  <a:lnTo>
                    <a:pt x="691683" y="381000"/>
                  </a:lnTo>
                  <a:lnTo>
                    <a:pt x="675338" y="393700"/>
                  </a:lnTo>
                  <a:lnTo>
                    <a:pt x="706987" y="393700"/>
                  </a:lnTo>
                  <a:lnTo>
                    <a:pt x="709171" y="381000"/>
                  </a:lnTo>
                  <a:close/>
                </a:path>
                <a:path w="4009390" h="3048000">
                  <a:moveTo>
                    <a:pt x="3331631" y="391348"/>
                  </a:moveTo>
                  <a:lnTo>
                    <a:pt x="3332645" y="393700"/>
                  </a:lnTo>
                  <a:lnTo>
                    <a:pt x="3335992" y="393700"/>
                  </a:lnTo>
                  <a:lnTo>
                    <a:pt x="3331631" y="391348"/>
                  </a:lnTo>
                  <a:close/>
                </a:path>
                <a:path w="4009390" h="3048000">
                  <a:moveTo>
                    <a:pt x="3306820" y="375985"/>
                  </a:moveTo>
                  <a:lnTo>
                    <a:pt x="3312441" y="381000"/>
                  </a:lnTo>
                  <a:lnTo>
                    <a:pt x="3331631" y="391348"/>
                  </a:lnTo>
                  <a:lnTo>
                    <a:pt x="3327167" y="381000"/>
                  </a:lnTo>
                  <a:lnTo>
                    <a:pt x="3314077" y="381000"/>
                  </a:lnTo>
                  <a:lnTo>
                    <a:pt x="3306820" y="375985"/>
                  </a:lnTo>
                  <a:close/>
                </a:path>
                <a:path w="4009390" h="3048000">
                  <a:moveTo>
                    <a:pt x="730587" y="368300"/>
                  </a:moveTo>
                  <a:lnTo>
                    <a:pt x="715853" y="368300"/>
                  </a:lnTo>
                  <a:lnTo>
                    <a:pt x="700665" y="381000"/>
                  </a:lnTo>
                  <a:lnTo>
                    <a:pt x="720137" y="381000"/>
                  </a:lnTo>
                  <a:lnTo>
                    <a:pt x="730587" y="368300"/>
                  </a:lnTo>
                  <a:close/>
                </a:path>
                <a:path w="4009390" h="3048000">
                  <a:moveTo>
                    <a:pt x="3290642" y="374030"/>
                  </a:moveTo>
                  <a:lnTo>
                    <a:pt x="3296611" y="381000"/>
                  </a:lnTo>
                  <a:lnTo>
                    <a:pt x="3298244" y="381000"/>
                  </a:lnTo>
                  <a:lnTo>
                    <a:pt x="3290642" y="374030"/>
                  </a:lnTo>
                  <a:close/>
                </a:path>
                <a:path w="4009390" h="3048000">
                  <a:moveTo>
                    <a:pt x="3283967" y="355600"/>
                  </a:moveTo>
                  <a:lnTo>
                    <a:pt x="3277320" y="355600"/>
                  </a:lnTo>
                  <a:lnTo>
                    <a:pt x="3306820" y="375985"/>
                  </a:lnTo>
                  <a:lnTo>
                    <a:pt x="3283967" y="355600"/>
                  </a:lnTo>
                  <a:close/>
                </a:path>
                <a:path w="4009390" h="3048000">
                  <a:moveTo>
                    <a:pt x="3281849" y="364568"/>
                  </a:moveTo>
                  <a:lnTo>
                    <a:pt x="3284391" y="368300"/>
                  </a:lnTo>
                  <a:lnTo>
                    <a:pt x="3290642" y="374030"/>
                  </a:lnTo>
                  <a:lnTo>
                    <a:pt x="3285734" y="368300"/>
                  </a:lnTo>
                  <a:lnTo>
                    <a:pt x="3281849" y="364568"/>
                  </a:lnTo>
                  <a:close/>
                </a:path>
                <a:path w="4009390" h="3048000">
                  <a:moveTo>
                    <a:pt x="763755" y="342929"/>
                  </a:moveTo>
                  <a:lnTo>
                    <a:pt x="726612" y="342929"/>
                  </a:lnTo>
                  <a:lnTo>
                    <a:pt x="717258" y="355600"/>
                  </a:lnTo>
                  <a:lnTo>
                    <a:pt x="704122" y="368300"/>
                  </a:lnTo>
                  <a:lnTo>
                    <a:pt x="741419" y="368300"/>
                  </a:lnTo>
                  <a:lnTo>
                    <a:pt x="750110" y="355600"/>
                  </a:lnTo>
                  <a:lnTo>
                    <a:pt x="748755" y="355600"/>
                  </a:lnTo>
                  <a:lnTo>
                    <a:pt x="756199" y="349945"/>
                  </a:lnTo>
                  <a:lnTo>
                    <a:pt x="763755" y="342929"/>
                  </a:lnTo>
                  <a:close/>
                </a:path>
                <a:path w="4009390" h="3048000">
                  <a:moveTo>
                    <a:pt x="3275739" y="355600"/>
                  </a:moveTo>
                  <a:lnTo>
                    <a:pt x="3272511" y="355600"/>
                  </a:lnTo>
                  <a:lnTo>
                    <a:pt x="3281849" y="364568"/>
                  </a:lnTo>
                  <a:lnTo>
                    <a:pt x="3275739" y="355600"/>
                  </a:lnTo>
                  <a:close/>
                </a:path>
                <a:path w="4009390" h="3048000">
                  <a:moveTo>
                    <a:pt x="766016" y="342929"/>
                  </a:moveTo>
                  <a:lnTo>
                    <a:pt x="765436" y="342929"/>
                  </a:lnTo>
                  <a:lnTo>
                    <a:pt x="756199" y="349945"/>
                  </a:lnTo>
                  <a:lnTo>
                    <a:pt x="750110" y="355600"/>
                  </a:lnTo>
                  <a:lnTo>
                    <a:pt x="758515" y="355600"/>
                  </a:lnTo>
                  <a:lnTo>
                    <a:pt x="766016" y="342929"/>
                  </a:lnTo>
                  <a:close/>
                </a:path>
                <a:path w="4009390" h="3048000">
                  <a:moveTo>
                    <a:pt x="3256410" y="342929"/>
                  </a:moveTo>
                  <a:lnTo>
                    <a:pt x="3245385" y="342929"/>
                  </a:lnTo>
                  <a:lnTo>
                    <a:pt x="3255671" y="355600"/>
                  </a:lnTo>
                  <a:lnTo>
                    <a:pt x="3263826" y="355600"/>
                  </a:lnTo>
                  <a:lnTo>
                    <a:pt x="3256410" y="342929"/>
                  </a:lnTo>
                  <a:close/>
                </a:path>
                <a:path w="4009390" h="3048000">
                  <a:moveTo>
                    <a:pt x="3257718" y="343187"/>
                  </a:moveTo>
                  <a:lnTo>
                    <a:pt x="3271451" y="355600"/>
                  </a:lnTo>
                  <a:lnTo>
                    <a:pt x="3276624" y="355600"/>
                  </a:lnTo>
                  <a:lnTo>
                    <a:pt x="3257718" y="343187"/>
                  </a:lnTo>
                  <a:close/>
                </a:path>
                <a:path w="4009390" h="3048000">
                  <a:moveTo>
                    <a:pt x="790433" y="330200"/>
                  </a:moveTo>
                  <a:lnTo>
                    <a:pt x="745559" y="330200"/>
                  </a:lnTo>
                  <a:lnTo>
                    <a:pt x="737126" y="342929"/>
                  </a:lnTo>
                  <a:lnTo>
                    <a:pt x="779284" y="342929"/>
                  </a:lnTo>
                  <a:lnTo>
                    <a:pt x="790433" y="330200"/>
                  </a:lnTo>
                  <a:close/>
                </a:path>
                <a:path w="4009390" h="3048000">
                  <a:moveTo>
                    <a:pt x="3244140" y="330200"/>
                  </a:moveTo>
                  <a:lnTo>
                    <a:pt x="3239971" y="330200"/>
                  </a:lnTo>
                  <a:lnTo>
                    <a:pt x="3251401" y="342929"/>
                  </a:lnTo>
                  <a:lnTo>
                    <a:pt x="3258129" y="342929"/>
                  </a:lnTo>
                  <a:lnTo>
                    <a:pt x="3244140" y="330200"/>
                  </a:lnTo>
                  <a:close/>
                </a:path>
                <a:path w="4009390" h="3048000">
                  <a:moveTo>
                    <a:pt x="810890" y="304800"/>
                  </a:moveTo>
                  <a:lnTo>
                    <a:pt x="788422" y="304800"/>
                  </a:lnTo>
                  <a:lnTo>
                    <a:pt x="779409" y="316059"/>
                  </a:lnTo>
                  <a:lnTo>
                    <a:pt x="778124" y="317608"/>
                  </a:lnTo>
                  <a:lnTo>
                    <a:pt x="762844" y="330200"/>
                  </a:lnTo>
                  <a:lnTo>
                    <a:pt x="784752" y="330200"/>
                  </a:lnTo>
                  <a:lnTo>
                    <a:pt x="785512" y="329720"/>
                  </a:lnTo>
                  <a:lnTo>
                    <a:pt x="791609" y="317608"/>
                  </a:lnTo>
                  <a:lnTo>
                    <a:pt x="801978" y="317608"/>
                  </a:lnTo>
                  <a:lnTo>
                    <a:pt x="809107" y="309025"/>
                  </a:lnTo>
                  <a:lnTo>
                    <a:pt x="810079" y="307127"/>
                  </a:lnTo>
                  <a:lnTo>
                    <a:pt x="810890" y="304800"/>
                  </a:lnTo>
                  <a:close/>
                </a:path>
                <a:path w="4009390" h="3048000">
                  <a:moveTo>
                    <a:pt x="832106" y="304800"/>
                  </a:moveTo>
                  <a:lnTo>
                    <a:pt x="822055" y="304800"/>
                  </a:lnTo>
                  <a:lnTo>
                    <a:pt x="811198" y="312838"/>
                  </a:lnTo>
                  <a:lnTo>
                    <a:pt x="806968" y="316059"/>
                  </a:lnTo>
                  <a:lnTo>
                    <a:pt x="806428" y="317608"/>
                  </a:lnTo>
                  <a:lnTo>
                    <a:pt x="804600" y="317608"/>
                  </a:lnTo>
                  <a:lnTo>
                    <a:pt x="785512" y="329720"/>
                  </a:lnTo>
                  <a:lnTo>
                    <a:pt x="785271" y="330200"/>
                  </a:lnTo>
                  <a:lnTo>
                    <a:pt x="807144" y="330200"/>
                  </a:lnTo>
                  <a:lnTo>
                    <a:pt x="823368" y="317608"/>
                  </a:lnTo>
                  <a:lnTo>
                    <a:pt x="824483" y="316059"/>
                  </a:lnTo>
                  <a:lnTo>
                    <a:pt x="832106" y="304800"/>
                  </a:lnTo>
                  <a:close/>
                </a:path>
                <a:path w="4009390" h="3048000">
                  <a:moveTo>
                    <a:pt x="3208652" y="317608"/>
                  </a:moveTo>
                  <a:lnTo>
                    <a:pt x="3209190" y="318383"/>
                  </a:lnTo>
                  <a:lnTo>
                    <a:pt x="3218276" y="330200"/>
                  </a:lnTo>
                  <a:lnTo>
                    <a:pt x="3223536" y="330200"/>
                  </a:lnTo>
                  <a:lnTo>
                    <a:pt x="3208652" y="317608"/>
                  </a:lnTo>
                  <a:close/>
                </a:path>
                <a:path w="4009390" h="3048000">
                  <a:moveTo>
                    <a:pt x="3217156" y="317608"/>
                  </a:moveTo>
                  <a:lnTo>
                    <a:pt x="3214565" y="317608"/>
                  </a:lnTo>
                  <a:lnTo>
                    <a:pt x="3224053" y="330200"/>
                  </a:lnTo>
                  <a:lnTo>
                    <a:pt x="3224637" y="330200"/>
                  </a:lnTo>
                  <a:lnTo>
                    <a:pt x="3218360" y="318383"/>
                  </a:lnTo>
                  <a:lnTo>
                    <a:pt x="3217156" y="317608"/>
                  </a:lnTo>
                  <a:close/>
                </a:path>
                <a:path w="4009390" h="3048000">
                  <a:moveTo>
                    <a:pt x="3224906" y="322595"/>
                  </a:moveTo>
                  <a:lnTo>
                    <a:pt x="3224654" y="329720"/>
                  </a:lnTo>
                  <a:lnTo>
                    <a:pt x="3224637" y="330200"/>
                  </a:lnTo>
                  <a:lnTo>
                    <a:pt x="3236726" y="330200"/>
                  </a:lnTo>
                  <a:lnTo>
                    <a:pt x="3224906" y="322595"/>
                  </a:lnTo>
                  <a:close/>
                </a:path>
                <a:path w="4009390" h="3048000">
                  <a:moveTo>
                    <a:pt x="804600" y="317608"/>
                  </a:moveTo>
                  <a:lnTo>
                    <a:pt x="791609" y="317608"/>
                  </a:lnTo>
                  <a:lnTo>
                    <a:pt x="785512" y="329720"/>
                  </a:lnTo>
                  <a:lnTo>
                    <a:pt x="804600" y="317608"/>
                  </a:lnTo>
                  <a:close/>
                </a:path>
                <a:path w="4009390" h="3048000">
                  <a:moveTo>
                    <a:pt x="3225082" y="317608"/>
                  </a:moveTo>
                  <a:lnTo>
                    <a:pt x="3217948" y="317608"/>
                  </a:lnTo>
                  <a:lnTo>
                    <a:pt x="3218360" y="318383"/>
                  </a:lnTo>
                  <a:lnTo>
                    <a:pt x="3224906" y="322595"/>
                  </a:lnTo>
                  <a:lnTo>
                    <a:pt x="3225055" y="318383"/>
                  </a:lnTo>
                  <a:lnTo>
                    <a:pt x="3225082" y="317608"/>
                  </a:lnTo>
                  <a:close/>
                </a:path>
                <a:path w="4009390" h="3048000">
                  <a:moveTo>
                    <a:pt x="809125" y="309025"/>
                  </a:moveTo>
                  <a:lnTo>
                    <a:pt x="801978" y="317608"/>
                  </a:lnTo>
                  <a:lnTo>
                    <a:pt x="804810" y="317608"/>
                  </a:lnTo>
                  <a:lnTo>
                    <a:pt x="809125" y="309025"/>
                  </a:lnTo>
                  <a:close/>
                </a:path>
                <a:path w="4009390" h="3048000">
                  <a:moveTo>
                    <a:pt x="809643" y="308380"/>
                  </a:moveTo>
                  <a:lnTo>
                    <a:pt x="809125" y="309025"/>
                  </a:lnTo>
                  <a:lnTo>
                    <a:pt x="804810" y="317608"/>
                  </a:lnTo>
                  <a:lnTo>
                    <a:pt x="806847" y="316059"/>
                  </a:lnTo>
                  <a:lnTo>
                    <a:pt x="808090" y="312838"/>
                  </a:lnTo>
                  <a:lnTo>
                    <a:pt x="809643" y="308380"/>
                  </a:lnTo>
                  <a:close/>
                </a:path>
                <a:path w="4009390" h="3048000">
                  <a:moveTo>
                    <a:pt x="806968" y="316059"/>
                  </a:moveTo>
                  <a:lnTo>
                    <a:pt x="804755" y="317608"/>
                  </a:lnTo>
                  <a:lnTo>
                    <a:pt x="806428" y="317608"/>
                  </a:lnTo>
                  <a:lnTo>
                    <a:pt x="806968" y="316059"/>
                  </a:lnTo>
                  <a:close/>
                </a:path>
                <a:path w="4009390" h="3048000">
                  <a:moveTo>
                    <a:pt x="3187789" y="308205"/>
                  </a:moveTo>
                  <a:lnTo>
                    <a:pt x="3190264" y="317608"/>
                  </a:lnTo>
                  <a:lnTo>
                    <a:pt x="3196950" y="317608"/>
                  </a:lnTo>
                  <a:lnTo>
                    <a:pt x="3193367" y="310722"/>
                  </a:lnTo>
                  <a:lnTo>
                    <a:pt x="3187789" y="308205"/>
                  </a:lnTo>
                  <a:close/>
                </a:path>
                <a:path w="4009390" h="3048000">
                  <a:moveTo>
                    <a:pt x="3205251" y="316059"/>
                  </a:moveTo>
                  <a:lnTo>
                    <a:pt x="3206328" y="317608"/>
                  </a:lnTo>
                  <a:lnTo>
                    <a:pt x="3208809" y="317608"/>
                  </a:lnTo>
                  <a:lnTo>
                    <a:pt x="3205251" y="316059"/>
                  </a:lnTo>
                  <a:close/>
                </a:path>
                <a:path w="4009390" h="3048000">
                  <a:moveTo>
                    <a:pt x="3188682" y="299345"/>
                  </a:moveTo>
                  <a:lnTo>
                    <a:pt x="3191637" y="304024"/>
                  </a:lnTo>
                  <a:lnTo>
                    <a:pt x="3193511" y="304800"/>
                  </a:lnTo>
                  <a:lnTo>
                    <a:pt x="3197428" y="304800"/>
                  </a:lnTo>
                  <a:lnTo>
                    <a:pt x="3203013" y="312838"/>
                  </a:lnTo>
                  <a:lnTo>
                    <a:pt x="3208652" y="317608"/>
                  </a:lnTo>
                  <a:lnTo>
                    <a:pt x="3225302" y="317608"/>
                  </a:lnTo>
                  <a:lnTo>
                    <a:pt x="3199866" y="304800"/>
                  </a:lnTo>
                  <a:lnTo>
                    <a:pt x="3188682" y="299345"/>
                  </a:lnTo>
                  <a:close/>
                </a:path>
                <a:path w="4009390" h="3048000">
                  <a:moveTo>
                    <a:pt x="824303" y="300477"/>
                  </a:moveTo>
                  <a:lnTo>
                    <a:pt x="817174" y="304800"/>
                  </a:lnTo>
                  <a:lnTo>
                    <a:pt x="812616" y="304800"/>
                  </a:lnTo>
                  <a:lnTo>
                    <a:pt x="810683" y="307127"/>
                  </a:lnTo>
                  <a:lnTo>
                    <a:pt x="809703" y="308205"/>
                  </a:lnTo>
                  <a:lnTo>
                    <a:pt x="806968" y="316059"/>
                  </a:lnTo>
                  <a:lnTo>
                    <a:pt x="811198" y="312838"/>
                  </a:lnTo>
                  <a:lnTo>
                    <a:pt x="822055" y="304800"/>
                  </a:lnTo>
                  <a:lnTo>
                    <a:pt x="824303" y="300477"/>
                  </a:lnTo>
                  <a:close/>
                </a:path>
                <a:path w="4009390" h="3048000">
                  <a:moveTo>
                    <a:pt x="3193511" y="304800"/>
                  </a:moveTo>
                  <a:lnTo>
                    <a:pt x="3190285" y="304800"/>
                  </a:lnTo>
                  <a:lnTo>
                    <a:pt x="3193367" y="310722"/>
                  </a:lnTo>
                  <a:lnTo>
                    <a:pt x="3205251" y="316059"/>
                  </a:lnTo>
                  <a:lnTo>
                    <a:pt x="3203013" y="312838"/>
                  </a:lnTo>
                  <a:lnTo>
                    <a:pt x="3193511" y="304800"/>
                  </a:lnTo>
                  <a:close/>
                </a:path>
                <a:path w="4009390" h="3048000">
                  <a:moveTo>
                    <a:pt x="3190285" y="304800"/>
                  </a:moveTo>
                  <a:lnTo>
                    <a:pt x="3186892" y="304800"/>
                  </a:lnTo>
                  <a:lnTo>
                    <a:pt x="3187789" y="308205"/>
                  </a:lnTo>
                  <a:lnTo>
                    <a:pt x="3193367" y="310722"/>
                  </a:lnTo>
                  <a:lnTo>
                    <a:pt x="3190285" y="304800"/>
                  </a:lnTo>
                  <a:close/>
                </a:path>
                <a:path w="4009390" h="3048000">
                  <a:moveTo>
                    <a:pt x="810079" y="307127"/>
                  </a:moveTo>
                  <a:lnTo>
                    <a:pt x="809125" y="309025"/>
                  </a:lnTo>
                  <a:lnTo>
                    <a:pt x="809788" y="308205"/>
                  </a:lnTo>
                  <a:lnTo>
                    <a:pt x="810079" y="307127"/>
                  </a:lnTo>
                  <a:close/>
                </a:path>
                <a:path w="4009390" h="3048000">
                  <a:moveTo>
                    <a:pt x="812616" y="304800"/>
                  </a:moveTo>
                  <a:lnTo>
                    <a:pt x="811249" y="304800"/>
                  </a:lnTo>
                  <a:lnTo>
                    <a:pt x="810079" y="307127"/>
                  </a:lnTo>
                  <a:lnTo>
                    <a:pt x="809703" y="308205"/>
                  </a:lnTo>
                  <a:lnTo>
                    <a:pt x="810683" y="307127"/>
                  </a:lnTo>
                  <a:lnTo>
                    <a:pt x="812616" y="304800"/>
                  </a:lnTo>
                  <a:close/>
                </a:path>
                <a:path w="4009390" h="3048000">
                  <a:moveTo>
                    <a:pt x="3186892" y="304800"/>
                  </a:moveTo>
                  <a:lnTo>
                    <a:pt x="3180179" y="304800"/>
                  </a:lnTo>
                  <a:lnTo>
                    <a:pt x="3187789" y="308205"/>
                  </a:lnTo>
                  <a:lnTo>
                    <a:pt x="3186892" y="304800"/>
                  </a:lnTo>
                  <a:close/>
                </a:path>
                <a:path w="4009390" h="3048000">
                  <a:moveTo>
                    <a:pt x="828661" y="292100"/>
                  </a:moveTo>
                  <a:lnTo>
                    <a:pt x="813661" y="292100"/>
                  </a:lnTo>
                  <a:lnTo>
                    <a:pt x="798504" y="304800"/>
                  </a:lnTo>
                  <a:lnTo>
                    <a:pt x="817174" y="304800"/>
                  </a:lnTo>
                  <a:lnTo>
                    <a:pt x="828661" y="292100"/>
                  </a:lnTo>
                  <a:close/>
                </a:path>
                <a:path w="4009390" h="3048000">
                  <a:moveTo>
                    <a:pt x="828661" y="292100"/>
                  </a:moveTo>
                  <a:lnTo>
                    <a:pt x="817174" y="304800"/>
                  </a:lnTo>
                  <a:lnTo>
                    <a:pt x="824303" y="300477"/>
                  </a:lnTo>
                  <a:lnTo>
                    <a:pt x="828661" y="292100"/>
                  </a:lnTo>
                  <a:close/>
                </a:path>
                <a:path w="4009390" h="3048000">
                  <a:moveTo>
                    <a:pt x="833031" y="296360"/>
                  </a:moveTo>
                  <a:lnTo>
                    <a:pt x="826182" y="304800"/>
                  </a:lnTo>
                  <a:lnTo>
                    <a:pt x="827387" y="304800"/>
                  </a:lnTo>
                  <a:lnTo>
                    <a:pt x="833031" y="296360"/>
                  </a:lnTo>
                  <a:close/>
                </a:path>
                <a:path w="4009390" h="3048000">
                  <a:moveTo>
                    <a:pt x="901967" y="266700"/>
                  </a:moveTo>
                  <a:lnTo>
                    <a:pt x="891336" y="266700"/>
                  </a:lnTo>
                  <a:lnTo>
                    <a:pt x="872064" y="279549"/>
                  </a:lnTo>
                  <a:lnTo>
                    <a:pt x="865874" y="279549"/>
                  </a:lnTo>
                  <a:lnTo>
                    <a:pt x="850640" y="292100"/>
                  </a:lnTo>
                  <a:lnTo>
                    <a:pt x="833138" y="304800"/>
                  </a:lnTo>
                  <a:lnTo>
                    <a:pt x="849599" y="304800"/>
                  </a:lnTo>
                  <a:lnTo>
                    <a:pt x="868977" y="292100"/>
                  </a:lnTo>
                  <a:lnTo>
                    <a:pt x="874790" y="292100"/>
                  </a:lnTo>
                  <a:lnTo>
                    <a:pt x="887617" y="279549"/>
                  </a:lnTo>
                  <a:lnTo>
                    <a:pt x="901967" y="266700"/>
                  </a:lnTo>
                  <a:close/>
                </a:path>
                <a:path w="4009390" h="3048000">
                  <a:moveTo>
                    <a:pt x="3145174" y="283998"/>
                  </a:moveTo>
                  <a:lnTo>
                    <a:pt x="3154019" y="292100"/>
                  </a:lnTo>
                  <a:lnTo>
                    <a:pt x="3169111" y="304800"/>
                  </a:lnTo>
                  <a:lnTo>
                    <a:pt x="3192127" y="304800"/>
                  </a:lnTo>
                  <a:lnTo>
                    <a:pt x="3191637" y="304024"/>
                  </a:lnTo>
                  <a:lnTo>
                    <a:pt x="3162832" y="292100"/>
                  </a:lnTo>
                  <a:lnTo>
                    <a:pt x="3156520" y="292100"/>
                  </a:lnTo>
                  <a:lnTo>
                    <a:pt x="3145174" y="283998"/>
                  </a:lnTo>
                  <a:close/>
                </a:path>
                <a:path w="4009390" h="3048000">
                  <a:moveTo>
                    <a:pt x="835881" y="292100"/>
                  </a:moveTo>
                  <a:lnTo>
                    <a:pt x="828661" y="292100"/>
                  </a:lnTo>
                  <a:lnTo>
                    <a:pt x="824303" y="300477"/>
                  </a:lnTo>
                  <a:lnTo>
                    <a:pt x="834352" y="294385"/>
                  </a:lnTo>
                  <a:lnTo>
                    <a:pt x="835881" y="292100"/>
                  </a:lnTo>
                  <a:close/>
                </a:path>
                <a:path w="4009390" h="3048000">
                  <a:moveTo>
                    <a:pt x="3184107" y="292100"/>
                  </a:moveTo>
                  <a:lnTo>
                    <a:pt x="3173828" y="292100"/>
                  </a:lnTo>
                  <a:lnTo>
                    <a:pt x="3188682" y="299345"/>
                  </a:lnTo>
                  <a:lnTo>
                    <a:pt x="3184107" y="292100"/>
                  </a:lnTo>
                  <a:close/>
                </a:path>
                <a:path w="4009390" h="3048000">
                  <a:moveTo>
                    <a:pt x="834907" y="294048"/>
                  </a:moveTo>
                  <a:lnTo>
                    <a:pt x="834352" y="294385"/>
                  </a:lnTo>
                  <a:lnTo>
                    <a:pt x="833031" y="296360"/>
                  </a:lnTo>
                  <a:lnTo>
                    <a:pt x="834907" y="294048"/>
                  </a:lnTo>
                  <a:close/>
                </a:path>
                <a:path w="4009390" h="3048000">
                  <a:moveTo>
                    <a:pt x="916573" y="243344"/>
                  </a:moveTo>
                  <a:lnTo>
                    <a:pt x="866357" y="266700"/>
                  </a:lnTo>
                  <a:lnTo>
                    <a:pt x="824001" y="292100"/>
                  </a:lnTo>
                  <a:lnTo>
                    <a:pt x="836489" y="292100"/>
                  </a:lnTo>
                  <a:lnTo>
                    <a:pt x="834907" y="294048"/>
                  </a:lnTo>
                  <a:lnTo>
                    <a:pt x="838122" y="292100"/>
                  </a:lnTo>
                  <a:lnTo>
                    <a:pt x="850866" y="283998"/>
                  </a:lnTo>
                  <a:lnTo>
                    <a:pt x="852566" y="279549"/>
                  </a:lnTo>
                  <a:lnTo>
                    <a:pt x="857874" y="279549"/>
                  </a:lnTo>
                  <a:lnTo>
                    <a:pt x="877236" y="266700"/>
                  </a:lnTo>
                  <a:lnTo>
                    <a:pt x="895667" y="254000"/>
                  </a:lnTo>
                  <a:lnTo>
                    <a:pt x="907714" y="254000"/>
                  </a:lnTo>
                  <a:lnTo>
                    <a:pt x="914872" y="250352"/>
                  </a:lnTo>
                  <a:lnTo>
                    <a:pt x="916573" y="243344"/>
                  </a:lnTo>
                  <a:close/>
                </a:path>
                <a:path w="4009390" h="3048000">
                  <a:moveTo>
                    <a:pt x="853119" y="282565"/>
                  </a:moveTo>
                  <a:lnTo>
                    <a:pt x="850869" y="283998"/>
                  </a:lnTo>
                  <a:lnTo>
                    <a:pt x="847778" y="292100"/>
                  </a:lnTo>
                  <a:lnTo>
                    <a:pt x="853119" y="282565"/>
                  </a:lnTo>
                  <a:close/>
                </a:path>
                <a:path w="4009390" h="3048000">
                  <a:moveTo>
                    <a:pt x="3139107" y="273315"/>
                  </a:moveTo>
                  <a:lnTo>
                    <a:pt x="3145205" y="278745"/>
                  </a:lnTo>
                  <a:lnTo>
                    <a:pt x="3146148" y="279549"/>
                  </a:lnTo>
                  <a:lnTo>
                    <a:pt x="3163614" y="292100"/>
                  </a:lnTo>
                  <a:lnTo>
                    <a:pt x="3169453" y="292100"/>
                  </a:lnTo>
                  <a:lnTo>
                    <a:pt x="3164130" y="287102"/>
                  </a:lnTo>
                  <a:lnTo>
                    <a:pt x="3149474" y="279549"/>
                  </a:lnTo>
                  <a:lnTo>
                    <a:pt x="3148100" y="278745"/>
                  </a:lnTo>
                  <a:lnTo>
                    <a:pt x="3139107" y="273315"/>
                  </a:lnTo>
                  <a:close/>
                </a:path>
                <a:path w="4009390" h="3048000">
                  <a:moveTo>
                    <a:pt x="3165671" y="287896"/>
                  </a:moveTo>
                  <a:lnTo>
                    <a:pt x="3170323" y="292100"/>
                  </a:lnTo>
                  <a:lnTo>
                    <a:pt x="3173828" y="292100"/>
                  </a:lnTo>
                  <a:lnTo>
                    <a:pt x="3165671" y="287896"/>
                  </a:lnTo>
                  <a:close/>
                </a:path>
                <a:path w="4009390" h="3048000">
                  <a:moveTo>
                    <a:pt x="3156433" y="279549"/>
                  </a:moveTo>
                  <a:lnTo>
                    <a:pt x="3156085" y="279549"/>
                  </a:lnTo>
                  <a:lnTo>
                    <a:pt x="3164130" y="287102"/>
                  </a:lnTo>
                  <a:lnTo>
                    <a:pt x="3165671" y="287896"/>
                  </a:lnTo>
                  <a:lnTo>
                    <a:pt x="3156433" y="279549"/>
                  </a:lnTo>
                  <a:close/>
                </a:path>
                <a:path w="4009390" h="3048000">
                  <a:moveTo>
                    <a:pt x="854809" y="279549"/>
                  </a:moveTo>
                  <a:lnTo>
                    <a:pt x="852566" y="279549"/>
                  </a:lnTo>
                  <a:lnTo>
                    <a:pt x="850869" y="283998"/>
                  </a:lnTo>
                  <a:lnTo>
                    <a:pt x="853119" y="282565"/>
                  </a:lnTo>
                  <a:lnTo>
                    <a:pt x="854809" y="279549"/>
                  </a:lnTo>
                  <a:close/>
                </a:path>
                <a:path w="4009390" h="3048000">
                  <a:moveTo>
                    <a:pt x="3139117" y="278745"/>
                  </a:moveTo>
                  <a:lnTo>
                    <a:pt x="3139613" y="279549"/>
                  </a:lnTo>
                  <a:lnTo>
                    <a:pt x="3138943" y="279549"/>
                  </a:lnTo>
                  <a:lnTo>
                    <a:pt x="3145174" y="283998"/>
                  </a:lnTo>
                  <a:lnTo>
                    <a:pt x="3143588" y="282565"/>
                  </a:lnTo>
                  <a:lnTo>
                    <a:pt x="3140316" y="279549"/>
                  </a:lnTo>
                  <a:lnTo>
                    <a:pt x="3139117" y="278745"/>
                  </a:lnTo>
                  <a:close/>
                </a:path>
                <a:path w="4009390" h="3048000">
                  <a:moveTo>
                    <a:pt x="857864" y="279549"/>
                  </a:moveTo>
                  <a:lnTo>
                    <a:pt x="854809" y="279549"/>
                  </a:lnTo>
                  <a:lnTo>
                    <a:pt x="853119" y="282565"/>
                  </a:lnTo>
                  <a:lnTo>
                    <a:pt x="857864" y="279549"/>
                  </a:lnTo>
                  <a:close/>
                </a:path>
                <a:path w="4009390" h="3048000">
                  <a:moveTo>
                    <a:pt x="880299" y="266700"/>
                  </a:moveTo>
                  <a:lnTo>
                    <a:pt x="878250" y="266700"/>
                  </a:lnTo>
                  <a:lnTo>
                    <a:pt x="869833" y="279549"/>
                  </a:lnTo>
                  <a:lnTo>
                    <a:pt x="871918" y="279549"/>
                  </a:lnTo>
                  <a:lnTo>
                    <a:pt x="880299" y="266700"/>
                  </a:lnTo>
                  <a:close/>
                </a:path>
                <a:path w="4009390" h="3048000">
                  <a:moveTo>
                    <a:pt x="3121147" y="266700"/>
                  </a:moveTo>
                  <a:lnTo>
                    <a:pt x="3117638" y="266700"/>
                  </a:lnTo>
                  <a:lnTo>
                    <a:pt x="3131482" y="279549"/>
                  </a:lnTo>
                  <a:lnTo>
                    <a:pt x="3135602" y="279549"/>
                  </a:lnTo>
                  <a:lnTo>
                    <a:pt x="3124328" y="268832"/>
                  </a:lnTo>
                  <a:lnTo>
                    <a:pt x="3121147" y="266700"/>
                  </a:lnTo>
                  <a:close/>
                </a:path>
                <a:path w="4009390" h="3048000">
                  <a:moveTo>
                    <a:pt x="3118312" y="262646"/>
                  </a:moveTo>
                  <a:lnTo>
                    <a:pt x="3121473" y="266511"/>
                  </a:lnTo>
                  <a:lnTo>
                    <a:pt x="3121836" y="266700"/>
                  </a:lnTo>
                  <a:lnTo>
                    <a:pt x="3122085" y="266700"/>
                  </a:lnTo>
                  <a:lnTo>
                    <a:pt x="3124328" y="268832"/>
                  </a:lnTo>
                  <a:lnTo>
                    <a:pt x="3139117" y="278745"/>
                  </a:lnTo>
                  <a:lnTo>
                    <a:pt x="3133774" y="270095"/>
                  </a:lnTo>
                  <a:lnTo>
                    <a:pt x="3128151" y="266700"/>
                  </a:lnTo>
                  <a:lnTo>
                    <a:pt x="3118312" y="262646"/>
                  </a:lnTo>
                  <a:close/>
                </a:path>
                <a:path w="4009390" h="3048000">
                  <a:moveTo>
                    <a:pt x="3131677" y="266700"/>
                  </a:moveTo>
                  <a:lnTo>
                    <a:pt x="3133774" y="270095"/>
                  </a:lnTo>
                  <a:lnTo>
                    <a:pt x="3139107" y="273315"/>
                  </a:lnTo>
                  <a:lnTo>
                    <a:pt x="3131677" y="266700"/>
                  </a:lnTo>
                  <a:close/>
                </a:path>
                <a:path w="4009390" h="3048000">
                  <a:moveTo>
                    <a:pt x="3122085" y="266700"/>
                  </a:moveTo>
                  <a:lnTo>
                    <a:pt x="3121147" y="266700"/>
                  </a:lnTo>
                  <a:lnTo>
                    <a:pt x="3124328" y="268832"/>
                  </a:lnTo>
                  <a:lnTo>
                    <a:pt x="3122085" y="266700"/>
                  </a:lnTo>
                  <a:close/>
                </a:path>
                <a:path w="4009390" h="3048000">
                  <a:moveTo>
                    <a:pt x="900163" y="264460"/>
                  </a:moveTo>
                  <a:lnTo>
                    <a:pt x="897029" y="266700"/>
                  </a:lnTo>
                  <a:lnTo>
                    <a:pt x="898546" y="266700"/>
                  </a:lnTo>
                  <a:lnTo>
                    <a:pt x="900163" y="264460"/>
                  </a:lnTo>
                  <a:close/>
                </a:path>
                <a:path w="4009390" h="3048000">
                  <a:moveTo>
                    <a:pt x="925031" y="254000"/>
                  </a:moveTo>
                  <a:lnTo>
                    <a:pt x="917914" y="254000"/>
                  </a:lnTo>
                  <a:lnTo>
                    <a:pt x="898909" y="266700"/>
                  </a:lnTo>
                  <a:lnTo>
                    <a:pt x="916094" y="266700"/>
                  </a:lnTo>
                  <a:lnTo>
                    <a:pt x="925031" y="254000"/>
                  </a:lnTo>
                  <a:close/>
                </a:path>
                <a:path w="4009390" h="3048000">
                  <a:moveTo>
                    <a:pt x="932712" y="254000"/>
                  </a:moveTo>
                  <a:lnTo>
                    <a:pt x="929718" y="254000"/>
                  </a:lnTo>
                  <a:lnTo>
                    <a:pt x="922250" y="266511"/>
                  </a:lnTo>
                  <a:lnTo>
                    <a:pt x="922138" y="266700"/>
                  </a:lnTo>
                  <a:lnTo>
                    <a:pt x="925929" y="266700"/>
                  </a:lnTo>
                  <a:lnTo>
                    <a:pt x="932712" y="254000"/>
                  </a:lnTo>
                  <a:close/>
                </a:path>
                <a:path w="4009390" h="3048000">
                  <a:moveTo>
                    <a:pt x="3100948" y="262928"/>
                  </a:moveTo>
                  <a:lnTo>
                    <a:pt x="3104688" y="266700"/>
                  </a:lnTo>
                  <a:lnTo>
                    <a:pt x="3109409" y="266700"/>
                  </a:lnTo>
                  <a:lnTo>
                    <a:pt x="3100948" y="262928"/>
                  </a:lnTo>
                  <a:close/>
                </a:path>
                <a:path w="4009390" h="3048000">
                  <a:moveTo>
                    <a:pt x="3106726" y="258871"/>
                  </a:moveTo>
                  <a:lnTo>
                    <a:pt x="3111431" y="266511"/>
                  </a:lnTo>
                  <a:lnTo>
                    <a:pt x="3111547" y="266700"/>
                  </a:lnTo>
                  <a:lnTo>
                    <a:pt x="3121627" y="266700"/>
                  </a:lnTo>
                  <a:lnTo>
                    <a:pt x="3121473" y="266511"/>
                  </a:lnTo>
                  <a:lnTo>
                    <a:pt x="3106726" y="258871"/>
                  </a:lnTo>
                  <a:close/>
                </a:path>
                <a:path w="4009390" h="3048000">
                  <a:moveTo>
                    <a:pt x="3105902" y="257533"/>
                  </a:moveTo>
                  <a:lnTo>
                    <a:pt x="3106726" y="258871"/>
                  </a:lnTo>
                  <a:lnTo>
                    <a:pt x="3121473" y="266511"/>
                  </a:lnTo>
                  <a:lnTo>
                    <a:pt x="3118312" y="262646"/>
                  </a:lnTo>
                  <a:lnTo>
                    <a:pt x="3105902" y="257533"/>
                  </a:lnTo>
                  <a:close/>
                </a:path>
                <a:path w="4009390" h="3048000">
                  <a:moveTo>
                    <a:pt x="914872" y="250352"/>
                  </a:moveTo>
                  <a:lnTo>
                    <a:pt x="907714" y="254000"/>
                  </a:lnTo>
                  <a:lnTo>
                    <a:pt x="900163" y="264460"/>
                  </a:lnTo>
                  <a:lnTo>
                    <a:pt x="914799" y="254000"/>
                  </a:lnTo>
                  <a:lnTo>
                    <a:pt x="913987" y="254000"/>
                  </a:lnTo>
                  <a:lnTo>
                    <a:pt x="914872" y="250352"/>
                  </a:lnTo>
                  <a:close/>
                </a:path>
                <a:path w="4009390" h="3048000">
                  <a:moveTo>
                    <a:pt x="3069589" y="241300"/>
                  </a:moveTo>
                  <a:lnTo>
                    <a:pt x="3064251" y="241300"/>
                  </a:lnTo>
                  <a:lnTo>
                    <a:pt x="3080917" y="254000"/>
                  </a:lnTo>
                  <a:lnTo>
                    <a:pt x="3100948" y="262928"/>
                  </a:lnTo>
                  <a:lnTo>
                    <a:pt x="3092094" y="254000"/>
                  </a:lnTo>
                  <a:lnTo>
                    <a:pt x="3082734" y="254000"/>
                  </a:lnTo>
                  <a:lnTo>
                    <a:pt x="3074353" y="245902"/>
                  </a:lnTo>
                  <a:lnTo>
                    <a:pt x="3067097" y="243344"/>
                  </a:lnTo>
                  <a:lnTo>
                    <a:pt x="3071705" y="243344"/>
                  </a:lnTo>
                  <a:lnTo>
                    <a:pt x="3069589" y="241300"/>
                  </a:lnTo>
                  <a:close/>
                </a:path>
                <a:path w="4009390" h="3048000">
                  <a:moveTo>
                    <a:pt x="3111242" y="254000"/>
                  </a:moveTo>
                  <a:lnTo>
                    <a:pt x="3103727" y="254000"/>
                  </a:lnTo>
                  <a:lnTo>
                    <a:pt x="3105902" y="257533"/>
                  </a:lnTo>
                  <a:lnTo>
                    <a:pt x="3118312" y="262646"/>
                  </a:lnTo>
                  <a:lnTo>
                    <a:pt x="3111242" y="254000"/>
                  </a:lnTo>
                  <a:close/>
                </a:path>
                <a:path w="4009390" h="3048000">
                  <a:moveTo>
                    <a:pt x="3097326" y="254000"/>
                  </a:moveTo>
                  <a:lnTo>
                    <a:pt x="3106726" y="258871"/>
                  </a:lnTo>
                  <a:lnTo>
                    <a:pt x="3105902" y="257533"/>
                  </a:lnTo>
                  <a:lnTo>
                    <a:pt x="3097326" y="254000"/>
                  </a:lnTo>
                  <a:close/>
                </a:path>
                <a:path w="4009390" h="3048000">
                  <a:moveTo>
                    <a:pt x="918706" y="248398"/>
                  </a:moveTo>
                  <a:lnTo>
                    <a:pt x="915411" y="250077"/>
                  </a:lnTo>
                  <a:lnTo>
                    <a:pt x="914071" y="253767"/>
                  </a:lnTo>
                  <a:lnTo>
                    <a:pt x="913987" y="254000"/>
                  </a:lnTo>
                  <a:lnTo>
                    <a:pt x="914799" y="254000"/>
                  </a:lnTo>
                  <a:lnTo>
                    <a:pt x="915134" y="253767"/>
                  </a:lnTo>
                  <a:lnTo>
                    <a:pt x="918706" y="248398"/>
                  </a:lnTo>
                  <a:close/>
                </a:path>
                <a:path w="4009390" h="3048000">
                  <a:moveTo>
                    <a:pt x="915134" y="253767"/>
                  </a:moveTo>
                  <a:lnTo>
                    <a:pt x="914799" y="254000"/>
                  </a:lnTo>
                  <a:lnTo>
                    <a:pt x="914979" y="254000"/>
                  </a:lnTo>
                  <a:lnTo>
                    <a:pt x="915134" y="253767"/>
                  </a:lnTo>
                  <a:close/>
                </a:path>
                <a:path w="4009390" h="3048000">
                  <a:moveTo>
                    <a:pt x="945252" y="241300"/>
                  </a:moveTo>
                  <a:lnTo>
                    <a:pt x="936411" y="241300"/>
                  </a:lnTo>
                  <a:lnTo>
                    <a:pt x="935772" y="253767"/>
                  </a:lnTo>
                  <a:lnTo>
                    <a:pt x="935760" y="254000"/>
                  </a:lnTo>
                  <a:lnTo>
                    <a:pt x="939649" y="254000"/>
                  </a:lnTo>
                  <a:lnTo>
                    <a:pt x="945252" y="241300"/>
                  </a:lnTo>
                  <a:close/>
                </a:path>
                <a:path w="4009390" h="3048000">
                  <a:moveTo>
                    <a:pt x="3078977" y="241300"/>
                  </a:moveTo>
                  <a:lnTo>
                    <a:pt x="3069589" y="241300"/>
                  </a:lnTo>
                  <a:lnTo>
                    <a:pt x="3074353" y="245902"/>
                  </a:lnTo>
                  <a:lnTo>
                    <a:pt x="3097326" y="254000"/>
                  </a:lnTo>
                  <a:lnTo>
                    <a:pt x="3078977" y="241300"/>
                  </a:lnTo>
                  <a:close/>
                </a:path>
                <a:path w="4009390" h="3048000">
                  <a:moveTo>
                    <a:pt x="915411" y="250077"/>
                  </a:moveTo>
                  <a:lnTo>
                    <a:pt x="914872" y="250352"/>
                  </a:lnTo>
                  <a:lnTo>
                    <a:pt x="914043" y="253767"/>
                  </a:lnTo>
                  <a:lnTo>
                    <a:pt x="915311" y="250352"/>
                  </a:lnTo>
                  <a:lnTo>
                    <a:pt x="915411" y="250077"/>
                  </a:lnTo>
                  <a:close/>
                </a:path>
                <a:path w="4009390" h="3048000">
                  <a:moveTo>
                    <a:pt x="929229" y="243036"/>
                  </a:moveTo>
                  <a:lnTo>
                    <a:pt x="918706" y="248398"/>
                  </a:lnTo>
                  <a:lnTo>
                    <a:pt x="915134" y="253767"/>
                  </a:lnTo>
                  <a:lnTo>
                    <a:pt x="928809" y="244254"/>
                  </a:lnTo>
                  <a:lnTo>
                    <a:pt x="929123" y="243344"/>
                  </a:lnTo>
                  <a:lnTo>
                    <a:pt x="929229" y="243036"/>
                  </a:lnTo>
                  <a:close/>
                </a:path>
                <a:path w="4009390" h="3048000">
                  <a:moveTo>
                    <a:pt x="933349" y="241300"/>
                  </a:moveTo>
                  <a:lnTo>
                    <a:pt x="933056" y="241300"/>
                  </a:lnTo>
                  <a:lnTo>
                    <a:pt x="928809" y="244254"/>
                  </a:lnTo>
                  <a:lnTo>
                    <a:pt x="925529" y="253767"/>
                  </a:lnTo>
                  <a:lnTo>
                    <a:pt x="927718" y="250352"/>
                  </a:lnTo>
                  <a:lnTo>
                    <a:pt x="933349" y="241300"/>
                  </a:lnTo>
                  <a:close/>
                </a:path>
                <a:path w="4009390" h="3048000">
                  <a:moveTo>
                    <a:pt x="918116" y="242627"/>
                  </a:moveTo>
                  <a:lnTo>
                    <a:pt x="916573" y="243344"/>
                  </a:lnTo>
                  <a:lnTo>
                    <a:pt x="914939" y="250077"/>
                  </a:lnTo>
                  <a:lnTo>
                    <a:pt x="914872" y="250352"/>
                  </a:lnTo>
                  <a:lnTo>
                    <a:pt x="915411" y="250077"/>
                  </a:lnTo>
                  <a:lnTo>
                    <a:pt x="918116" y="242627"/>
                  </a:lnTo>
                  <a:close/>
                </a:path>
                <a:path w="4009390" h="3048000">
                  <a:moveTo>
                    <a:pt x="1066863" y="190500"/>
                  </a:moveTo>
                  <a:lnTo>
                    <a:pt x="1021259" y="190500"/>
                  </a:lnTo>
                  <a:lnTo>
                    <a:pt x="976412" y="215900"/>
                  </a:lnTo>
                  <a:lnTo>
                    <a:pt x="918116" y="242627"/>
                  </a:lnTo>
                  <a:lnTo>
                    <a:pt x="915411" y="250077"/>
                  </a:lnTo>
                  <a:lnTo>
                    <a:pt x="918706" y="248398"/>
                  </a:lnTo>
                  <a:lnTo>
                    <a:pt x="923429" y="241300"/>
                  </a:lnTo>
                  <a:lnTo>
                    <a:pt x="939445" y="241300"/>
                  </a:lnTo>
                  <a:lnTo>
                    <a:pt x="951525" y="233498"/>
                  </a:lnTo>
                  <a:lnTo>
                    <a:pt x="951569" y="228887"/>
                  </a:lnTo>
                  <a:lnTo>
                    <a:pt x="959627" y="228887"/>
                  </a:lnTo>
                  <a:lnTo>
                    <a:pt x="978558" y="215177"/>
                  </a:lnTo>
                  <a:lnTo>
                    <a:pt x="999562" y="215177"/>
                  </a:lnTo>
                  <a:lnTo>
                    <a:pt x="1009773" y="203200"/>
                  </a:lnTo>
                  <a:lnTo>
                    <a:pt x="1038499" y="203200"/>
                  </a:lnTo>
                  <a:lnTo>
                    <a:pt x="1066863" y="190500"/>
                  </a:lnTo>
                  <a:close/>
                </a:path>
                <a:path w="4009390" h="3048000">
                  <a:moveTo>
                    <a:pt x="3064422" y="228887"/>
                  </a:moveTo>
                  <a:lnTo>
                    <a:pt x="3045644" y="228887"/>
                  </a:lnTo>
                  <a:lnTo>
                    <a:pt x="3046315" y="233171"/>
                  </a:lnTo>
                  <a:lnTo>
                    <a:pt x="3049298" y="236829"/>
                  </a:lnTo>
                  <a:lnTo>
                    <a:pt x="3061295" y="241300"/>
                  </a:lnTo>
                  <a:lnTo>
                    <a:pt x="3074353" y="245902"/>
                  </a:lnTo>
                  <a:lnTo>
                    <a:pt x="3071705" y="243344"/>
                  </a:lnTo>
                  <a:lnTo>
                    <a:pt x="3066935" y="243344"/>
                  </a:lnTo>
                  <a:lnTo>
                    <a:pt x="3064251" y="241300"/>
                  </a:lnTo>
                  <a:lnTo>
                    <a:pt x="3078977" y="241300"/>
                  </a:lnTo>
                  <a:lnTo>
                    <a:pt x="3064422" y="228887"/>
                  </a:lnTo>
                  <a:close/>
                </a:path>
                <a:path w="4009390" h="3048000">
                  <a:moveTo>
                    <a:pt x="933056" y="241300"/>
                  </a:moveTo>
                  <a:lnTo>
                    <a:pt x="932637" y="241300"/>
                  </a:lnTo>
                  <a:lnTo>
                    <a:pt x="929229" y="243036"/>
                  </a:lnTo>
                  <a:lnTo>
                    <a:pt x="928809" y="244254"/>
                  </a:lnTo>
                  <a:lnTo>
                    <a:pt x="933056" y="241300"/>
                  </a:lnTo>
                  <a:close/>
                </a:path>
                <a:path w="4009390" h="3048000">
                  <a:moveTo>
                    <a:pt x="918597" y="241300"/>
                  </a:moveTo>
                  <a:lnTo>
                    <a:pt x="917069" y="241300"/>
                  </a:lnTo>
                  <a:lnTo>
                    <a:pt x="916747" y="242627"/>
                  </a:lnTo>
                  <a:lnTo>
                    <a:pt x="916648" y="243036"/>
                  </a:lnTo>
                  <a:lnTo>
                    <a:pt x="916573" y="243344"/>
                  </a:lnTo>
                  <a:lnTo>
                    <a:pt x="918116" y="242627"/>
                  </a:lnTo>
                  <a:lnTo>
                    <a:pt x="918597" y="241300"/>
                  </a:lnTo>
                  <a:close/>
                </a:path>
                <a:path w="4009390" h="3048000">
                  <a:moveTo>
                    <a:pt x="932637" y="241300"/>
                  </a:moveTo>
                  <a:lnTo>
                    <a:pt x="929828" y="241300"/>
                  </a:lnTo>
                  <a:lnTo>
                    <a:pt x="929229" y="243036"/>
                  </a:lnTo>
                  <a:lnTo>
                    <a:pt x="932637" y="241300"/>
                  </a:lnTo>
                  <a:close/>
                </a:path>
                <a:path w="4009390" h="3048000">
                  <a:moveTo>
                    <a:pt x="951476" y="238551"/>
                  </a:moveTo>
                  <a:lnTo>
                    <a:pt x="945252" y="241300"/>
                  </a:lnTo>
                  <a:lnTo>
                    <a:pt x="951450" y="241300"/>
                  </a:lnTo>
                  <a:lnTo>
                    <a:pt x="951476" y="238551"/>
                  </a:lnTo>
                  <a:close/>
                </a:path>
                <a:path w="4009390" h="3048000">
                  <a:moveTo>
                    <a:pt x="952075" y="240878"/>
                  </a:moveTo>
                  <a:lnTo>
                    <a:pt x="951450" y="241300"/>
                  </a:lnTo>
                  <a:lnTo>
                    <a:pt x="952008" y="241300"/>
                  </a:lnTo>
                  <a:lnTo>
                    <a:pt x="952075" y="240878"/>
                  </a:lnTo>
                  <a:close/>
                </a:path>
                <a:path w="4009390" h="3048000">
                  <a:moveTo>
                    <a:pt x="3029594" y="229809"/>
                  </a:moveTo>
                  <a:lnTo>
                    <a:pt x="3047587" y="241300"/>
                  </a:lnTo>
                  <a:lnTo>
                    <a:pt x="3047380" y="239978"/>
                  </a:lnTo>
                  <a:lnTo>
                    <a:pt x="3029594" y="229809"/>
                  </a:lnTo>
                  <a:close/>
                </a:path>
                <a:path w="4009390" h="3048000">
                  <a:moveTo>
                    <a:pt x="3046738" y="235876"/>
                  </a:moveTo>
                  <a:lnTo>
                    <a:pt x="3047380" y="239978"/>
                  </a:lnTo>
                  <a:lnTo>
                    <a:pt x="3049691" y="241300"/>
                  </a:lnTo>
                  <a:lnTo>
                    <a:pt x="3052943" y="241300"/>
                  </a:lnTo>
                  <a:lnTo>
                    <a:pt x="3049298" y="236829"/>
                  </a:lnTo>
                  <a:lnTo>
                    <a:pt x="3046738" y="235876"/>
                  </a:lnTo>
                  <a:close/>
                </a:path>
                <a:path w="4009390" h="3048000">
                  <a:moveTo>
                    <a:pt x="963019" y="233498"/>
                  </a:moveTo>
                  <a:lnTo>
                    <a:pt x="952514" y="238093"/>
                  </a:lnTo>
                  <a:lnTo>
                    <a:pt x="952075" y="240878"/>
                  </a:lnTo>
                  <a:lnTo>
                    <a:pt x="963019" y="233498"/>
                  </a:lnTo>
                  <a:close/>
                </a:path>
                <a:path w="4009390" h="3048000">
                  <a:moveTo>
                    <a:pt x="953435" y="232265"/>
                  </a:moveTo>
                  <a:lnTo>
                    <a:pt x="951525" y="233498"/>
                  </a:lnTo>
                  <a:lnTo>
                    <a:pt x="951476" y="238551"/>
                  </a:lnTo>
                  <a:lnTo>
                    <a:pt x="952514" y="238093"/>
                  </a:lnTo>
                  <a:lnTo>
                    <a:pt x="953435" y="232265"/>
                  </a:lnTo>
                  <a:close/>
                </a:path>
                <a:path w="4009390" h="3048000">
                  <a:moveTo>
                    <a:pt x="969857" y="228887"/>
                  </a:moveTo>
                  <a:lnTo>
                    <a:pt x="958665" y="228887"/>
                  </a:lnTo>
                  <a:lnTo>
                    <a:pt x="953435" y="232265"/>
                  </a:lnTo>
                  <a:lnTo>
                    <a:pt x="952514" y="238093"/>
                  </a:lnTo>
                  <a:lnTo>
                    <a:pt x="962921" y="233498"/>
                  </a:lnTo>
                  <a:lnTo>
                    <a:pt x="963504" y="233171"/>
                  </a:lnTo>
                  <a:lnTo>
                    <a:pt x="969857" y="228887"/>
                  </a:lnTo>
                  <a:close/>
                </a:path>
                <a:path w="4009390" h="3048000">
                  <a:moveTo>
                    <a:pt x="3046315" y="233171"/>
                  </a:moveTo>
                  <a:lnTo>
                    <a:pt x="3046738" y="235876"/>
                  </a:lnTo>
                  <a:lnTo>
                    <a:pt x="3049298" y="236829"/>
                  </a:lnTo>
                  <a:lnTo>
                    <a:pt x="3046315" y="233171"/>
                  </a:lnTo>
                  <a:close/>
                </a:path>
                <a:path w="4009390" h="3048000">
                  <a:moveTo>
                    <a:pt x="2993865" y="203200"/>
                  </a:moveTo>
                  <a:lnTo>
                    <a:pt x="2980413" y="203200"/>
                  </a:lnTo>
                  <a:lnTo>
                    <a:pt x="3002222" y="215900"/>
                  </a:lnTo>
                  <a:lnTo>
                    <a:pt x="3014899" y="222342"/>
                  </a:lnTo>
                  <a:lnTo>
                    <a:pt x="3038736" y="228887"/>
                  </a:lnTo>
                  <a:lnTo>
                    <a:pt x="3028150" y="228887"/>
                  </a:lnTo>
                  <a:lnTo>
                    <a:pt x="3028387" y="229038"/>
                  </a:lnTo>
                  <a:lnTo>
                    <a:pt x="3046738" y="235876"/>
                  </a:lnTo>
                  <a:lnTo>
                    <a:pt x="3046366" y="233498"/>
                  </a:lnTo>
                  <a:lnTo>
                    <a:pt x="3046315" y="233171"/>
                  </a:lnTo>
                  <a:lnTo>
                    <a:pt x="3042944" y="229038"/>
                  </a:lnTo>
                  <a:lnTo>
                    <a:pt x="3042821" y="228887"/>
                  </a:lnTo>
                  <a:lnTo>
                    <a:pt x="3027115" y="215900"/>
                  </a:lnTo>
                  <a:lnTo>
                    <a:pt x="3007969" y="215900"/>
                  </a:lnTo>
                  <a:lnTo>
                    <a:pt x="2997835" y="204716"/>
                  </a:lnTo>
                  <a:lnTo>
                    <a:pt x="2993865" y="203200"/>
                  </a:lnTo>
                  <a:close/>
                </a:path>
                <a:path w="4009390" h="3048000">
                  <a:moveTo>
                    <a:pt x="953968" y="228887"/>
                  </a:moveTo>
                  <a:lnTo>
                    <a:pt x="951569" y="228887"/>
                  </a:lnTo>
                  <a:lnTo>
                    <a:pt x="951525" y="233498"/>
                  </a:lnTo>
                  <a:lnTo>
                    <a:pt x="953435" y="232265"/>
                  </a:lnTo>
                  <a:lnTo>
                    <a:pt x="953823" y="229809"/>
                  </a:lnTo>
                  <a:lnTo>
                    <a:pt x="953944" y="229038"/>
                  </a:lnTo>
                  <a:lnTo>
                    <a:pt x="953968" y="228887"/>
                  </a:lnTo>
                  <a:close/>
                </a:path>
                <a:path w="4009390" h="3048000">
                  <a:moveTo>
                    <a:pt x="973365" y="228887"/>
                  </a:moveTo>
                  <a:lnTo>
                    <a:pt x="969857" y="228887"/>
                  </a:lnTo>
                  <a:lnTo>
                    <a:pt x="963019" y="233498"/>
                  </a:lnTo>
                  <a:lnTo>
                    <a:pt x="963661" y="233171"/>
                  </a:lnTo>
                  <a:lnTo>
                    <a:pt x="973365" y="228887"/>
                  </a:lnTo>
                  <a:close/>
                </a:path>
                <a:path w="4009390" h="3048000">
                  <a:moveTo>
                    <a:pt x="958665" y="228887"/>
                  </a:moveTo>
                  <a:lnTo>
                    <a:pt x="953968" y="228887"/>
                  </a:lnTo>
                  <a:lnTo>
                    <a:pt x="953435" y="232265"/>
                  </a:lnTo>
                  <a:lnTo>
                    <a:pt x="958665" y="228887"/>
                  </a:lnTo>
                  <a:close/>
                </a:path>
                <a:path w="4009390" h="3048000">
                  <a:moveTo>
                    <a:pt x="3027982" y="228887"/>
                  </a:moveTo>
                  <a:lnTo>
                    <a:pt x="3029266" y="229621"/>
                  </a:lnTo>
                  <a:lnTo>
                    <a:pt x="3028387" y="229038"/>
                  </a:lnTo>
                  <a:lnTo>
                    <a:pt x="3027982" y="228887"/>
                  </a:lnTo>
                  <a:close/>
                </a:path>
                <a:path w="4009390" h="3048000">
                  <a:moveTo>
                    <a:pt x="3028150" y="228887"/>
                  </a:moveTo>
                  <a:lnTo>
                    <a:pt x="3027982" y="228887"/>
                  </a:lnTo>
                  <a:lnTo>
                    <a:pt x="3028387" y="229038"/>
                  </a:lnTo>
                  <a:lnTo>
                    <a:pt x="3028150" y="228887"/>
                  </a:lnTo>
                  <a:close/>
                </a:path>
                <a:path w="4009390" h="3048000">
                  <a:moveTo>
                    <a:pt x="999562" y="215177"/>
                  </a:moveTo>
                  <a:lnTo>
                    <a:pt x="978558" y="215177"/>
                  </a:lnTo>
                  <a:lnTo>
                    <a:pt x="962201" y="228887"/>
                  </a:lnTo>
                  <a:lnTo>
                    <a:pt x="996572" y="228887"/>
                  </a:lnTo>
                  <a:lnTo>
                    <a:pt x="1010774" y="215900"/>
                  </a:lnTo>
                  <a:lnTo>
                    <a:pt x="998946" y="215900"/>
                  </a:lnTo>
                  <a:lnTo>
                    <a:pt x="999562" y="215177"/>
                  </a:lnTo>
                  <a:close/>
                </a:path>
                <a:path w="4009390" h="3048000">
                  <a:moveTo>
                    <a:pt x="1009166" y="220722"/>
                  </a:moveTo>
                  <a:lnTo>
                    <a:pt x="999721" y="228887"/>
                  </a:lnTo>
                  <a:lnTo>
                    <a:pt x="1006444" y="228887"/>
                  </a:lnTo>
                  <a:lnTo>
                    <a:pt x="1009166" y="220722"/>
                  </a:lnTo>
                  <a:close/>
                </a:path>
                <a:path w="4009390" h="3048000">
                  <a:moveTo>
                    <a:pt x="3006715" y="220095"/>
                  </a:moveTo>
                  <a:lnTo>
                    <a:pt x="3017275" y="228887"/>
                  </a:lnTo>
                  <a:lnTo>
                    <a:pt x="3027775" y="228887"/>
                  </a:lnTo>
                  <a:lnTo>
                    <a:pt x="3014899" y="222342"/>
                  </a:lnTo>
                  <a:lnTo>
                    <a:pt x="3006715" y="220095"/>
                  </a:lnTo>
                  <a:close/>
                </a:path>
                <a:path w="4009390" h="3048000">
                  <a:moveTo>
                    <a:pt x="3048193" y="215900"/>
                  </a:moveTo>
                  <a:lnTo>
                    <a:pt x="3046030" y="215900"/>
                  </a:lnTo>
                  <a:lnTo>
                    <a:pt x="3057529" y="228887"/>
                  </a:lnTo>
                  <a:lnTo>
                    <a:pt x="3048193" y="215900"/>
                  </a:lnTo>
                  <a:close/>
                </a:path>
                <a:path w="4009390" h="3048000">
                  <a:moveTo>
                    <a:pt x="3053518" y="215900"/>
                  </a:moveTo>
                  <a:lnTo>
                    <a:pt x="3048193" y="215900"/>
                  </a:lnTo>
                  <a:lnTo>
                    <a:pt x="3057509" y="228887"/>
                  </a:lnTo>
                  <a:lnTo>
                    <a:pt x="3062255" y="228887"/>
                  </a:lnTo>
                  <a:lnTo>
                    <a:pt x="3053518" y="215900"/>
                  </a:lnTo>
                  <a:close/>
                </a:path>
                <a:path w="4009390" h="3048000">
                  <a:moveTo>
                    <a:pt x="3055039" y="215900"/>
                  </a:moveTo>
                  <a:lnTo>
                    <a:pt x="3053518" y="215900"/>
                  </a:lnTo>
                  <a:lnTo>
                    <a:pt x="3062255" y="228887"/>
                  </a:lnTo>
                  <a:lnTo>
                    <a:pt x="3065681" y="228887"/>
                  </a:lnTo>
                  <a:lnTo>
                    <a:pt x="3060472" y="219863"/>
                  </a:lnTo>
                  <a:lnTo>
                    <a:pt x="3055039" y="215900"/>
                  </a:lnTo>
                  <a:close/>
                </a:path>
                <a:path w="4009390" h="3048000">
                  <a:moveTo>
                    <a:pt x="3060472" y="219863"/>
                  </a:moveTo>
                  <a:lnTo>
                    <a:pt x="3065681" y="228887"/>
                  </a:lnTo>
                  <a:lnTo>
                    <a:pt x="3071652" y="228887"/>
                  </a:lnTo>
                  <a:lnTo>
                    <a:pt x="3067353" y="224883"/>
                  </a:lnTo>
                  <a:lnTo>
                    <a:pt x="3060472" y="219863"/>
                  </a:lnTo>
                  <a:close/>
                </a:path>
                <a:path w="4009390" h="3048000">
                  <a:moveTo>
                    <a:pt x="3067353" y="224883"/>
                  </a:moveTo>
                  <a:lnTo>
                    <a:pt x="3071652" y="228887"/>
                  </a:lnTo>
                  <a:lnTo>
                    <a:pt x="3072843" y="228887"/>
                  </a:lnTo>
                  <a:lnTo>
                    <a:pt x="3067353" y="224883"/>
                  </a:lnTo>
                  <a:close/>
                </a:path>
                <a:path w="4009390" h="3048000">
                  <a:moveTo>
                    <a:pt x="3058737" y="216857"/>
                  </a:moveTo>
                  <a:lnTo>
                    <a:pt x="3060472" y="219863"/>
                  </a:lnTo>
                  <a:lnTo>
                    <a:pt x="3067353" y="224883"/>
                  </a:lnTo>
                  <a:lnTo>
                    <a:pt x="3058737" y="216857"/>
                  </a:lnTo>
                  <a:close/>
                </a:path>
                <a:path w="4009390" h="3048000">
                  <a:moveTo>
                    <a:pt x="1014745" y="215900"/>
                  </a:moveTo>
                  <a:lnTo>
                    <a:pt x="1010774" y="215900"/>
                  </a:lnTo>
                  <a:lnTo>
                    <a:pt x="1009166" y="220722"/>
                  </a:lnTo>
                  <a:lnTo>
                    <a:pt x="1014745" y="215900"/>
                  </a:lnTo>
                  <a:close/>
                </a:path>
                <a:path w="4009390" h="3048000">
                  <a:moveTo>
                    <a:pt x="3001675" y="215900"/>
                  </a:moveTo>
                  <a:lnTo>
                    <a:pt x="2991433" y="215900"/>
                  </a:lnTo>
                  <a:lnTo>
                    <a:pt x="3006715" y="220095"/>
                  </a:lnTo>
                  <a:lnTo>
                    <a:pt x="3001675" y="215900"/>
                  </a:lnTo>
                  <a:close/>
                </a:path>
                <a:path w="4009390" h="3048000">
                  <a:moveTo>
                    <a:pt x="3058184" y="215900"/>
                  </a:moveTo>
                  <a:lnTo>
                    <a:pt x="3057709" y="215900"/>
                  </a:lnTo>
                  <a:lnTo>
                    <a:pt x="3058737" y="216857"/>
                  </a:lnTo>
                  <a:lnTo>
                    <a:pt x="3058184" y="215900"/>
                  </a:lnTo>
                  <a:close/>
                </a:path>
                <a:path w="4009390" h="3048000">
                  <a:moveTo>
                    <a:pt x="1038499" y="203200"/>
                  </a:moveTo>
                  <a:lnTo>
                    <a:pt x="1019623" y="203200"/>
                  </a:lnTo>
                  <a:lnTo>
                    <a:pt x="1002353" y="215900"/>
                  </a:lnTo>
                  <a:lnTo>
                    <a:pt x="1027829" y="215900"/>
                  </a:lnTo>
                  <a:lnTo>
                    <a:pt x="1038499" y="203200"/>
                  </a:lnTo>
                  <a:close/>
                </a:path>
                <a:path w="4009390" h="3048000">
                  <a:moveTo>
                    <a:pt x="2980123" y="203200"/>
                  </a:moveTo>
                  <a:lnTo>
                    <a:pt x="2967151" y="203200"/>
                  </a:lnTo>
                  <a:lnTo>
                    <a:pt x="2984577" y="215900"/>
                  </a:lnTo>
                  <a:lnTo>
                    <a:pt x="2999054" y="215900"/>
                  </a:lnTo>
                  <a:lnTo>
                    <a:pt x="2980123" y="203200"/>
                  </a:lnTo>
                  <a:close/>
                </a:path>
                <a:path w="4009390" h="3048000">
                  <a:moveTo>
                    <a:pt x="2997835" y="204716"/>
                  </a:moveTo>
                  <a:lnTo>
                    <a:pt x="3007969" y="215900"/>
                  </a:lnTo>
                  <a:lnTo>
                    <a:pt x="3013228" y="215900"/>
                  </a:lnTo>
                  <a:lnTo>
                    <a:pt x="3005167" y="207516"/>
                  </a:lnTo>
                  <a:lnTo>
                    <a:pt x="2997835" y="204716"/>
                  </a:lnTo>
                  <a:close/>
                </a:path>
                <a:path w="4009390" h="3048000">
                  <a:moveTo>
                    <a:pt x="3005167" y="207516"/>
                  </a:moveTo>
                  <a:lnTo>
                    <a:pt x="3013228" y="215900"/>
                  </a:lnTo>
                  <a:lnTo>
                    <a:pt x="3027115" y="215900"/>
                  </a:lnTo>
                  <a:lnTo>
                    <a:pt x="3005167" y="207516"/>
                  </a:lnTo>
                  <a:close/>
                </a:path>
                <a:path w="4009390" h="3048000">
                  <a:moveTo>
                    <a:pt x="3026734" y="208722"/>
                  </a:moveTo>
                  <a:lnTo>
                    <a:pt x="3028059" y="215177"/>
                  </a:lnTo>
                  <a:lnTo>
                    <a:pt x="3028104" y="215397"/>
                  </a:lnTo>
                  <a:lnTo>
                    <a:pt x="3028208" y="215900"/>
                  </a:lnTo>
                  <a:lnTo>
                    <a:pt x="3039447" y="215900"/>
                  </a:lnTo>
                  <a:lnTo>
                    <a:pt x="3026734" y="208722"/>
                  </a:lnTo>
                  <a:close/>
                </a:path>
                <a:path w="4009390" h="3048000">
                  <a:moveTo>
                    <a:pt x="3042546" y="215397"/>
                  </a:moveTo>
                  <a:lnTo>
                    <a:pt x="3042894" y="215900"/>
                  </a:lnTo>
                  <a:lnTo>
                    <a:pt x="3043196" y="215900"/>
                  </a:lnTo>
                  <a:lnTo>
                    <a:pt x="3042546" y="215397"/>
                  </a:lnTo>
                  <a:close/>
                </a:path>
                <a:path w="4009390" h="3048000">
                  <a:moveTo>
                    <a:pt x="3034104" y="203200"/>
                  </a:moveTo>
                  <a:lnTo>
                    <a:pt x="3026763" y="203200"/>
                  </a:lnTo>
                  <a:lnTo>
                    <a:pt x="3042546" y="215397"/>
                  </a:lnTo>
                  <a:lnTo>
                    <a:pt x="3034104" y="203200"/>
                  </a:lnTo>
                  <a:close/>
                </a:path>
                <a:path w="4009390" h="3048000">
                  <a:moveTo>
                    <a:pt x="3025600" y="203200"/>
                  </a:moveTo>
                  <a:lnTo>
                    <a:pt x="3016952" y="203200"/>
                  </a:lnTo>
                  <a:lnTo>
                    <a:pt x="3026734" y="208722"/>
                  </a:lnTo>
                  <a:lnTo>
                    <a:pt x="3025600" y="203200"/>
                  </a:lnTo>
                  <a:close/>
                </a:path>
                <a:path w="4009390" h="3048000">
                  <a:moveTo>
                    <a:pt x="3001016" y="203200"/>
                  </a:moveTo>
                  <a:lnTo>
                    <a:pt x="2996461" y="203200"/>
                  </a:lnTo>
                  <a:lnTo>
                    <a:pt x="2997835" y="204716"/>
                  </a:lnTo>
                  <a:lnTo>
                    <a:pt x="3005167" y="207516"/>
                  </a:lnTo>
                  <a:lnTo>
                    <a:pt x="3001016" y="203200"/>
                  </a:lnTo>
                  <a:close/>
                </a:path>
                <a:path w="4009390" h="3048000">
                  <a:moveTo>
                    <a:pt x="2963778" y="201237"/>
                  </a:moveTo>
                  <a:lnTo>
                    <a:pt x="2965250" y="203200"/>
                  </a:lnTo>
                  <a:lnTo>
                    <a:pt x="2967151" y="203200"/>
                  </a:lnTo>
                  <a:lnTo>
                    <a:pt x="2963778" y="201237"/>
                  </a:lnTo>
                  <a:close/>
                </a:path>
                <a:path w="4009390" h="3048000">
                  <a:moveTo>
                    <a:pt x="2938077" y="177800"/>
                  </a:moveTo>
                  <a:lnTo>
                    <a:pt x="2932197" y="177800"/>
                  </a:lnTo>
                  <a:lnTo>
                    <a:pt x="2933491" y="180469"/>
                  </a:lnTo>
                  <a:lnTo>
                    <a:pt x="2947914" y="190500"/>
                  </a:lnTo>
                  <a:lnTo>
                    <a:pt x="2955727" y="190500"/>
                  </a:lnTo>
                  <a:lnTo>
                    <a:pt x="2959091" y="194986"/>
                  </a:lnTo>
                  <a:lnTo>
                    <a:pt x="2979553" y="203200"/>
                  </a:lnTo>
                  <a:lnTo>
                    <a:pt x="2980413" y="203200"/>
                  </a:lnTo>
                  <a:lnTo>
                    <a:pt x="2960370" y="190500"/>
                  </a:lnTo>
                  <a:lnTo>
                    <a:pt x="2938077" y="177800"/>
                  </a:lnTo>
                  <a:close/>
                </a:path>
                <a:path w="4009390" h="3048000">
                  <a:moveTo>
                    <a:pt x="2998940" y="190500"/>
                  </a:moveTo>
                  <a:lnTo>
                    <a:pt x="2988439" y="190500"/>
                  </a:lnTo>
                  <a:lnTo>
                    <a:pt x="2997527" y="203200"/>
                  </a:lnTo>
                  <a:lnTo>
                    <a:pt x="3011526" y="203200"/>
                  </a:lnTo>
                  <a:lnTo>
                    <a:pt x="2998940" y="190500"/>
                  </a:lnTo>
                  <a:close/>
                </a:path>
                <a:path w="4009390" h="3048000">
                  <a:moveTo>
                    <a:pt x="2947914" y="190500"/>
                  </a:moveTo>
                  <a:lnTo>
                    <a:pt x="2945319" y="190500"/>
                  </a:lnTo>
                  <a:lnTo>
                    <a:pt x="2963778" y="201237"/>
                  </a:lnTo>
                  <a:lnTo>
                    <a:pt x="2959091" y="194986"/>
                  </a:lnTo>
                  <a:lnTo>
                    <a:pt x="2947914" y="190500"/>
                  </a:lnTo>
                  <a:close/>
                </a:path>
                <a:path w="4009390" h="3048000">
                  <a:moveTo>
                    <a:pt x="1095281" y="165100"/>
                  </a:moveTo>
                  <a:lnTo>
                    <a:pt x="1077894" y="165100"/>
                  </a:lnTo>
                  <a:lnTo>
                    <a:pt x="1052102" y="177800"/>
                  </a:lnTo>
                  <a:lnTo>
                    <a:pt x="1039286" y="190500"/>
                  </a:lnTo>
                  <a:lnTo>
                    <a:pt x="1057997" y="190500"/>
                  </a:lnTo>
                  <a:lnTo>
                    <a:pt x="1079247" y="177800"/>
                  </a:lnTo>
                  <a:lnTo>
                    <a:pt x="1092410" y="177800"/>
                  </a:lnTo>
                  <a:lnTo>
                    <a:pt x="1095281" y="165100"/>
                  </a:lnTo>
                  <a:close/>
                </a:path>
                <a:path w="4009390" h="3048000">
                  <a:moveTo>
                    <a:pt x="1077949" y="185970"/>
                  </a:moveTo>
                  <a:lnTo>
                    <a:pt x="1066863" y="190500"/>
                  </a:lnTo>
                  <a:lnTo>
                    <a:pt x="1075061" y="190500"/>
                  </a:lnTo>
                  <a:lnTo>
                    <a:pt x="1077949" y="185970"/>
                  </a:lnTo>
                  <a:close/>
                </a:path>
                <a:path w="4009390" h="3048000">
                  <a:moveTo>
                    <a:pt x="2900713" y="165100"/>
                  </a:moveTo>
                  <a:lnTo>
                    <a:pt x="2881242" y="165100"/>
                  </a:lnTo>
                  <a:lnTo>
                    <a:pt x="2925796" y="190500"/>
                  </a:lnTo>
                  <a:lnTo>
                    <a:pt x="2938353" y="190500"/>
                  </a:lnTo>
                  <a:lnTo>
                    <a:pt x="2933491" y="180469"/>
                  </a:lnTo>
                  <a:lnTo>
                    <a:pt x="2929652" y="177800"/>
                  </a:lnTo>
                  <a:lnTo>
                    <a:pt x="2907998" y="177800"/>
                  </a:lnTo>
                  <a:lnTo>
                    <a:pt x="2900713" y="165100"/>
                  </a:lnTo>
                  <a:close/>
                </a:path>
                <a:path w="4009390" h="3048000">
                  <a:moveTo>
                    <a:pt x="2972197" y="182945"/>
                  </a:moveTo>
                  <a:lnTo>
                    <a:pt x="2974446" y="190500"/>
                  </a:lnTo>
                  <a:lnTo>
                    <a:pt x="2989307" y="190500"/>
                  </a:lnTo>
                  <a:lnTo>
                    <a:pt x="2972197" y="182945"/>
                  </a:lnTo>
                  <a:close/>
                </a:path>
                <a:path w="4009390" h="3048000">
                  <a:moveTo>
                    <a:pt x="1097943" y="177800"/>
                  </a:moveTo>
                  <a:lnTo>
                    <a:pt x="1083157" y="177800"/>
                  </a:lnTo>
                  <a:lnTo>
                    <a:pt x="1077949" y="185970"/>
                  </a:lnTo>
                  <a:lnTo>
                    <a:pt x="1097943" y="177800"/>
                  </a:lnTo>
                  <a:close/>
                </a:path>
                <a:path w="4009390" h="3048000">
                  <a:moveTo>
                    <a:pt x="2970666" y="177800"/>
                  </a:moveTo>
                  <a:lnTo>
                    <a:pt x="2960542" y="177800"/>
                  </a:lnTo>
                  <a:lnTo>
                    <a:pt x="2972197" y="182945"/>
                  </a:lnTo>
                  <a:lnTo>
                    <a:pt x="2970666" y="177800"/>
                  </a:lnTo>
                  <a:close/>
                </a:path>
                <a:path w="4009390" h="3048000">
                  <a:moveTo>
                    <a:pt x="1100429" y="176877"/>
                  </a:moveTo>
                  <a:lnTo>
                    <a:pt x="1097943" y="177800"/>
                  </a:lnTo>
                  <a:lnTo>
                    <a:pt x="1099953" y="177800"/>
                  </a:lnTo>
                  <a:lnTo>
                    <a:pt x="1100429" y="176877"/>
                  </a:lnTo>
                  <a:close/>
                </a:path>
                <a:path w="4009390" h="3048000">
                  <a:moveTo>
                    <a:pt x="2911390" y="165100"/>
                  </a:moveTo>
                  <a:lnTo>
                    <a:pt x="2908347" y="165100"/>
                  </a:lnTo>
                  <a:lnTo>
                    <a:pt x="2910596" y="176877"/>
                  </a:lnTo>
                  <a:lnTo>
                    <a:pt x="2910699" y="177419"/>
                  </a:lnTo>
                  <a:lnTo>
                    <a:pt x="2910772" y="177800"/>
                  </a:lnTo>
                  <a:lnTo>
                    <a:pt x="2929652" y="177800"/>
                  </a:lnTo>
                  <a:lnTo>
                    <a:pt x="2911390" y="165100"/>
                  </a:lnTo>
                  <a:close/>
                </a:path>
                <a:path w="4009390" h="3048000">
                  <a:moveTo>
                    <a:pt x="2948284" y="175840"/>
                  </a:moveTo>
                  <a:lnTo>
                    <a:pt x="2948716" y="177419"/>
                  </a:lnTo>
                  <a:lnTo>
                    <a:pt x="2948820" y="177800"/>
                  </a:lnTo>
                  <a:lnTo>
                    <a:pt x="2952488" y="177800"/>
                  </a:lnTo>
                  <a:lnTo>
                    <a:pt x="2952259" y="177419"/>
                  </a:lnTo>
                  <a:lnTo>
                    <a:pt x="2948284" y="175840"/>
                  </a:lnTo>
                  <a:close/>
                </a:path>
                <a:path w="4009390" h="3048000">
                  <a:moveTo>
                    <a:pt x="2949823" y="173379"/>
                  </a:moveTo>
                  <a:lnTo>
                    <a:pt x="2952259" y="177419"/>
                  </a:lnTo>
                  <a:lnTo>
                    <a:pt x="2953216" y="177800"/>
                  </a:lnTo>
                  <a:lnTo>
                    <a:pt x="2960542" y="177800"/>
                  </a:lnTo>
                  <a:lnTo>
                    <a:pt x="2949823" y="173379"/>
                  </a:lnTo>
                  <a:close/>
                </a:path>
                <a:path w="4009390" h="3048000">
                  <a:moveTo>
                    <a:pt x="1159054" y="148460"/>
                  </a:moveTo>
                  <a:lnTo>
                    <a:pt x="1151646" y="152400"/>
                  </a:lnTo>
                  <a:lnTo>
                    <a:pt x="1131619" y="165100"/>
                  </a:lnTo>
                  <a:lnTo>
                    <a:pt x="1106502" y="165100"/>
                  </a:lnTo>
                  <a:lnTo>
                    <a:pt x="1100429" y="176877"/>
                  </a:lnTo>
                  <a:lnTo>
                    <a:pt x="1132164" y="165100"/>
                  </a:lnTo>
                  <a:lnTo>
                    <a:pt x="1167245" y="153310"/>
                  </a:lnTo>
                  <a:lnTo>
                    <a:pt x="1167806" y="152400"/>
                  </a:lnTo>
                  <a:lnTo>
                    <a:pt x="1155450" y="152400"/>
                  </a:lnTo>
                  <a:lnTo>
                    <a:pt x="1159054" y="148460"/>
                  </a:lnTo>
                  <a:close/>
                </a:path>
                <a:path w="4009390" h="3048000">
                  <a:moveTo>
                    <a:pt x="2929745" y="165100"/>
                  </a:moveTo>
                  <a:lnTo>
                    <a:pt x="2921245" y="165100"/>
                  </a:lnTo>
                  <a:lnTo>
                    <a:pt x="2948284" y="175840"/>
                  </a:lnTo>
                  <a:lnTo>
                    <a:pt x="2947328" y="172350"/>
                  </a:lnTo>
                  <a:lnTo>
                    <a:pt x="2929745" y="165100"/>
                  </a:lnTo>
                  <a:close/>
                </a:path>
                <a:path w="4009390" h="3048000">
                  <a:moveTo>
                    <a:pt x="2945767" y="166651"/>
                  </a:moveTo>
                  <a:lnTo>
                    <a:pt x="2947328" y="172350"/>
                  </a:lnTo>
                  <a:lnTo>
                    <a:pt x="2949823" y="173379"/>
                  </a:lnTo>
                  <a:lnTo>
                    <a:pt x="2945767" y="166651"/>
                  </a:lnTo>
                  <a:close/>
                </a:path>
                <a:path w="4009390" h="3048000">
                  <a:moveTo>
                    <a:pt x="2945342" y="165100"/>
                  </a:moveTo>
                  <a:lnTo>
                    <a:pt x="2944831" y="165100"/>
                  </a:lnTo>
                  <a:lnTo>
                    <a:pt x="2945767" y="166651"/>
                  </a:lnTo>
                  <a:lnTo>
                    <a:pt x="2945342" y="165100"/>
                  </a:lnTo>
                  <a:close/>
                </a:path>
                <a:path w="4009390" h="3048000">
                  <a:moveTo>
                    <a:pt x="1103060" y="152400"/>
                  </a:moveTo>
                  <a:lnTo>
                    <a:pt x="1095698" y="165100"/>
                  </a:lnTo>
                  <a:lnTo>
                    <a:pt x="1096259" y="165100"/>
                  </a:lnTo>
                  <a:lnTo>
                    <a:pt x="1102962" y="158286"/>
                  </a:lnTo>
                  <a:lnTo>
                    <a:pt x="1103060" y="152400"/>
                  </a:lnTo>
                  <a:close/>
                </a:path>
                <a:path w="4009390" h="3048000">
                  <a:moveTo>
                    <a:pt x="1102962" y="158286"/>
                  </a:moveTo>
                  <a:lnTo>
                    <a:pt x="1096259" y="165100"/>
                  </a:lnTo>
                  <a:lnTo>
                    <a:pt x="1102165" y="165100"/>
                  </a:lnTo>
                  <a:lnTo>
                    <a:pt x="1102854" y="164753"/>
                  </a:lnTo>
                  <a:lnTo>
                    <a:pt x="1102962" y="158286"/>
                  </a:lnTo>
                  <a:close/>
                </a:path>
                <a:path w="4009390" h="3048000">
                  <a:moveTo>
                    <a:pt x="1102854" y="164753"/>
                  </a:moveTo>
                  <a:lnTo>
                    <a:pt x="1102165" y="165100"/>
                  </a:lnTo>
                  <a:lnTo>
                    <a:pt x="1102848" y="165100"/>
                  </a:lnTo>
                  <a:lnTo>
                    <a:pt x="1102854" y="164753"/>
                  </a:lnTo>
                  <a:close/>
                </a:path>
                <a:path w="4009390" h="3048000">
                  <a:moveTo>
                    <a:pt x="1138405" y="152400"/>
                  </a:moveTo>
                  <a:lnTo>
                    <a:pt x="1127370" y="152400"/>
                  </a:lnTo>
                  <a:lnTo>
                    <a:pt x="1122166" y="165100"/>
                  </a:lnTo>
                  <a:lnTo>
                    <a:pt x="1128028" y="165100"/>
                  </a:lnTo>
                  <a:lnTo>
                    <a:pt x="1138405" y="152400"/>
                  </a:lnTo>
                  <a:close/>
                </a:path>
                <a:path w="4009390" h="3048000">
                  <a:moveTo>
                    <a:pt x="1166740" y="154138"/>
                  </a:moveTo>
                  <a:lnTo>
                    <a:pt x="1156278" y="165100"/>
                  </a:lnTo>
                  <a:lnTo>
                    <a:pt x="1160024" y="165100"/>
                  </a:lnTo>
                  <a:lnTo>
                    <a:pt x="1166740" y="154138"/>
                  </a:lnTo>
                  <a:close/>
                </a:path>
                <a:path w="4009390" h="3048000">
                  <a:moveTo>
                    <a:pt x="2868275" y="164753"/>
                  </a:moveTo>
                  <a:lnTo>
                    <a:pt x="2868353" y="165100"/>
                  </a:lnTo>
                  <a:lnTo>
                    <a:pt x="2868603" y="165100"/>
                  </a:lnTo>
                  <a:lnTo>
                    <a:pt x="2868275" y="164753"/>
                  </a:lnTo>
                  <a:close/>
                </a:path>
                <a:path w="4009390" h="3048000">
                  <a:moveTo>
                    <a:pt x="2867500" y="163210"/>
                  </a:moveTo>
                  <a:lnTo>
                    <a:pt x="2868125" y="164594"/>
                  </a:lnTo>
                  <a:lnTo>
                    <a:pt x="2868603" y="165100"/>
                  </a:lnTo>
                  <a:lnTo>
                    <a:pt x="2869048" y="165100"/>
                  </a:lnTo>
                  <a:lnTo>
                    <a:pt x="2868710" y="164259"/>
                  </a:lnTo>
                  <a:lnTo>
                    <a:pt x="2867500" y="163210"/>
                  </a:lnTo>
                  <a:close/>
                </a:path>
                <a:path w="4009390" h="3048000">
                  <a:moveTo>
                    <a:pt x="2868710" y="164259"/>
                  </a:moveTo>
                  <a:lnTo>
                    <a:pt x="2869048" y="165100"/>
                  </a:lnTo>
                  <a:lnTo>
                    <a:pt x="2869680" y="165100"/>
                  </a:lnTo>
                  <a:lnTo>
                    <a:pt x="2868710" y="164259"/>
                  </a:lnTo>
                  <a:close/>
                </a:path>
                <a:path w="4009390" h="3048000">
                  <a:moveTo>
                    <a:pt x="2901581" y="164259"/>
                  </a:moveTo>
                  <a:lnTo>
                    <a:pt x="2901744" y="164594"/>
                  </a:lnTo>
                  <a:lnTo>
                    <a:pt x="2902051" y="165100"/>
                  </a:lnTo>
                  <a:lnTo>
                    <a:pt x="2902733" y="165100"/>
                  </a:lnTo>
                  <a:lnTo>
                    <a:pt x="2901581" y="164259"/>
                  </a:lnTo>
                  <a:close/>
                </a:path>
                <a:path w="4009390" h="3048000">
                  <a:moveTo>
                    <a:pt x="2899241" y="153310"/>
                  </a:moveTo>
                  <a:lnTo>
                    <a:pt x="2906711" y="165100"/>
                  </a:lnTo>
                  <a:lnTo>
                    <a:pt x="2921245" y="165100"/>
                  </a:lnTo>
                  <a:lnTo>
                    <a:pt x="2899241" y="153310"/>
                  </a:lnTo>
                  <a:close/>
                </a:path>
                <a:path w="4009390" h="3048000">
                  <a:moveTo>
                    <a:pt x="1127370" y="152400"/>
                  </a:moveTo>
                  <a:lnTo>
                    <a:pt x="1108753" y="152400"/>
                  </a:lnTo>
                  <a:lnTo>
                    <a:pt x="1102962" y="158286"/>
                  </a:lnTo>
                  <a:lnTo>
                    <a:pt x="1102854" y="164753"/>
                  </a:lnTo>
                  <a:lnTo>
                    <a:pt x="1127370" y="152400"/>
                  </a:lnTo>
                  <a:close/>
                </a:path>
                <a:path w="4009390" h="3048000">
                  <a:moveTo>
                    <a:pt x="2875570" y="152400"/>
                  </a:moveTo>
                  <a:lnTo>
                    <a:pt x="2871545" y="152400"/>
                  </a:lnTo>
                  <a:lnTo>
                    <a:pt x="2878137" y="164594"/>
                  </a:lnTo>
                  <a:lnTo>
                    <a:pt x="2878222" y="164753"/>
                  </a:lnTo>
                  <a:lnTo>
                    <a:pt x="2878222" y="164259"/>
                  </a:lnTo>
                  <a:lnTo>
                    <a:pt x="2875570" y="152400"/>
                  </a:lnTo>
                  <a:close/>
                </a:path>
                <a:path w="4009390" h="3048000">
                  <a:moveTo>
                    <a:pt x="2863719" y="159933"/>
                  </a:moveTo>
                  <a:lnTo>
                    <a:pt x="2868125" y="164594"/>
                  </a:lnTo>
                  <a:lnTo>
                    <a:pt x="2867500" y="163210"/>
                  </a:lnTo>
                  <a:lnTo>
                    <a:pt x="2863719" y="159933"/>
                  </a:lnTo>
                  <a:close/>
                </a:path>
                <a:path w="4009390" h="3048000">
                  <a:moveTo>
                    <a:pt x="2863939" y="152400"/>
                  </a:moveTo>
                  <a:lnTo>
                    <a:pt x="2862616" y="152400"/>
                  </a:lnTo>
                  <a:lnTo>
                    <a:pt x="2867500" y="163210"/>
                  </a:lnTo>
                  <a:lnTo>
                    <a:pt x="2868710" y="164259"/>
                  </a:lnTo>
                  <a:lnTo>
                    <a:pt x="2863939" y="152400"/>
                  </a:lnTo>
                  <a:close/>
                </a:path>
                <a:path w="4009390" h="3048000">
                  <a:moveTo>
                    <a:pt x="2894350" y="152400"/>
                  </a:moveTo>
                  <a:lnTo>
                    <a:pt x="2885324" y="152400"/>
                  </a:lnTo>
                  <a:lnTo>
                    <a:pt x="2901581" y="164259"/>
                  </a:lnTo>
                  <a:lnTo>
                    <a:pt x="2900905" y="163210"/>
                  </a:lnTo>
                  <a:lnTo>
                    <a:pt x="2894350" y="152400"/>
                  </a:lnTo>
                  <a:close/>
                </a:path>
                <a:path w="4009390" h="3048000">
                  <a:moveTo>
                    <a:pt x="2856598" y="152400"/>
                  </a:moveTo>
                  <a:lnTo>
                    <a:pt x="2855028" y="152400"/>
                  </a:lnTo>
                  <a:lnTo>
                    <a:pt x="2863719" y="159933"/>
                  </a:lnTo>
                  <a:lnTo>
                    <a:pt x="2856598" y="152400"/>
                  </a:lnTo>
                  <a:close/>
                </a:path>
                <a:path w="4009390" h="3048000">
                  <a:moveTo>
                    <a:pt x="1167666" y="153168"/>
                  </a:moveTo>
                  <a:lnTo>
                    <a:pt x="1167248" y="153310"/>
                  </a:lnTo>
                  <a:lnTo>
                    <a:pt x="1166740" y="154138"/>
                  </a:lnTo>
                  <a:lnTo>
                    <a:pt x="1167666" y="153168"/>
                  </a:lnTo>
                  <a:close/>
                </a:path>
                <a:path w="4009390" h="3048000">
                  <a:moveTo>
                    <a:pt x="2898664" y="152400"/>
                  </a:moveTo>
                  <a:lnTo>
                    <a:pt x="2897542" y="152400"/>
                  </a:lnTo>
                  <a:lnTo>
                    <a:pt x="2899241" y="153310"/>
                  </a:lnTo>
                  <a:lnTo>
                    <a:pt x="2898664" y="152400"/>
                  </a:lnTo>
                  <a:close/>
                </a:path>
                <a:path w="4009390" h="3048000">
                  <a:moveTo>
                    <a:pt x="1169953" y="152400"/>
                  </a:moveTo>
                  <a:lnTo>
                    <a:pt x="1168400" y="152400"/>
                  </a:lnTo>
                  <a:lnTo>
                    <a:pt x="1167666" y="153168"/>
                  </a:lnTo>
                  <a:lnTo>
                    <a:pt x="1169953" y="152400"/>
                  </a:lnTo>
                  <a:close/>
                </a:path>
                <a:path w="4009390" h="3048000">
                  <a:moveTo>
                    <a:pt x="1143115" y="139705"/>
                  </a:moveTo>
                  <a:lnTo>
                    <a:pt x="1142892" y="139705"/>
                  </a:lnTo>
                  <a:lnTo>
                    <a:pt x="1123311" y="152400"/>
                  </a:lnTo>
                  <a:lnTo>
                    <a:pt x="1131906" y="152400"/>
                  </a:lnTo>
                  <a:lnTo>
                    <a:pt x="1139609" y="145382"/>
                  </a:lnTo>
                  <a:lnTo>
                    <a:pt x="1143115" y="139705"/>
                  </a:lnTo>
                  <a:close/>
                </a:path>
                <a:path w="4009390" h="3048000">
                  <a:moveTo>
                    <a:pt x="1139609" y="145382"/>
                  </a:moveTo>
                  <a:lnTo>
                    <a:pt x="1131906" y="152400"/>
                  </a:lnTo>
                  <a:lnTo>
                    <a:pt x="1135274" y="152400"/>
                  </a:lnTo>
                  <a:lnTo>
                    <a:pt x="1139609" y="145382"/>
                  </a:lnTo>
                  <a:close/>
                </a:path>
                <a:path w="4009390" h="3048000">
                  <a:moveTo>
                    <a:pt x="1157796" y="139705"/>
                  </a:moveTo>
                  <a:lnTo>
                    <a:pt x="1145840" y="139705"/>
                  </a:lnTo>
                  <a:lnTo>
                    <a:pt x="1139609" y="145382"/>
                  </a:lnTo>
                  <a:lnTo>
                    <a:pt x="1135274" y="152400"/>
                  </a:lnTo>
                  <a:lnTo>
                    <a:pt x="1139855" y="152400"/>
                  </a:lnTo>
                  <a:lnTo>
                    <a:pt x="1157796" y="139705"/>
                  </a:lnTo>
                  <a:close/>
                </a:path>
                <a:path w="4009390" h="3048000">
                  <a:moveTo>
                    <a:pt x="1159796" y="148066"/>
                  </a:moveTo>
                  <a:lnTo>
                    <a:pt x="1159054" y="148460"/>
                  </a:lnTo>
                  <a:lnTo>
                    <a:pt x="1155450" y="152400"/>
                  </a:lnTo>
                  <a:lnTo>
                    <a:pt x="1156239" y="152400"/>
                  </a:lnTo>
                  <a:lnTo>
                    <a:pt x="1159796" y="148066"/>
                  </a:lnTo>
                  <a:close/>
                </a:path>
                <a:path w="4009390" h="3048000">
                  <a:moveTo>
                    <a:pt x="1322228" y="101600"/>
                  </a:moveTo>
                  <a:lnTo>
                    <a:pt x="1280946" y="101600"/>
                  </a:lnTo>
                  <a:lnTo>
                    <a:pt x="1273708" y="114300"/>
                  </a:lnTo>
                  <a:lnTo>
                    <a:pt x="1251702" y="114300"/>
                  </a:lnTo>
                  <a:lnTo>
                    <a:pt x="1239359" y="122600"/>
                  </a:lnTo>
                  <a:lnTo>
                    <a:pt x="1237107" y="127093"/>
                  </a:lnTo>
                  <a:lnTo>
                    <a:pt x="1217140" y="127093"/>
                  </a:lnTo>
                  <a:lnTo>
                    <a:pt x="1194128" y="139705"/>
                  </a:lnTo>
                  <a:lnTo>
                    <a:pt x="1175517" y="139705"/>
                  </a:lnTo>
                  <a:lnTo>
                    <a:pt x="1159796" y="148066"/>
                  </a:lnTo>
                  <a:lnTo>
                    <a:pt x="1156239" y="152400"/>
                  </a:lnTo>
                  <a:lnTo>
                    <a:pt x="1188166" y="152400"/>
                  </a:lnTo>
                  <a:lnTo>
                    <a:pt x="1202143" y="139705"/>
                  </a:lnTo>
                  <a:lnTo>
                    <a:pt x="1253516" y="127093"/>
                  </a:lnTo>
                  <a:lnTo>
                    <a:pt x="1311381" y="114300"/>
                  </a:lnTo>
                  <a:lnTo>
                    <a:pt x="1315805" y="112498"/>
                  </a:lnTo>
                  <a:lnTo>
                    <a:pt x="1322228" y="101600"/>
                  </a:lnTo>
                  <a:close/>
                </a:path>
                <a:path w="4009390" h="3048000">
                  <a:moveTo>
                    <a:pt x="2816333" y="146621"/>
                  </a:moveTo>
                  <a:lnTo>
                    <a:pt x="2821407" y="152400"/>
                  </a:lnTo>
                  <a:lnTo>
                    <a:pt x="2829888" y="152400"/>
                  </a:lnTo>
                  <a:lnTo>
                    <a:pt x="2816333" y="146621"/>
                  </a:lnTo>
                  <a:close/>
                </a:path>
                <a:path w="4009390" h="3048000">
                  <a:moveTo>
                    <a:pt x="2843578" y="144864"/>
                  </a:moveTo>
                  <a:lnTo>
                    <a:pt x="2847895" y="152400"/>
                  </a:lnTo>
                  <a:lnTo>
                    <a:pt x="2864875" y="152400"/>
                  </a:lnTo>
                  <a:lnTo>
                    <a:pt x="2843578" y="144864"/>
                  </a:lnTo>
                  <a:close/>
                </a:path>
                <a:path w="4009390" h="3048000">
                  <a:moveTo>
                    <a:pt x="2864260" y="151055"/>
                  </a:moveTo>
                  <a:lnTo>
                    <a:pt x="2865215" y="152400"/>
                  </a:lnTo>
                  <a:lnTo>
                    <a:pt x="2866250" y="152400"/>
                  </a:lnTo>
                  <a:lnTo>
                    <a:pt x="2864260" y="151055"/>
                  </a:lnTo>
                  <a:close/>
                </a:path>
                <a:path w="4009390" h="3048000">
                  <a:moveTo>
                    <a:pt x="2871500" y="148460"/>
                  </a:moveTo>
                  <a:lnTo>
                    <a:pt x="2873985" y="151055"/>
                  </a:lnTo>
                  <a:lnTo>
                    <a:pt x="2875325" y="152400"/>
                  </a:lnTo>
                  <a:lnTo>
                    <a:pt x="2877765" y="152400"/>
                  </a:lnTo>
                  <a:lnTo>
                    <a:pt x="2871500" y="148460"/>
                  </a:lnTo>
                  <a:close/>
                </a:path>
                <a:path w="4009390" h="3048000">
                  <a:moveTo>
                    <a:pt x="2877292" y="139705"/>
                  </a:moveTo>
                  <a:lnTo>
                    <a:pt x="2873212" y="139705"/>
                  </a:lnTo>
                  <a:lnTo>
                    <a:pt x="2884497" y="152400"/>
                  </a:lnTo>
                  <a:lnTo>
                    <a:pt x="2895509" y="152400"/>
                  </a:lnTo>
                  <a:lnTo>
                    <a:pt x="2877292" y="139705"/>
                  </a:lnTo>
                  <a:close/>
                </a:path>
                <a:path w="4009390" h="3048000">
                  <a:moveTo>
                    <a:pt x="2856208" y="139705"/>
                  </a:moveTo>
                  <a:lnTo>
                    <a:pt x="2847469" y="139705"/>
                  </a:lnTo>
                  <a:lnTo>
                    <a:pt x="2864260" y="151055"/>
                  </a:lnTo>
                  <a:lnTo>
                    <a:pt x="2856208" y="139705"/>
                  </a:lnTo>
                  <a:close/>
                </a:path>
                <a:path w="4009390" h="3048000">
                  <a:moveTo>
                    <a:pt x="1162423" y="144864"/>
                  </a:moveTo>
                  <a:lnTo>
                    <a:pt x="1161870" y="145382"/>
                  </a:lnTo>
                  <a:lnTo>
                    <a:pt x="1159054" y="148460"/>
                  </a:lnTo>
                  <a:lnTo>
                    <a:pt x="1159796" y="148066"/>
                  </a:lnTo>
                  <a:lnTo>
                    <a:pt x="1162423" y="144864"/>
                  </a:lnTo>
                  <a:close/>
                </a:path>
                <a:path w="4009390" h="3048000">
                  <a:moveTo>
                    <a:pt x="2849694" y="127093"/>
                  </a:moveTo>
                  <a:lnTo>
                    <a:pt x="2861902" y="139705"/>
                  </a:lnTo>
                  <a:lnTo>
                    <a:pt x="2857577" y="139705"/>
                  </a:lnTo>
                  <a:lnTo>
                    <a:pt x="2871229" y="148290"/>
                  </a:lnTo>
                  <a:lnTo>
                    <a:pt x="2863032" y="140065"/>
                  </a:lnTo>
                  <a:lnTo>
                    <a:pt x="2849694" y="127093"/>
                  </a:lnTo>
                  <a:close/>
                </a:path>
                <a:path w="4009390" h="3048000">
                  <a:moveTo>
                    <a:pt x="2810261" y="139705"/>
                  </a:moveTo>
                  <a:lnTo>
                    <a:pt x="2800113" y="139705"/>
                  </a:lnTo>
                  <a:lnTo>
                    <a:pt x="2816333" y="146621"/>
                  </a:lnTo>
                  <a:lnTo>
                    <a:pt x="2810261" y="139705"/>
                  </a:lnTo>
                  <a:close/>
                </a:path>
                <a:path w="4009390" h="3048000">
                  <a:moveTo>
                    <a:pt x="2827346" y="127093"/>
                  </a:moveTo>
                  <a:lnTo>
                    <a:pt x="2807867" y="127093"/>
                  </a:lnTo>
                  <a:lnTo>
                    <a:pt x="2824198" y="137570"/>
                  </a:lnTo>
                  <a:lnTo>
                    <a:pt x="2829000" y="139705"/>
                  </a:lnTo>
                  <a:lnTo>
                    <a:pt x="2843578" y="144864"/>
                  </a:lnTo>
                  <a:lnTo>
                    <a:pt x="2840622" y="139705"/>
                  </a:lnTo>
                  <a:lnTo>
                    <a:pt x="2842763" y="139705"/>
                  </a:lnTo>
                  <a:lnTo>
                    <a:pt x="2827346" y="127093"/>
                  </a:lnTo>
                  <a:close/>
                </a:path>
                <a:path w="4009390" h="3048000">
                  <a:moveTo>
                    <a:pt x="1167064" y="139705"/>
                  </a:moveTo>
                  <a:lnTo>
                    <a:pt x="1166656" y="139705"/>
                  </a:lnTo>
                  <a:lnTo>
                    <a:pt x="1163109" y="144028"/>
                  </a:lnTo>
                  <a:lnTo>
                    <a:pt x="1167064" y="139705"/>
                  </a:lnTo>
                  <a:close/>
                </a:path>
                <a:path w="4009390" h="3048000">
                  <a:moveTo>
                    <a:pt x="1216562" y="127093"/>
                  </a:moveTo>
                  <a:lnTo>
                    <a:pt x="1175821" y="127093"/>
                  </a:lnTo>
                  <a:lnTo>
                    <a:pt x="1161222" y="139705"/>
                  </a:lnTo>
                  <a:lnTo>
                    <a:pt x="1185497" y="139705"/>
                  </a:lnTo>
                  <a:lnTo>
                    <a:pt x="1216562" y="127093"/>
                  </a:lnTo>
                  <a:close/>
                </a:path>
                <a:path w="4009390" h="3048000">
                  <a:moveTo>
                    <a:pt x="1217140" y="127093"/>
                  </a:moveTo>
                  <a:lnTo>
                    <a:pt x="1216562" y="127093"/>
                  </a:lnTo>
                  <a:lnTo>
                    <a:pt x="1185497" y="139705"/>
                  </a:lnTo>
                  <a:lnTo>
                    <a:pt x="1194128" y="139705"/>
                  </a:lnTo>
                  <a:lnTo>
                    <a:pt x="1217140" y="127093"/>
                  </a:lnTo>
                  <a:close/>
                </a:path>
                <a:path w="4009390" h="3048000">
                  <a:moveTo>
                    <a:pt x="2737226" y="114300"/>
                  </a:moveTo>
                  <a:lnTo>
                    <a:pt x="2734049" y="114300"/>
                  </a:lnTo>
                  <a:lnTo>
                    <a:pt x="2746967" y="127093"/>
                  </a:lnTo>
                  <a:lnTo>
                    <a:pt x="2755409" y="127093"/>
                  </a:lnTo>
                  <a:lnTo>
                    <a:pt x="2775849" y="139705"/>
                  </a:lnTo>
                  <a:lnTo>
                    <a:pt x="2783271" y="139705"/>
                  </a:lnTo>
                  <a:lnTo>
                    <a:pt x="2776794" y="129794"/>
                  </a:lnTo>
                  <a:lnTo>
                    <a:pt x="2770442" y="127093"/>
                  </a:lnTo>
                  <a:lnTo>
                    <a:pt x="2737226" y="114300"/>
                  </a:lnTo>
                  <a:close/>
                </a:path>
                <a:path w="4009390" h="3048000">
                  <a:moveTo>
                    <a:pt x="2786200" y="133792"/>
                  </a:moveTo>
                  <a:lnTo>
                    <a:pt x="2795945" y="139705"/>
                  </a:lnTo>
                  <a:lnTo>
                    <a:pt x="2800113" y="139705"/>
                  </a:lnTo>
                  <a:lnTo>
                    <a:pt x="2786200" y="133792"/>
                  </a:lnTo>
                  <a:close/>
                </a:path>
                <a:path w="4009390" h="3048000">
                  <a:moveTo>
                    <a:pt x="2800656" y="127093"/>
                  </a:moveTo>
                  <a:lnTo>
                    <a:pt x="2786249" y="127093"/>
                  </a:lnTo>
                  <a:lnTo>
                    <a:pt x="2810680" y="139705"/>
                  </a:lnTo>
                  <a:lnTo>
                    <a:pt x="2827527" y="139705"/>
                  </a:lnTo>
                  <a:lnTo>
                    <a:pt x="2824198" y="137570"/>
                  </a:lnTo>
                  <a:lnTo>
                    <a:pt x="2800656" y="127093"/>
                  </a:lnTo>
                  <a:close/>
                </a:path>
                <a:path w="4009390" h="3048000">
                  <a:moveTo>
                    <a:pt x="2824198" y="137570"/>
                  </a:moveTo>
                  <a:lnTo>
                    <a:pt x="2827527" y="139705"/>
                  </a:lnTo>
                  <a:lnTo>
                    <a:pt x="2828997" y="139705"/>
                  </a:lnTo>
                  <a:lnTo>
                    <a:pt x="2824198" y="137570"/>
                  </a:lnTo>
                  <a:close/>
                </a:path>
                <a:path w="4009390" h="3048000">
                  <a:moveTo>
                    <a:pt x="2847166" y="137570"/>
                  </a:moveTo>
                  <a:lnTo>
                    <a:pt x="2848386" y="139705"/>
                  </a:lnTo>
                  <a:lnTo>
                    <a:pt x="2848961" y="139705"/>
                  </a:lnTo>
                  <a:lnTo>
                    <a:pt x="2847166" y="137570"/>
                  </a:lnTo>
                  <a:close/>
                </a:path>
                <a:path w="4009390" h="3048000">
                  <a:moveTo>
                    <a:pt x="2840611" y="127093"/>
                  </a:moveTo>
                  <a:lnTo>
                    <a:pt x="2838361" y="127093"/>
                  </a:lnTo>
                  <a:lnTo>
                    <a:pt x="2846803" y="137138"/>
                  </a:lnTo>
                  <a:lnTo>
                    <a:pt x="2840611" y="127093"/>
                  </a:lnTo>
                  <a:close/>
                </a:path>
                <a:path w="4009390" h="3048000">
                  <a:moveTo>
                    <a:pt x="2756723" y="114300"/>
                  </a:moveTo>
                  <a:lnTo>
                    <a:pt x="2749110" y="114300"/>
                  </a:lnTo>
                  <a:lnTo>
                    <a:pt x="2773941" y="126512"/>
                  </a:lnTo>
                  <a:lnTo>
                    <a:pt x="2775030" y="127093"/>
                  </a:lnTo>
                  <a:lnTo>
                    <a:pt x="2776794" y="129794"/>
                  </a:lnTo>
                  <a:lnTo>
                    <a:pt x="2786200" y="133792"/>
                  </a:lnTo>
                  <a:lnTo>
                    <a:pt x="2775163" y="127093"/>
                  </a:lnTo>
                  <a:lnTo>
                    <a:pt x="2786284" y="127093"/>
                  </a:lnTo>
                  <a:lnTo>
                    <a:pt x="2756723" y="114300"/>
                  </a:lnTo>
                  <a:close/>
                </a:path>
                <a:path w="4009390" h="3048000">
                  <a:moveTo>
                    <a:pt x="1243520" y="114300"/>
                  </a:moveTo>
                  <a:lnTo>
                    <a:pt x="1210166" y="114300"/>
                  </a:lnTo>
                  <a:lnTo>
                    <a:pt x="1208541" y="126512"/>
                  </a:lnTo>
                  <a:lnTo>
                    <a:pt x="1208463" y="127093"/>
                  </a:lnTo>
                  <a:lnTo>
                    <a:pt x="1232739" y="127093"/>
                  </a:lnTo>
                  <a:lnTo>
                    <a:pt x="1243520" y="114300"/>
                  </a:lnTo>
                  <a:close/>
                </a:path>
                <a:path w="4009390" h="3048000">
                  <a:moveTo>
                    <a:pt x="1236808" y="124316"/>
                  </a:moveTo>
                  <a:lnTo>
                    <a:pt x="1232678" y="127093"/>
                  </a:lnTo>
                  <a:lnTo>
                    <a:pt x="1234363" y="127093"/>
                  </a:lnTo>
                  <a:lnTo>
                    <a:pt x="1236808" y="124316"/>
                  </a:lnTo>
                  <a:close/>
                </a:path>
                <a:path w="4009390" h="3048000">
                  <a:moveTo>
                    <a:pt x="2784862" y="114632"/>
                  </a:moveTo>
                  <a:lnTo>
                    <a:pt x="2784721" y="114632"/>
                  </a:lnTo>
                  <a:lnTo>
                    <a:pt x="2789402" y="127093"/>
                  </a:lnTo>
                  <a:lnTo>
                    <a:pt x="2794858" y="127093"/>
                  </a:lnTo>
                  <a:lnTo>
                    <a:pt x="2784862" y="114632"/>
                  </a:lnTo>
                  <a:close/>
                </a:path>
                <a:path w="4009390" h="3048000">
                  <a:moveTo>
                    <a:pt x="2827172" y="126512"/>
                  </a:moveTo>
                  <a:lnTo>
                    <a:pt x="2828821" y="127093"/>
                  </a:lnTo>
                  <a:lnTo>
                    <a:pt x="2829243" y="127093"/>
                  </a:lnTo>
                  <a:lnTo>
                    <a:pt x="2827172" y="126512"/>
                  </a:lnTo>
                  <a:close/>
                </a:path>
                <a:path w="4009390" h="3048000">
                  <a:moveTo>
                    <a:pt x="2784596" y="114300"/>
                  </a:moveTo>
                  <a:lnTo>
                    <a:pt x="2783679" y="114300"/>
                  </a:lnTo>
                  <a:lnTo>
                    <a:pt x="2827172" y="126512"/>
                  </a:lnTo>
                  <a:lnTo>
                    <a:pt x="2794147" y="114632"/>
                  </a:lnTo>
                  <a:lnTo>
                    <a:pt x="2784721" y="114632"/>
                  </a:lnTo>
                  <a:lnTo>
                    <a:pt x="2784596" y="114300"/>
                  </a:lnTo>
                  <a:close/>
                </a:path>
                <a:path w="4009390" h="3048000">
                  <a:moveTo>
                    <a:pt x="1240735" y="119856"/>
                  </a:moveTo>
                  <a:lnTo>
                    <a:pt x="1236808" y="124316"/>
                  </a:lnTo>
                  <a:lnTo>
                    <a:pt x="1239359" y="122600"/>
                  </a:lnTo>
                  <a:lnTo>
                    <a:pt x="1240735" y="119856"/>
                  </a:lnTo>
                  <a:close/>
                </a:path>
                <a:path w="4009390" h="3048000">
                  <a:moveTo>
                    <a:pt x="1245627" y="114300"/>
                  </a:moveTo>
                  <a:lnTo>
                    <a:pt x="1243520" y="114300"/>
                  </a:lnTo>
                  <a:lnTo>
                    <a:pt x="1240735" y="119856"/>
                  </a:lnTo>
                  <a:lnTo>
                    <a:pt x="1245627" y="114300"/>
                  </a:lnTo>
                  <a:close/>
                </a:path>
                <a:path w="4009390" h="3048000">
                  <a:moveTo>
                    <a:pt x="2793223" y="114300"/>
                  </a:moveTo>
                  <a:lnTo>
                    <a:pt x="2784596" y="114300"/>
                  </a:lnTo>
                  <a:lnTo>
                    <a:pt x="2784862" y="114632"/>
                  </a:lnTo>
                  <a:lnTo>
                    <a:pt x="2794147" y="114632"/>
                  </a:lnTo>
                  <a:lnTo>
                    <a:pt x="2793223" y="114300"/>
                  </a:lnTo>
                  <a:close/>
                </a:path>
                <a:path w="4009390" h="3048000">
                  <a:moveTo>
                    <a:pt x="1428177" y="63500"/>
                  </a:moveTo>
                  <a:lnTo>
                    <a:pt x="1396386" y="63500"/>
                  </a:lnTo>
                  <a:lnTo>
                    <a:pt x="1367252" y="76200"/>
                  </a:lnTo>
                  <a:lnTo>
                    <a:pt x="1350471" y="76200"/>
                  </a:lnTo>
                  <a:lnTo>
                    <a:pt x="1312893" y="88900"/>
                  </a:lnTo>
                  <a:lnTo>
                    <a:pt x="1270666" y="101600"/>
                  </a:lnTo>
                  <a:lnTo>
                    <a:pt x="1239937" y="114300"/>
                  </a:lnTo>
                  <a:lnTo>
                    <a:pt x="1264324" y="114300"/>
                  </a:lnTo>
                  <a:lnTo>
                    <a:pt x="1280946" y="101600"/>
                  </a:lnTo>
                  <a:lnTo>
                    <a:pt x="1320882" y="101600"/>
                  </a:lnTo>
                  <a:lnTo>
                    <a:pt x="1328081" y="88900"/>
                  </a:lnTo>
                  <a:lnTo>
                    <a:pt x="1351648" y="88900"/>
                  </a:lnTo>
                  <a:lnTo>
                    <a:pt x="1386655" y="76200"/>
                  </a:lnTo>
                  <a:lnTo>
                    <a:pt x="1428177" y="63500"/>
                  </a:lnTo>
                  <a:close/>
                </a:path>
                <a:path w="4009390" h="3048000">
                  <a:moveTo>
                    <a:pt x="1316000" y="112498"/>
                  </a:moveTo>
                  <a:lnTo>
                    <a:pt x="1315805" y="112498"/>
                  </a:lnTo>
                  <a:lnTo>
                    <a:pt x="1314743" y="114300"/>
                  </a:lnTo>
                  <a:lnTo>
                    <a:pt x="1316000" y="112498"/>
                  </a:lnTo>
                  <a:close/>
                </a:path>
                <a:path w="4009390" h="3048000">
                  <a:moveTo>
                    <a:pt x="1363495" y="101600"/>
                  </a:moveTo>
                  <a:lnTo>
                    <a:pt x="1342561" y="101600"/>
                  </a:lnTo>
                  <a:lnTo>
                    <a:pt x="1316671" y="112145"/>
                  </a:lnTo>
                  <a:lnTo>
                    <a:pt x="1315366" y="114300"/>
                  </a:lnTo>
                  <a:lnTo>
                    <a:pt x="1329172" y="114300"/>
                  </a:lnTo>
                  <a:lnTo>
                    <a:pt x="1361376" y="103028"/>
                  </a:lnTo>
                  <a:lnTo>
                    <a:pt x="1363495" y="101600"/>
                  </a:lnTo>
                  <a:close/>
                </a:path>
                <a:path w="4009390" h="3048000">
                  <a:moveTo>
                    <a:pt x="1363458" y="102299"/>
                  </a:moveTo>
                  <a:lnTo>
                    <a:pt x="1361376" y="103028"/>
                  </a:lnTo>
                  <a:lnTo>
                    <a:pt x="1344650" y="114300"/>
                  </a:lnTo>
                  <a:lnTo>
                    <a:pt x="1363458" y="102299"/>
                  </a:lnTo>
                  <a:close/>
                </a:path>
                <a:path w="4009390" h="3048000">
                  <a:moveTo>
                    <a:pt x="2711787" y="101600"/>
                  </a:moveTo>
                  <a:lnTo>
                    <a:pt x="2678320" y="101600"/>
                  </a:lnTo>
                  <a:lnTo>
                    <a:pt x="2699117" y="114300"/>
                  </a:lnTo>
                  <a:lnTo>
                    <a:pt x="2759028" y="114300"/>
                  </a:lnTo>
                  <a:lnTo>
                    <a:pt x="2711787" y="101600"/>
                  </a:lnTo>
                  <a:close/>
                </a:path>
                <a:path w="4009390" h="3048000">
                  <a:moveTo>
                    <a:pt x="2709038" y="95074"/>
                  </a:moveTo>
                  <a:lnTo>
                    <a:pt x="2727746" y="101600"/>
                  </a:lnTo>
                  <a:lnTo>
                    <a:pt x="2760669" y="114300"/>
                  </a:lnTo>
                  <a:lnTo>
                    <a:pt x="2783679" y="114300"/>
                  </a:lnTo>
                  <a:lnTo>
                    <a:pt x="2736989" y="101600"/>
                  </a:lnTo>
                  <a:lnTo>
                    <a:pt x="2709038" y="95074"/>
                  </a:lnTo>
                  <a:close/>
                </a:path>
                <a:path w="4009390" h="3048000">
                  <a:moveTo>
                    <a:pt x="1319462" y="107538"/>
                  </a:moveTo>
                  <a:lnTo>
                    <a:pt x="1316000" y="112498"/>
                  </a:lnTo>
                  <a:lnTo>
                    <a:pt x="1315805" y="112498"/>
                  </a:lnTo>
                  <a:lnTo>
                    <a:pt x="1316671" y="112145"/>
                  </a:lnTo>
                  <a:lnTo>
                    <a:pt x="1319462" y="107538"/>
                  </a:lnTo>
                  <a:close/>
                </a:path>
                <a:path w="4009390" h="3048000">
                  <a:moveTo>
                    <a:pt x="1342561" y="101600"/>
                  </a:moveTo>
                  <a:lnTo>
                    <a:pt x="1323606" y="101600"/>
                  </a:lnTo>
                  <a:lnTo>
                    <a:pt x="1319462" y="107538"/>
                  </a:lnTo>
                  <a:lnTo>
                    <a:pt x="1316671" y="112145"/>
                  </a:lnTo>
                  <a:lnTo>
                    <a:pt x="1342561" y="101600"/>
                  </a:lnTo>
                  <a:close/>
                </a:path>
                <a:path w="4009390" h="3048000">
                  <a:moveTo>
                    <a:pt x="1323606" y="101600"/>
                  </a:moveTo>
                  <a:lnTo>
                    <a:pt x="1323059" y="101600"/>
                  </a:lnTo>
                  <a:lnTo>
                    <a:pt x="1319462" y="107538"/>
                  </a:lnTo>
                  <a:lnTo>
                    <a:pt x="1323606" y="101600"/>
                  </a:lnTo>
                  <a:close/>
                </a:path>
                <a:path w="4009390" h="3048000">
                  <a:moveTo>
                    <a:pt x="1390977" y="88900"/>
                  </a:moveTo>
                  <a:lnTo>
                    <a:pt x="1371600" y="88900"/>
                  </a:lnTo>
                  <a:lnTo>
                    <a:pt x="1353883" y="101600"/>
                  </a:lnTo>
                  <a:lnTo>
                    <a:pt x="1364554" y="101600"/>
                  </a:lnTo>
                  <a:lnTo>
                    <a:pt x="1363458" y="102299"/>
                  </a:lnTo>
                  <a:lnTo>
                    <a:pt x="1365456" y="101600"/>
                  </a:lnTo>
                  <a:lnTo>
                    <a:pt x="1390977" y="88900"/>
                  </a:lnTo>
                  <a:close/>
                </a:path>
                <a:path w="4009390" h="3048000">
                  <a:moveTo>
                    <a:pt x="1339884" y="88900"/>
                  </a:moveTo>
                  <a:lnTo>
                    <a:pt x="1336821" y="88900"/>
                  </a:lnTo>
                  <a:lnTo>
                    <a:pt x="1322635" y="101600"/>
                  </a:lnTo>
                  <a:lnTo>
                    <a:pt x="1328743" y="101600"/>
                  </a:lnTo>
                  <a:lnTo>
                    <a:pt x="1339884" y="88900"/>
                  </a:lnTo>
                  <a:close/>
                </a:path>
                <a:path w="4009390" h="3048000">
                  <a:moveTo>
                    <a:pt x="1369966" y="88900"/>
                  </a:moveTo>
                  <a:lnTo>
                    <a:pt x="1344436" y="88900"/>
                  </a:lnTo>
                  <a:lnTo>
                    <a:pt x="1330844" y="101600"/>
                  </a:lnTo>
                  <a:lnTo>
                    <a:pt x="1351433" y="101600"/>
                  </a:lnTo>
                  <a:lnTo>
                    <a:pt x="1369966" y="88900"/>
                  </a:lnTo>
                  <a:close/>
                </a:path>
                <a:path w="4009390" h="3048000">
                  <a:moveTo>
                    <a:pt x="1371600" y="88900"/>
                  </a:moveTo>
                  <a:lnTo>
                    <a:pt x="1369966" y="88900"/>
                  </a:lnTo>
                  <a:lnTo>
                    <a:pt x="1351433" y="101600"/>
                  </a:lnTo>
                  <a:lnTo>
                    <a:pt x="1353883" y="101600"/>
                  </a:lnTo>
                  <a:lnTo>
                    <a:pt x="1371600" y="88900"/>
                  </a:lnTo>
                  <a:close/>
                </a:path>
                <a:path w="4009390" h="3048000">
                  <a:moveTo>
                    <a:pt x="1378695" y="99505"/>
                  </a:moveTo>
                  <a:lnTo>
                    <a:pt x="1373780" y="101600"/>
                  </a:lnTo>
                  <a:lnTo>
                    <a:pt x="1375852" y="101600"/>
                  </a:lnTo>
                  <a:lnTo>
                    <a:pt x="1378695" y="99505"/>
                  </a:lnTo>
                  <a:close/>
                </a:path>
                <a:path w="4009390" h="3048000">
                  <a:moveTo>
                    <a:pt x="1426526" y="88900"/>
                  </a:moveTo>
                  <a:lnTo>
                    <a:pt x="1414263" y="88900"/>
                  </a:lnTo>
                  <a:lnTo>
                    <a:pt x="1391270" y="101600"/>
                  </a:lnTo>
                  <a:lnTo>
                    <a:pt x="1398739" y="101600"/>
                  </a:lnTo>
                  <a:lnTo>
                    <a:pt x="1426526" y="88900"/>
                  </a:lnTo>
                  <a:close/>
                </a:path>
                <a:path w="4009390" h="3048000">
                  <a:moveTo>
                    <a:pt x="2648417" y="76200"/>
                  </a:moveTo>
                  <a:lnTo>
                    <a:pt x="2671319" y="88900"/>
                  </a:lnTo>
                  <a:lnTo>
                    <a:pt x="2636805" y="88900"/>
                  </a:lnTo>
                  <a:lnTo>
                    <a:pt x="2647485" y="101600"/>
                  </a:lnTo>
                  <a:lnTo>
                    <a:pt x="2703072" y="101600"/>
                  </a:lnTo>
                  <a:lnTo>
                    <a:pt x="2693658" y="91483"/>
                  </a:lnTo>
                  <a:lnTo>
                    <a:pt x="2682592" y="88900"/>
                  </a:lnTo>
                  <a:lnTo>
                    <a:pt x="2648417" y="76200"/>
                  </a:lnTo>
                  <a:close/>
                </a:path>
                <a:path w="4009390" h="3048000">
                  <a:moveTo>
                    <a:pt x="1403576" y="88900"/>
                  </a:moveTo>
                  <a:lnTo>
                    <a:pt x="1393091" y="88900"/>
                  </a:lnTo>
                  <a:lnTo>
                    <a:pt x="1378695" y="99505"/>
                  </a:lnTo>
                  <a:lnTo>
                    <a:pt x="1403576" y="88900"/>
                  </a:lnTo>
                  <a:close/>
                </a:path>
                <a:path w="4009390" h="3048000">
                  <a:moveTo>
                    <a:pt x="2691337" y="88900"/>
                  </a:moveTo>
                  <a:lnTo>
                    <a:pt x="2693658" y="91483"/>
                  </a:lnTo>
                  <a:lnTo>
                    <a:pt x="2709038" y="95074"/>
                  </a:lnTo>
                  <a:lnTo>
                    <a:pt x="2691337" y="88900"/>
                  </a:lnTo>
                  <a:close/>
                </a:path>
                <a:path w="4009390" h="3048000">
                  <a:moveTo>
                    <a:pt x="1408231" y="76200"/>
                  </a:moveTo>
                  <a:lnTo>
                    <a:pt x="1393999" y="76200"/>
                  </a:lnTo>
                  <a:lnTo>
                    <a:pt x="1360426" y="88900"/>
                  </a:lnTo>
                  <a:lnTo>
                    <a:pt x="1399057" y="88900"/>
                  </a:lnTo>
                  <a:lnTo>
                    <a:pt x="1408231" y="76200"/>
                  </a:lnTo>
                  <a:close/>
                </a:path>
                <a:path w="4009390" h="3048000">
                  <a:moveTo>
                    <a:pt x="1447177" y="76200"/>
                  </a:moveTo>
                  <a:lnTo>
                    <a:pt x="1434870" y="76200"/>
                  </a:lnTo>
                  <a:lnTo>
                    <a:pt x="1407994" y="88900"/>
                  </a:lnTo>
                  <a:lnTo>
                    <a:pt x="1427743" y="88900"/>
                  </a:lnTo>
                  <a:lnTo>
                    <a:pt x="1447177" y="76200"/>
                  </a:lnTo>
                  <a:close/>
                </a:path>
                <a:path w="4009390" h="3048000">
                  <a:moveTo>
                    <a:pt x="2626230" y="76200"/>
                  </a:moveTo>
                  <a:lnTo>
                    <a:pt x="2580563" y="76200"/>
                  </a:lnTo>
                  <a:lnTo>
                    <a:pt x="2594175" y="88900"/>
                  </a:lnTo>
                  <a:lnTo>
                    <a:pt x="2642447" y="88900"/>
                  </a:lnTo>
                  <a:lnTo>
                    <a:pt x="2626230" y="76200"/>
                  </a:lnTo>
                  <a:close/>
                </a:path>
                <a:path w="4009390" h="3048000">
                  <a:moveTo>
                    <a:pt x="2646669" y="76200"/>
                  </a:moveTo>
                  <a:lnTo>
                    <a:pt x="2641804" y="76200"/>
                  </a:lnTo>
                  <a:lnTo>
                    <a:pt x="2656922" y="88900"/>
                  </a:lnTo>
                  <a:lnTo>
                    <a:pt x="2661577" y="88900"/>
                  </a:lnTo>
                  <a:lnTo>
                    <a:pt x="2646669" y="76200"/>
                  </a:lnTo>
                  <a:close/>
                </a:path>
                <a:path w="4009390" h="3048000">
                  <a:moveTo>
                    <a:pt x="1442169" y="63500"/>
                  </a:moveTo>
                  <a:lnTo>
                    <a:pt x="1435171" y="63500"/>
                  </a:lnTo>
                  <a:lnTo>
                    <a:pt x="1416354" y="76200"/>
                  </a:lnTo>
                  <a:lnTo>
                    <a:pt x="1419288" y="76200"/>
                  </a:lnTo>
                  <a:lnTo>
                    <a:pt x="1442169" y="63500"/>
                  </a:lnTo>
                  <a:close/>
                </a:path>
                <a:path w="4009390" h="3048000">
                  <a:moveTo>
                    <a:pt x="1444818" y="63500"/>
                  </a:moveTo>
                  <a:lnTo>
                    <a:pt x="1442169" y="63500"/>
                  </a:lnTo>
                  <a:lnTo>
                    <a:pt x="1419288" y="76200"/>
                  </a:lnTo>
                  <a:lnTo>
                    <a:pt x="1424385" y="76200"/>
                  </a:lnTo>
                  <a:lnTo>
                    <a:pt x="1444818" y="63500"/>
                  </a:lnTo>
                  <a:close/>
                </a:path>
                <a:path w="4009390" h="3048000">
                  <a:moveTo>
                    <a:pt x="1461147" y="63500"/>
                  </a:moveTo>
                  <a:lnTo>
                    <a:pt x="1444818" y="63500"/>
                  </a:lnTo>
                  <a:lnTo>
                    <a:pt x="1424385" y="76200"/>
                  </a:lnTo>
                  <a:lnTo>
                    <a:pt x="1444538" y="76200"/>
                  </a:lnTo>
                  <a:lnTo>
                    <a:pt x="1461147" y="63500"/>
                  </a:lnTo>
                  <a:close/>
                </a:path>
                <a:path w="4009390" h="3048000">
                  <a:moveTo>
                    <a:pt x="1517956" y="63500"/>
                  </a:moveTo>
                  <a:lnTo>
                    <a:pt x="1461147" y="63500"/>
                  </a:lnTo>
                  <a:lnTo>
                    <a:pt x="1457472" y="76200"/>
                  </a:lnTo>
                  <a:lnTo>
                    <a:pt x="1486619" y="76200"/>
                  </a:lnTo>
                  <a:lnTo>
                    <a:pt x="1517956" y="63500"/>
                  </a:lnTo>
                  <a:close/>
                </a:path>
                <a:path w="4009390" h="3048000">
                  <a:moveTo>
                    <a:pt x="2518598" y="63500"/>
                  </a:moveTo>
                  <a:lnTo>
                    <a:pt x="2513879" y="63500"/>
                  </a:lnTo>
                  <a:lnTo>
                    <a:pt x="2532801" y="76200"/>
                  </a:lnTo>
                  <a:lnTo>
                    <a:pt x="2537625" y="76200"/>
                  </a:lnTo>
                  <a:lnTo>
                    <a:pt x="2534605" y="73863"/>
                  </a:lnTo>
                  <a:lnTo>
                    <a:pt x="2518598" y="63500"/>
                  </a:lnTo>
                  <a:close/>
                </a:path>
                <a:path w="4009390" h="3048000">
                  <a:moveTo>
                    <a:pt x="2534605" y="73863"/>
                  </a:moveTo>
                  <a:lnTo>
                    <a:pt x="2537625" y="76200"/>
                  </a:lnTo>
                  <a:lnTo>
                    <a:pt x="2538214" y="76200"/>
                  </a:lnTo>
                  <a:lnTo>
                    <a:pt x="2534605" y="73863"/>
                  </a:lnTo>
                  <a:close/>
                </a:path>
                <a:path w="4009390" h="3048000">
                  <a:moveTo>
                    <a:pt x="2571737" y="63500"/>
                  </a:moveTo>
                  <a:lnTo>
                    <a:pt x="2521212" y="63500"/>
                  </a:lnTo>
                  <a:lnTo>
                    <a:pt x="2534605" y="73863"/>
                  </a:lnTo>
                  <a:lnTo>
                    <a:pt x="2538214" y="76200"/>
                  </a:lnTo>
                  <a:lnTo>
                    <a:pt x="2587379" y="76200"/>
                  </a:lnTo>
                  <a:lnTo>
                    <a:pt x="2571737" y="63500"/>
                  </a:lnTo>
                  <a:close/>
                </a:path>
                <a:path w="4009390" h="3048000">
                  <a:moveTo>
                    <a:pt x="2611092" y="66315"/>
                  </a:moveTo>
                  <a:lnTo>
                    <a:pt x="2622500" y="76200"/>
                  </a:lnTo>
                  <a:lnTo>
                    <a:pt x="2631135" y="76200"/>
                  </a:lnTo>
                  <a:lnTo>
                    <a:pt x="2629703" y="73863"/>
                  </a:lnTo>
                  <a:lnTo>
                    <a:pt x="2611092" y="66315"/>
                  </a:lnTo>
                  <a:close/>
                </a:path>
                <a:path w="4009390" h="3048000">
                  <a:moveTo>
                    <a:pt x="2626040" y="67884"/>
                  </a:moveTo>
                  <a:lnTo>
                    <a:pt x="2629728" y="73863"/>
                  </a:lnTo>
                  <a:lnTo>
                    <a:pt x="2635497" y="76200"/>
                  </a:lnTo>
                  <a:lnTo>
                    <a:pt x="2648417" y="76200"/>
                  </a:lnTo>
                  <a:lnTo>
                    <a:pt x="2626040" y="67884"/>
                  </a:lnTo>
                  <a:close/>
                </a:path>
                <a:path w="4009390" h="3048000">
                  <a:moveTo>
                    <a:pt x="2614241" y="63500"/>
                  </a:moveTo>
                  <a:lnTo>
                    <a:pt x="2607843" y="63500"/>
                  </a:lnTo>
                  <a:lnTo>
                    <a:pt x="2611092" y="66315"/>
                  </a:lnTo>
                  <a:lnTo>
                    <a:pt x="2629728" y="73863"/>
                  </a:lnTo>
                  <a:lnTo>
                    <a:pt x="2626040" y="67884"/>
                  </a:lnTo>
                  <a:lnTo>
                    <a:pt x="2614241" y="63500"/>
                  </a:lnTo>
                  <a:close/>
                </a:path>
                <a:path w="4009390" h="3048000">
                  <a:moveTo>
                    <a:pt x="2623354" y="63500"/>
                  </a:moveTo>
                  <a:lnTo>
                    <a:pt x="2614241" y="63500"/>
                  </a:lnTo>
                  <a:lnTo>
                    <a:pt x="2626040" y="67884"/>
                  </a:lnTo>
                  <a:lnTo>
                    <a:pt x="2623354" y="63500"/>
                  </a:lnTo>
                  <a:close/>
                </a:path>
                <a:path w="4009390" h="3048000">
                  <a:moveTo>
                    <a:pt x="2607843" y="63500"/>
                  </a:moveTo>
                  <a:lnTo>
                    <a:pt x="2604141" y="63500"/>
                  </a:lnTo>
                  <a:lnTo>
                    <a:pt x="2611092" y="66315"/>
                  </a:lnTo>
                  <a:lnTo>
                    <a:pt x="2607843" y="63500"/>
                  </a:lnTo>
                  <a:close/>
                </a:path>
                <a:path w="4009390" h="3048000">
                  <a:moveTo>
                    <a:pt x="1472155" y="52523"/>
                  </a:moveTo>
                  <a:lnTo>
                    <a:pt x="1435890" y="63500"/>
                  </a:lnTo>
                  <a:lnTo>
                    <a:pt x="1465959" y="63500"/>
                  </a:lnTo>
                  <a:lnTo>
                    <a:pt x="1472155" y="52523"/>
                  </a:lnTo>
                  <a:close/>
                </a:path>
                <a:path w="4009390" h="3048000">
                  <a:moveTo>
                    <a:pt x="1500907" y="50851"/>
                  </a:moveTo>
                  <a:lnTo>
                    <a:pt x="1483758" y="50851"/>
                  </a:lnTo>
                  <a:lnTo>
                    <a:pt x="1479047" y="63500"/>
                  </a:lnTo>
                  <a:lnTo>
                    <a:pt x="1500907" y="50851"/>
                  </a:lnTo>
                  <a:close/>
                </a:path>
                <a:path w="4009390" h="3048000">
                  <a:moveTo>
                    <a:pt x="1620250" y="25417"/>
                  </a:moveTo>
                  <a:lnTo>
                    <a:pt x="1592530" y="25417"/>
                  </a:lnTo>
                  <a:lnTo>
                    <a:pt x="1560115" y="38247"/>
                  </a:lnTo>
                  <a:lnTo>
                    <a:pt x="1556783" y="50851"/>
                  </a:lnTo>
                  <a:lnTo>
                    <a:pt x="1509873" y="50851"/>
                  </a:lnTo>
                  <a:lnTo>
                    <a:pt x="1487264" y="63500"/>
                  </a:lnTo>
                  <a:lnTo>
                    <a:pt x="1551381" y="63500"/>
                  </a:lnTo>
                  <a:lnTo>
                    <a:pt x="1582632" y="50851"/>
                  </a:lnTo>
                  <a:lnTo>
                    <a:pt x="1599922" y="38247"/>
                  </a:lnTo>
                  <a:lnTo>
                    <a:pt x="1599373" y="38247"/>
                  </a:lnTo>
                  <a:lnTo>
                    <a:pt x="1620250" y="25417"/>
                  </a:lnTo>
                  <a:close/>
                </a:path>
                <a:path w="4009390" h="3048000">
                  <a:moveTo>
                    <a:pt x="2517790" y="50851"/>
                  </a:moveTo>
                  <a:lnTo>
                    <a:pt x="2443003" y="50851"/>
                  </a:lnTo>
                  <a:lnTo>
                    <a:pt x="2471403" y="63500"/>
                  </a:lnTo>
                  <a:lnTo>
                    <a:pt x="2531668" y="63500"/>
                  </a:lnTo>
                  <a:lnTo>
                    <a:pt x="2524785" y="54544"/>
                  </a:lnTo>
                  <a:lnTo>
                    <a:pt x="2517790" y="50851"/>
                  </a:lnTo>
                  <a:close/>
                </a:path>
                <a:path w="4009390" h="3048000">
                  <a:moveTo>
                    <a:pt x="2529683" y="58032"/>
                  </a:moveTo>
                  <a:lnTo>
                    <a:pt x="2531668" y="63500"/>
                  </a:lnTo>
                  <a:lnTo>
                    <a:pt x="2535737" y="63500"/>
                  </a:lnTo>
                  <a:lnTo>
                    <a:pt x="2529683" y="58032"/>
                  </a:lnTo>
                  <a:close/>
                </a:path>
                <a:path w="4009390" h="3048000">
                  <a:moveTo>
                    <a:pt x="2536178" y="50851"/>
                  </a:moveTo>
                  <a:lnTo>
                    <a:pt x="2527075" y="50851"/>
                  </a:lnTo>
                  <a:lnTo>
                    <a:pt x="2529278" y="56916"/>
                  </a:lnTo>
                  <a:lnTo>
                    <a:pt x="2541748" y="63500"/>
                  </a:lnTo>
                  <a:lnTo>
                    <a:pt x="2551822" y="63500"/>
                  </a:lnTo>
                  <a:lnTo>
                    <a:pt x="2550609" y="62309"/>
                  </a:lnTo>
                  <a:lnTo>
                    <a:pt x="2536178" y="50851"/>
                  </a:lnTo>
                  <a:close/>
                </a:path>
                <a:path w="4009390" h="3048000">
                  <a:moveTo>
                    <a:pt x="2544336" y="50851"/>
                  </a:moveTo>
                  <a:lnTo>
                    <a:pt x="2538939" y="50851"/>
                  </a:lnTo>
                  <a:lnTo>
                    <a:pt x="2550609" y="62309"/>
                  </a:lnTo>
                  <a:lnTo>
                    <a:pt x="2552109" y="63500"/>
                  </a:lnTo>
                  <a:lnTo>
                    <a:pt x="2586540" y="63500"/>
                  </a:lnTo>
                  <a:lnTo>
                    <a:pt x="2544336" y="50851"/>
                  </a:lnTo>
                  <a:close/>
                </a:path>
                <a:path w="4009390" h="3048000">
                  <a:moveTo>
                    <a:pt x="2538939" y="50851"/>
                  </a:moveTo>
                  <a:lnTo>
                    <a:pt x="2536178" y="50851"/>
                  </a:lnTo>
                  <a:lnTo>
                    <a:pt x="2550609" y="62309"/>
                  </a:lnTo>
                  <a:lnTo>
                    <a:pt x="2538939" y="50851"/>
                  </a:lnTo>
                  <a:close/>
                </a:path>
                <a:path w="4009390" h="3048000">
                  <a:moveTo>
                    <a:pt x="2527278" y="55860"/>
                  </a:moveTo>
                  <a:lnTo>
                    <a:pt x="2529683" y="58032"/>
                  </a:lnTo>
                  <a:lnTo>
                    <a:pt x="2529278" y="56916"/>
                  </a:lnTo>
                  <a:lnTo>
                    <a:pt x="2527278" y="55860"/>
                  </a:lnTo>
                  <a:close/>
                </a:path>
                <a:path w="4009390" h="3048000">
                  <a:moveTo>
                    <a:pt x="2522434" y="51485"/>
                  </a:moveTo>
                  <a:lnTo>
                    <a:pt x="2524785" y="54544"/>
                  </a:lnTo>
                  <a:lnTo>
                    <a:pt x="2527278" y="55860"/>
                  </a:lnTo>
                  <a:lnTo>
                    <a:pt x="2522434" y="51485"/>
                  </a:lnTo>
                  <a:close/>
                </a:path>
                <a:path w="4009390" h="3048000">
                  <a:moveTo>
                    <a:pt x="2521732" y="50851"/>
                  </a:moveTo>
                  <a:lnTo>
                    <a:pt x="2517790" y="50851"/>
                  </a:lnTo>
                  <a:lnTo>
                    <a:pt x="2524785" y="54544"/>
                  </a:lnTo>
                  <a:lnTo>
                    <a:pt x="2522434" y="51485"/>
                  </a:lnTo>
                  <a:lnTo>
                    <a:pt x="2521732" y="50851"/>
                  </a:lnTo>
                  <a:close/>
                </a:path>
                <a:path w="4009390" h="3048000">
                  <a:moveTo>
                    <a:pt x="1477681" y="50851"/>
                  </a:moveTo>
                  <a:lnTo>
                    <a:pt x="1473099" y="50851"/>
                  </a:lnTo>
                  <a:lnTo>
                    <a:pt x="1472155" y="52523"/>
                  </a:lnTo>
                  <a:lnTo>
                    <a:pt x="1477681" y="50851"/>
                  </a:lnTo>
                  <a:close/>
                </a:path>
                <a:path w="4009390" h="3048000">
                  <a:moveTo>
                    <a:pt x="2521947" y="50851"/>
                  </a:moveTo>
                  <a:lnTo>
                    <a:pt x="2521732" y="50851"/>
                  </a:lnTo>
                  <a:lnTo>
                    <a:pt x="2522434" y="51485"/>
                  </a:lnTo>
                  <a:lnTo>
                    <a:pt x="2521947" y="50851"/>
                  </a:lnTo>
                  <a:close/>
                </a:path>
                <a:path w="4009390" h="3048000">
                  <a:moveTo>
                    <a:pt x="1517992" y="38247"/>
                  </a:moveTo>
                  <a:lnTo>
                    <a:pt x="1507068" y="38247"/>
                  </a:lnTo>
                  <a:lnTo>
                    <a:pt x="1477731" y="50851"/>
                  </a:lnTo>
                  <a:lnTo>
                    <a:pt x="1506393" y="50851"/>
                  </a:lnTo>
                  <a:lnTo>
                    <a:pt x="1517992" y="38247"/>
                  </a:lnTo>
                  <a:close/>
                </a:path>
                <a:path w="4009390" h="3048000">
                  <a:moveTo>
                    <a:pt x="1549104" y="38247"/>
                  </a:moveTo>
                  <a:lnTo>
                    <a:pt x="1526041" y="50851"/>
                  </a:lnTo>
                  <a:lnTo>
                    <a:pt x="1528972" y="50851"/>
                  </a:lnTo>
                  <a:lnTo>
                    <a:pt x="1539173" y="46432"/>
                  </a:lnTo>
                  <a:lnTo>
                    <a:pt x="1548486" y="39315"/>
                  </a:lnTo>
                  <a:lnTo>
                    <a:pt x="1549104" y="38247"/>
                  </a:lnTo>
                  <a:close/>
                </a:path>
                <a:path w="4009390" h="3048000">
                  <a:moveTo>
                    <a:pt x="1539173" y="46432"/>
                  </a:moveTo>
                  <a:lnTo>
                    <a:pt x="1528972" y="50851"/>
                  </a:lnTo>
                  <a:lnTo>
                    <a:pt x="1533390" y="50851"/>
                  </a:lnTo>
                  <a:lnTo>
                    <a:pt x="1539173" y="46432"/>
                  </a:lnTo>
                  <a:close/>
                </a:path>
                <a:path w="4009390" h="3048000">
                  <a:moveTo>
                    <a:pt x="1546105" y="43429"/>
                  </a:moveTo>
                  <a:lnTo>
                    <a:pt x="1539173" y="46432"/>
                  </a:lnTo>
                  <a:lnTo>
                    <a:pt x="1533390" y="50851"/>
                  </a:lnTo>
                  <a:lnTo>
                    <a:pt x="1541809" y="50851"/>
                  </a:lnTo>
                  <a:lnTo>
                    <a:pt x="1546105" y="43429"/>
                  </a:lnTo>
                  <a:close/>
                </a:path>
                <a:path w="4009390" h="3048000">
                  <a:moveTo>
                    <a:pt x="1689273" y="25417"/>
                  </a:moveTo>
                  <a:lnTo>
                    <a:pt x="1636067" y="25417"/>
                  </a:lnTo>
                  <a:lnTo>
                    <a:pt x="1609623" y="38247"/>
                  </a:lnTo>
                  <a:lnTo>
                    <a:pt x="1592151" y="50851"/>
                  </a:lnTo>
                  <a:lnTo>
                    <a:pt x="1608836" y="50851"/>
                  </a:lnTo>
                  <a:lnTo>
                    <a:pt x="1642092" y="38247"/>
                  </a:lnTo>
                  <a:lnTo>
                    <a:pt x="1677961" y="38247"/>
                  </a:lnTo>
                  <a:lnTo>
                    <a:pt x="1689273" y="25417"/>
                  </a:lnTo>
                  <a:close/>
                </a:path>
                <a:path w="4009390" h="3048000">
                  <a:moveTo>
                    <a:pt x="1691502" y="39755"/>
                  </a:moveTo>
                  <a:lnTo>
                    <a:pt x="1677240" y="50851"/>
                  </a:lnTo>
                  <a:lnTo>
                    <a:pt x="1682918" y="50851"/>
                  </a:lnTo>
                  <a:lnTo>
                    <a:pt x="1691502" y="39755"/>
                  </a:lnTo>
                  <a:close/>
                </a:path>
                <a:path w="4009390" h="3048000">
                  <a:moveTo>
                    <a:pt x="1692841" y="38713"/>
                  </a:moveTo>
                  <a:lnTo>
                    <a:pt x="1691502" y="39755"/>
                  </a:lnTo>
                  <a:lnTo>
                    <a:pt x="1682918" y="50851"/>
                  </a:lnTo>
                  <a:lnTo>
                    <a:pt x="1692869" y="39004"/>
                  </a:lnTo>
                  <a:lnTo>
                    <a:pt x="1692841" y="38713"/>
                  </a:lnTo>
                  <a:close/>
                </a:path>
                <a:path w="4009390" h="3048000">
                  <a:moveTo>
                    <a:pt x="1692869" y="39004"/>
                  </a:moveTo>
                  <a:lnTo>
                    <a:pt x="1682915" y="50851"/>
                  </a:lnTo>
                  <a:lnTo>
                    <a:pt x="1694004" y="50851"/>
                  </a:lnTo>
                  <a:lnTo>
                    <a:pt x="1692941" y="39755"/>
                  </a:lnTo>
                  <a:lnTo>
                    <a:pt x="1692869" y="39004"/>
                  </a:lnTo>
                  <a:close/>
                </a:path>
                <a:path w="4009390" h="3048000">
                  <a:moveTo>
                    <a:pt x="2452179" y="38247"/>
                  </a:moveTo>
                  <a:lnTo>
                    <a:pt x="2373909" y="38247"/>
                  </a:lnTo>
                  <a:lnTo>
                    <a:pt x="2390467" y="50851"/>
                  </a:lnTo>
                  <a:lnTo>
                    <a:pt x="2464255" y="50851"/>
                  </a:lnTo>
                  <a:lnTo>
                    <a:pt x="2459414" y="41353"/>
                  </a:lnTo>
                  <a:lnTo>
                    <a:pt x="2452179" y="38247"/>
                  </a:lnTo>
                  <a:close/>
                </a:path>
                <a:path w="4009390" h="3048000">
                  <a:moveTo>
                    <a:pt x="2513443" y="38247"/>
                  </a:moveTo>
                  <a:lnTo>
                    <a:pt x="2457831" y="38247"/>
                  </a:lnTo>
                  <a:lnTo>
                    <a:pt x="2459414" y="41353"/>
                  </a:lnTo>
                  <a:lnTo>
                    <a:pt x="2481542" y="50851"/>
                  </a:lnTo>
                  <a:lnTo>
                    <a:pt x="2525140" y="50851"/>
                  </a:lnTo>
                  <a:lnTo>
                    <a:pt x="2513443" y="38247"/>
                  </a:lnTo>
                  <a:close/>
                </a:path>
                <a:path w="4009390" h="3048000">
                  <a:moveTo>
                    <a:pt x="1558065" y="38247"/>
                  </a:moveTo>
                  <a:lnTo>
                    <a:pt x="1549883" y="38247"/>
                  </a:lnTo>
                  <a:lnTo>
                    <a:pt x="1548486" y="39315"/>
                  </a:lnTo>
                  <a:lnTo>
                    <a:pt x="1546105" y="43429"/>
                  </a:lnTo>
                  <a:lnTo>
                    <a:pt x="1558065" y="38247"/>
                  </a:lnTo>
                  <a:close/>
                </a:path>
                <a:path w="4009390" h="3048000">
                  <a:moveTo>
                    <a:pt x="2457831" y="38247"/>
                  </a:moveTo>
                  <a:lnTo>
                    <a:pt x="2452179" y="38247"/>
                  </a:lnTo>
                  <a:lnTo>
                    <a:pt x="2459414" y="41353"/>
                  </a:lnTo>
                  <a:lnTo>
                    <a:pt x="2457831" y="38247"/>
                  </a:lnTo>
                  <a:close/>
                </a:path>
                <a:path w="4009390" h="3048000">
                  <a:moveTo>
                    <a:pt x="1692797" y="38247"/>
                  </a:moveTo>
                  <a:lnTo>
                    <a:pt x="1692668" y="38247"/>
                  </a:lnTo>
                  <a:lnTo>
                    <a:pt x="1691502" y="39755"/>
                  </a:lnTo>
                  <a:lnTo>
                    <a:pt x="1692841" y="38713"/>
                  </a:lnTo>
                  <a:lnTo>
                    <a:pt x="1692797" y="38247"/>
                  </a:lnTo>
                  <a:close/>
                </a:path>
                <a:path w="4009390" h="3048000">
                  <a:moveTo>
                    <a:pt x="1693506" y="38247"/>
                  </a:moveTo>
                  <a:lnTo>
                    <a:pt x="1692841" y="38713"/>
                  </a:lnTo>
                  <a:lnTo>
                    <a:pt x="1692869" y="39004"/>
                  </a:lnTo>
                  <a:lnTo>
                    <a:pt x="1693506" y="38247"/>
                  </a:lnTo>
                  <a:close/>
                </a:path>
                <a:path w="4009390" h="3048000">
                  <a:moveTo>
                    <a:pt x="1744668" y="25417"/>
                  </a:moveTo>
                  <a:lnTo>
                    <a:pt x="1703361" y="25417"/>
                  </a:lnTo>
                  <a:lnTo>
                    <a:pt x="1696634" y="38247"/>
                  </a:lnTo>
                  <a:lnTo>
                    <a:pt x="1744566" y="38247"/>
                  </a:lnTo>
                  <a:lnTo>
                    <a:pt x="1744668" y="25417"/>
                  </a:lnTo>
                  <a:close/>
                </a:path>
                <a:path w="4009390" h="3048000">
                  <a:moveTo>
                    <a:pt x="1804899" y="25417"/>
                  </a:moveTo>
                  <a:lnTo>
                    <a:pt x="1795632" y="25417"/>
                  </a:lnTo>
                  <a:lnTo>
                    <a:pt x="1788958" y="38247"/>
                  </a:lnTo>
                  <a:lnTo>
                    <a:pt x="1796011" y="38247"/>
                  </a:lnTo>
                  <a:lnTo>
                    <a:pt x="1806159" y="31604"/>
                  </a:lnTo>
                  <a:lnTo>
                    <a:pt x="1804899" y="25417"/>
                  </a:lnTo>
                  <a:close/>
                </a:path>
                <a:path w="4009390" h="3048000">
                  <a:moveTo>
                    <a:pt x="1815625" y="25417"/>
                  </a:moveTo>
                  <a:lnTo>
                    <a:pt x="1806159" y="31604"/>
                  </a:lnTo>
                  <a:lnTo>
                    <a:pt x="1807511" y="38247"/>
                  </a:lnTo>
                  <a:lnTo>
                    <a:pt x="1811652" y="31604"/>
                  </a:lnTo>
                  <a:lnTo>
                    <a:pt x="1815625" y="25417"/>
                  </a:lnTo>
                  <a:close/>
                </a:path>
                <a:path w="4009390" h="3048000">
                  <a:moveTo>
                    <a:pt x="2370198" y="25417"/>
                  </a:moveTo>
                  <a:lnTo>
                    <a:pt x="2287568" y="25417"/>
                  </a:lnTo>
                  <a:lnTo>
                    <a:pt x="2307788" y="38247"/>
                  </a:lnTo>
                  <a:lnTo>
                    <a:pt x="2382234" y="38247"/>
                  </a:lnTo>
                  <a:lnTo>
                    <a:pt x="2370198" y="25417"/>
                  </a:lnTo>
                  <a:close/>
                </a:path>
                <a:path w="4009390" h="3048000">
                  <a:moveTo>
                    <a:pt x="2388057" y="25417"/>
                  </a:moveTo>
                  <a:lnTo>
                    <a:pt x="2378249" y="25417"/>
                  </a:lnTo>
                  <a:lnTo>
                    <a:pt x="2382140" y="38247"/>
                  </a:lnTo>
                  <a:lnTo>
                    <a:pt x="2399263" y="38247"/>
                  </a:lnTo>
                  <a:lnTo>
                    <a:pt x="2388057" y="25417"/>
                  </a:lnTo>
                  <a:close/>
                </a:path>
                <a:path w="4009390" h="3048000">
                  <a:moveTo>
                    <a:pt x="2412851" y="27322"/>
                  </a:moveTo>
                  <a:lnTo>
                    <a:pt x="2419284" y="38247"/>
                  </a:lnTo>
                  <a:lnTo>
                    <a:pt x="2463290" y="38247"/>
                  </a:lnTo>
                  <a:lnTo>
                    <a:pt x="2412851" y="27322"/>
                  </a:lnTo>
                  <a:close/>
                </a:path>
                <a:path w="4009390" h="3048000">
                  <a:moveTo>
                    <a:pt x="2411730" y="25417"/>
                  </a:moveTo>
                  <a:lnTo>
                    <a:pt x="2404061" y="25417"/>
                  </a:lnTo>
                  <a:lnTo>
                    <a:pt x="2412851" y="27322"/>
                  </a:lnTo>
                  <a:lnTo>
                    <a:pt x="2411730" y="25417"/>
                  </a:lnTo>
                  <a:close/>
                </a:path>
                <a:path w="4009390" h="3048000">
                  <a:moveTo>
                    <a:pt x="1693495" y="12823"/>
                  </a:moveTo>
                  <a:lnTo>
                    <a:pt x="1668755" y="12823"/>
                  </a:lnTo>
                  <a:lnTo>
                    <a:pt x="1650326" y="25417"/>
                  </a:lnTo>
                  <a:lnTo>
                    <a:pt x="1667163" y="25417"/>
                  </a:lnTo>
                  <a:lnTo>
                    <a:pt x="1678003" y="21413"/>
                  </a:lnTo>
                  <a:lnTo>
                    <a:pt x="1693495" y="12823"/>
                  </a:lnTo>
                  <a:close/>
                </a:path>
                <a:path w="4009390" h="3048000">
                  <a:moveTo>
                    <a:pt x="1704609" y="12823"/>
                  </a:moveTo>
                  <a:lnTo>
                    <a:pt x="1701258" y="12823"/>
                  </a:lnTo>
                  <a:lnTo>
                    <a:pt x="1678003" y="21413"/>
                  </a:lnTo>
                  <a:lnTo>
                    <a:pt x="1670782" y="25417"/>
                  </a:lnTo>
                  <a:lnTo>
                    <a:pt x="1689978" y="25417"/>
                  </a:lnTo>
                  <a:lnTo>
                    <a:pt x="1704609" y="12823"/>
                  </a:lnTo>
                  <a:close/>
                </a:path>
                <a:path w="4009390" h="3048000">
                  <a:moveTo>
                    <a:pt x="1733357" y="12823"/>
                  </a:moveTo>
                  <a:lnTo>
                    <a:pt x="1710522" y="12823"/>
                  </a:lnTo>
                  <a:lnTo>
                    <a:pt x="1702125" y="25417"/>
                  </a:lnTo>
                  <a:lnTo>
                    <a:pt x="1701625" y="25417"/>
                  </a:lnTo>
                  <a:lnTo>
                    <a:pt x="1724251" y="22223"/>
                  </a:lnTo>
                  <a:lnTo>
                    <a:pt x="1725097" y="21413"/>
                  </a:lnTo>
                  <a:lnTo>
                    <a:pt x="1733357" y="12823"/>
                  </a:lnTo>
                  <a:close/>
                </a:path>
                <a:path w="4009390" h="3048000">
                  <a:moveTo>
                    <a:pt x="1724318" y="22223"/>
                  </a:moveTo>
                  <a:lnTo>
                    <a:pt x="1701625" y="25417"/>
                  </a:lnTo>
                  <a:lnTo>
                    <a:pt x="1721246" y="25417"/>
                  </a:lnTo>
                  <a:lnTo>
                    <a:pt x="1724318" y="22223"/>
                  </a:lnTo>
                  <a:close/>
                </a:path>
                <a:path w="4009390" h="3048000">
                  <a:moveTo>
                    <a:pt x="1732642" y="21025"/>
                  </a:moveTo>
                  <a:lnTo>
                    <a:pt x="1724318" y="22223"/>
                  </a:lnTo>
                  <a:lnTo>
                    <a:pt x="1721246" y="25417"/>
                  </a:lnTo>
                  <a:lnTo>
                    <a:pt x="1732202" y="25417"/>
                  </a:lnTo>
                  <a:lnTo>
                    <a:pt x="1732522" y="22223"/>
                  </a:lnTo>
                  <a:lnTo>
                    <a:pt x="1732642" y="21025"/>
                  </a:lnTo>
                  <a:close/>
                </a:path>
                <a:path w="4009390" h="3048000">
                  <a:moveTo>
                    <a:pt x="1736103" y="20526"/>
                  </a:moveTo>
                  <a:lnTo>
                    <a:pt x="1732642" y="21025"/>
                  </a:lnTo>
                  <a:lnTo>
                    <a:pt x="1732202" y="25417"/>
                  </a:lnTo>
                  <a:lnTo>
                    <a:pt x="1736103" y="20526"/>
                  </a:lnTo>
                  <a:close/>
                </a:path>
                <a:path w="4009390" h="3048000">
                  <a:moveTo>
                    <a:pt x="1837766" y="12823"/>
                  </a:moveTo>
                  <a:lnTo>
                    <a:pt x="1789615" y="12823"/>
                  </a:lnTo>
                  <a:lnTo>
                    <a:pt x="1736103" y="20526"/>
                  </a:lnTo>
                  <a:lnTo>
                    <a:pt x="1732189" y="25417"/>
                  </a:lnTo>
                  <a:lnTo>
                    <a:pt x="1804731" y="25417"/>
                  </a:lnTo>
                  <a:lnTo>
                    <a:pt x="1828893" y="18518"/>
                  </a:lnTo>
                  <a:lnTo>
                    <a:pt x="1837766" y="12823"/>
                  </a:lnTo>
                  <a:close/>
                </a:path>
                <a:path w="4009390" h="3048000">
                  <a:moveTo>
                    <a:pt x="1828893" y="18518"/>
                  </a:moveTo>
                  <a:lnTo>
                    <a:pt x="1804731" y="25417"/>
                  </a:lnTo>
                  <a:lnTo>
                    <a:pt x="1818143" y="25417"/>
                  </a:lnTo>
                  <a:lnTo>
                    <a:pt x="1828893" y="18518"/>
                  </a:lnTo>
                  <a:close/>
                </a:path>
                <a:path w="4009390" h="3048000">
                  <a:moveTo>
                    <a:pt x="1914555" y="12823"/>
                  </a:moveTo>
                  <a:lnTo>
                    <a:pt x="1848836" y="12823"/>
                  </a:lnTo>
                  <a:lnTo>
                    <a:pt x="1828893" y="18518"/>
                  </a:lnTo>
                  <a:lnTo>
                    <a:pt x="1818143" y="25417"/>
                  </a:lnTo>
                  <a:lnTo>
                    <a:pt x="1902307" y="25417"/>
                  </a:lnTo>
                  <a:lnTo>
                    <a:pt x="1914555" y="12823"/>
                  </a:lnTo>
                  <a:close/>
                </a:path>
                <a:path w="4009390" h="3048000">
                  <a:moveTo>
                    <a:pt x="1969791" y="12823"/>
                  </a:moveTo>
                  <a:lnTo>
                    <a:pt x="1955129" y="12823"/>
                  </a:lnTo>
                  <a:lnTo>
                    <a:pt x="1948946" y="25417"/>
                  </a:lnTo>
                  <a:lnTo>
                    <a:pt x="1969791" y="12823"/>
                  </a:lnTo>
                  <a:close/>
                </a:path>
                <a:path w="4009390" h="3048000">
                  <a:moveTo>
                    <a:pt x="2143705" y="12823"/>
                  </a:moveTo>
                  <a:lnTo>
                    <a:pt x="2131187" y="12823"/>
                  </a:lnTo>
                  <a:lnTo>
                    <a:pt x="2154054" y="25417"/>
                  </a:lnTo>
                  <a:lnTo>
                    <a:pt x="2143705" y="12823"/>
                  </a:lnTo>
                  <a:close/>
                </a:path>
                <a:path w="4009390" h="3048000">
                  <a:moveTo>
                    <a:pt x="2215297" y="12823"/>
                  </a:moveTo>
                  <a:lnTo>
                    <a:pt x="2151798" y="12823"/>
                  </a:lnTo>
                  <a:lnTo>
                    <a:pt x="2182502" y="25417"/>
                  </a:lnTo>
                  <a:lnTo>
                    <a:pt x="2233885" y="25417"/>
                  </a:lnTo>
                  <a:lnTo>
                    <a:pt x="2215297" y="12823"/>
                  </a:lnTo>
                  <a:close/>
                </a:path>
                <a:path w="4009390" h="3048000">
                  <a:moveTo>
                    <a:pt x="2271399" y="12823"/>
                  </a:moveTo>
                  <a:lnTo>
                    <a:pt x="2232575" y="12823"/>
                  </a:lnTo>
                  <a:lnTo>
                    <a:pt x="2241324" y="25417"/>
                  </a:lnTo>
                  <a:lnTo>
                    <a:pt x="2296964" y="25417"/>
                  </a:lnTo>
                  <a:lnTo>
                    <a:pt x="2271399" y="12823"/>
                  </a:lnTo>
                  <a:close/>
                </a:path>
                <a:path w="4009390" h="3048000">
                  <a:moveTo>
                    <a:pt x="2344715" y="12823"/>
                  </a:moveTo>
                  <a:lnTo>
                    <a:pt x="2298136" y="12823"/>
                  </a:lnTo>
                  <a:lnTo>
                    <a:pt x="2312199" y="25417"/>
                  </a:lnTo>
                  <a:lnTo>
                    <a:pt x="2404063" y="25417"/>
                  </a:lnTo>
                  <a:lnTo>
                    <a:pt x="2344715" y="12823"/>
                  </a:lnTo>
                  <a:close/>
                </a:path>
                <a:path w="4009390" h="3048000">
                  <a:moveTo>
                    <a:pt x="1701258" y="12823"/>
                  </a:moveTo>
                  <a:lnTo>
                    <a:pt x="1693495" y="12823"/>
                  </a:lnTo>
                  <a:lnTo>
                    <a:pt x="1678003" y="21413"/>
                  </a:lnTo>
                  <a:lnTo>
                    <a:pt x="1701258" y="12823"/>
                  </a:lnTo>
                  <a:close/>
                </a:path>
                <a:path w="4009390" h="3048000">
                  <a:moveTo>
                    <a:pt x="1742268" y="12823"/>
                  </a:moveTo>
                  <a:lnTo>
                    <a:pt x="1733464" y="12823"/>
                  </a:lnTo>
                  <a:lnTo>
                    <a:pt x="1732692" y="20526"/>
                  </a:lnTo>
                  <a:lnTo>
                    <a:pt x="1732642" y="21025"/>
                  </a:lnTo>
                  <a:lnTo>
                    <a:pt x="1736049" y="20526"/>
                  </a:lnTo>
                  <a:lnTo>
                    <a:pt x="1737710" y="18518"/>
                  </a:lnTo>
                  <a:lnTo>
                    <a:pt x="1742268" y="12823"/>
                  </a:lnTo>
                  <a:close/>
                </a:path>
                <a:path w="4009390" h="3048000">
                  <a:moveTo>
                    <a:pt x="1822093" y="0"/>
                  </a:moveTo>
                  <a:lnTo>
                    <a:pt x="1787969" y="0"/>
                  </a:lnTo>
                  <a:lnTo>
                    <a:pt x="1746573" y="12823"/>
                  </a:lnTo>
                  <a:lnTo>
                    <a:pt x="1803548" y="12823"/>
                  </a:lnTo>
                  <a:lnTo>
                    <a:pt x="1822093" y="0"/>
                  </a:lnTo>
                  <a:close/>
                </a:path>
                <a:path w="4009390" h="3048000">
                  <a:moveTo>
                    <a:pt x="1872079" y="0"/>
                  </a:moveTo>
                  <a:lnTo>
                    <a:pt x="1838071" y="0"/>
                  </a:lnTo>
                  <a:lnTo>
                    <a:pt x="1820967" y="12823"/>
                  </a:lnTo>
                  <a:lnTo>
                    <a:pt x="1863272" y="12823"/>
                  </a:lnTo>
                  <a:lnTo>
                    <a:pt x="1872079" y="0"/>
                  </a:lnTo>
                  <a:close/>
                </a:path>
                <a:path w="4009390" h="3048000">
                  <a:moveTo>
                    <a:pt x="1909579" y="0"/>
                  </a:moveTo>
                  <a:lnTo>
                    <a:pt x="1886646" y="0"/>
                  </a:lnTo>
                  <a:lnTo>
                    <a:pt x="1876157" y="12823"/>
                  </a:lnTo>
                  <a:lnTo>
                    <a:pt x="1900607" y="12823"/>
                  </a:lnTo>
                  <a:lnTo>
                    <a:pt x="1909579" y="0"/>
                  </a:lnTo>
                  <a:close/>
                </a:path>
                <a:path w="4009390" h="3048000">
                  <a:moveTo>
                    <a:pt x="2067753" y="0"/>
                  </a:moveTo>
                  <a:lnTo>
                    <a:pt x="1928680" y="0"/>
                  </a:lnTo>
                  <a:lnTo>
                    <a:pt x="1940406" y="12823"/>
                  </a:lnTo>
                  <a:lnTo>
                    <a:pt x="2095196" y="12823"/>
                  </a:lnTo>
                  <a:lnTo>
                    <a:pt x="2067753" y="0"/>
                  </a:lnTo>
                  <a:close/>
                </a:path>
                <a:path w="4009390" h="3048000">
                  <a:moveTo>
                    <a:pt x="2247634" y="0"/>
                  </a:moveTo>
                  <a:lnTo>
                    <a:pt x="2156826" y="0"/>
                  </a:lnTo>
                  <a:lnTo>
                    <a:pt x="2176056" y="12823"/>
                  </a:lnTo>
                  <a:lnTo>
                    <a:pt x="2290190" y="12823"/>
                  </a:lnTo>
                  <a:lnTo>
                    <a:pt x="2247634" y="0"/>
                  </a:lnTo>
                  <a:close/>
                </a:path>
              </a:pathLst>
            </a:custGeom>
            <a:solidFill>
              <a:srgbClr val="FFA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79914" y="2548358"/>
            <a:ext cx="1950085" cy="66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Despite</a:t>
            </a:r>
            <a:r>
              <a:rPr sz="1800" spc="-35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the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7931A"/>
                </a:solidFill>
                <a:latin typeface="Comic Sans MS"/>
                <a:cs typeface="Comic Sans MS"/>
              </a:rPr>
              <a:t>name,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not</a:t>
            </a:r>
            <a:r>
              <a:rPr sz="1800" spc="-2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this</a:t>
            </a:r>
            <a:r>
              <a:rPr sz="1800" spc="-25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7931A"/>
                </a:solidFill>
                <a:latin typeface="Comic Sans MS"/>
                <a:cs typeface="Comic Sans MS"/>
              </a:rPr>
              <a:t>course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0585" y="2561577"/>
            <a:ext cx="1313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This</a:t>
            </a:r>
            <a:r>
              <a:rPr sz="1800" spc="-25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7931A"/>
                </a:solidFill>
                <a:latin typeface="Comic Sans MS"/>
                <a:cs typeface="Comic Sans MS"/>
              </a:rPr>
              <a:t>course!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419" y="1591076"/>
            <a:ext cx="13843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603" y="1624558"/>
            <a:ext cx="6201410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dirty="0">
                <a:latin typeface="Microsoft Sans Serif"/>
                <a:cs typeface="Microsoft Sans Serif"/>
              </a:rPr>
              <a:t>Nodes</a:t>
            </a:r>
            <a:r>
              <a:rPr sz="2050" spc="11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communicate</a:t>
            </a:r>
            <a:r>
              <a:rPr sz="2050" spc="10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with</a:t>
            </a:r>
            <a:r>
              <a:rPr sz="2050" spc="11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each</a:t>
            </a:r>
            <a:r>
              <a:rPr sz="2050" spc="11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other</a:t>
            </a:r>
            <a:r>
              <a:rPr sz="2050" spc="10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and</a:t>
            </a:r>
            <a:r>
              <a:rPr sz="2050" spc="11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with</a:t>
            </a:r>
            <a:r>
              <a:rPr sz="2050" spc="10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clients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619" y="1969108"/>
            <a:ext cx="128905" cy="1404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730"/>
              </a:lnSpc>
              <a:spcBef>
                <a:spcPts val="95"/>
              </a:spcBef>
            </a:pPr>
            <a:r>
              <a:rPr sz="23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ts val="2700"/>
              </a:lnSpc>
            </a:pPr>
            <a:r>
              <a:rPr sz="23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ts val="2700"/>
              </a:lnSpc>
            </a:pPr>
            <a:r>
              <a:rPr sz="23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ts val="2730"/>
              </a:lnSpc>
            </a:pPr>
            <a:r>
              <a:rPr sz="23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7803" y="1939871"/>
            <a:ext cx="6754495" cy="139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03675">
              <a:lnSpc>
                <a:spcPct val="118500"/>
              </a:lnSpc>
              <a:spcBef>
                <a:spcPts val="95"/>
              </a:spcBef>
            </a:pPr>
            <a:r>
              <a:rPr sz="1900" dirty="0">
                <a:latin typeface="Arial MT"/>
                <a:cs typeface="Arial MT"/>
              </a:rPr>
              <a:t>In a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peer-</a:t>
            </a:r>
            <a:r>
              <a:rPr sz="1900" spc="-10" dirty="0">
                <a:latin typeface="Arial MT"/>
                <a:cs typeface="Arial MT"/>
              </a:rPr>
              <a:t>to-</a:t>
            </a:r>
            <a:r>
              <a:rPr sz="1900" dirty="0">
                <a:latin typeface="Arial MT"/>
                <a:cs typeface="Arial MT"/>
              </a:rPr>
              <a:t>peer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network </a:t>
            </a: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gossip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protocol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dirty="0">
                <a:latin typeface="Arial MT"/>
                <a:cs typeface="Arial MT"/>
              </a:rPr>
              <a:t>Assuming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PKI for ownership of </a:t>
            </a:r>
            <a:r>
              <a:rPr sz="1900" spc="-10" dirty="0">
                <a:latin typeface="Arial MT"/>
                <a:cs typeface="Arial MT"/>
              </a:rPr>
              <a:t>coins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dirty="0">
                <a:latin typeface="Arial MT"/>
                <a:cs typeface="Arial MT"/>
              </a:rPr>
              <a:t>Messages/txs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reliably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delivered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within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known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time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bound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Let’s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break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it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down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4305" y="92234"/>
            <a:ext cx="677286" cy="6772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078" y="4323860"/>
            <a:ext cx="4518576" cy="233189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52760" y="3553943"/>
            <a:ext cx="2841625" cy="545465"/>
            <a:chOff x="852760" y="3553943"/>
            <a:chExt cx="2841625" cy="545465"/>
          </a:xfrm>
        </p:grpSpPr>
        <p:sp>
          <p:nvSpPr>
            <p:cNvPr id="10" name="object 10"/>
            <p:cNvSpPr/>
            <p:nvPr/>
          </p:nvSpPr>
          <p:spPr>
            <a:xfrm>
              <a:off x="865462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56102" y="0"/>
                  </a:moveTo>
                  <a:lnTo>
                    <a:pt x="259571" y="0"/>
                  </a:lnTo>
                  <a:lnTo>
                    <a:pt x="207917" y="198"/>
                  </a:lnTo>
                  <a:lnTo>
                    <a:pt x="166261" y="1590"/>
                  </a:lnTo>
                  <a:lnTo>
                    <a:pt x="107228" y="12720"/>
                  </a:lnTo>
                  <a:lnTo>
                    <a:pt x="49496" y="49499"/>
                  </a:lnTo>
                  <a:lnTo>
                    <a:pt x="12717" y="107229"/>
                  </a:lnTo>
                  <a:lnTo>
                    <a:pt x="1615" y="166263"/>
                  </a:lnTo>
                  <a:lnTo>
                    <a:pt x="210" y="207919"/>
                  </a:lnTo>
                  <a:lnTo>
                    <a:pt x="0" y="259574"/>
                  </a:lnTo>
                  <a:lnTo>
                    <a:pt x="194" y="311440"/>
                  </a:lnTo>
                  <a:lnTo>
                    <a:pt x="1579" y="353269"/>
                  </a:lnTo>
                  <a:lnTo>
                    <a:pt x="12717" y="412545"/>
                  </a:lnTo>
                  <a:lnTo>
                    <a:pt x="49496" y="470277"/>
                  </a:lnTo>
                  <a:lnTo>
                    <a:pt x="107228" y="507056"/>
                  </a:lnTo>
                  <a:lnTo>
                    <a:pt x="166261" y="518186"/>
                  </a:lnTo>
                  <a:lnTo>
                    <a:pt x="207917" y="519577"/>
                  </a:lnTo>
                  <a:lnTo>
                    <a:pt x="259571" y="519776"/>
                  </a:lnTo>
                  <a:lnTo>
                    <a:pt x="2556102" y="519776"/>
                  </a:lnTo>
                  <a:lnTo>
                    <a:pt x="2607756" y="519577"/>
                  </a:lnTo>
                  <a:lnTo>
                    <a:pt x="2649413" y="518186"/>
                  </a:lnTo>
                  <a:lnTo>
                    <a:pt x="2708446" y="507056"/>
                  </a:lnTo>
                  <a:lnTo>
                    <a:pt x="2766177" y="470277"/>
                  </a:lnTo>
                  <a:lnTo>
                    <a:pt x="2802956" y="412545"/>
                  </a:lnTo>
                  <a:lnTo>
                    <a:pt x="2814058" y="353512"/>
                  </a:lnTo>
                  <a:lnTo>
                    <a:pt x="2815464" y="311856"/>
                  </a:lnTo>
                  <a:lnTo>
                    <a:pt x="2815674" y="260202"/>
                  </a:lnTo>
                  <a:lnTo>
                    <a:pt x="2815479" y="208335"/>
                  </a:lnTo>
                  <a:lnTo>
                    <a:pt x="2814094" y="166507"/>
                  </a:lnTo>
                  <a:lnTo>
                    <a:pt x="2802956" y="107229"/>
                  </a:lnTo>
                  <a:lnTo>
                    <a:pt x="2766177" y="49499"/>
                  </a:lnTo>
                  <a:lnTo>
                    <a:pt x="2708446" y="12720"/>
                  </a:lnTo>
                  <a:lnTo>
                    <a:pt x="2649413" y="1590"/>
                  </a:lnTo>
                  <a:lnTo>
                    <a:pt x="2607756" y="198"/>
                  </a:lnTo>
                  <a:lnTo>
                    <a:pt x="2556102" y="0"/>
                  </a:lnTo>
                  <a:close/>
                </a:path>
              </a:pathLst>
            </a:custGeom>
            <a:solidFill>
              <a:srgbClr val="B64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5460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9573" y="0"/>
                  </a:moveTo>
                  <a:lnTo>
                    <a:pt x="2556106" y="0"/>
                  </a:lnTo>
                  <a:lnTo>
                    <a:pt x="2607759" y="198"/>
                  </a:lnTo>
                  <a:lnTo>
                    <a:pt x="2649415" y="1590"/>
                  </a:lnTo>
                  <a:lnTo>
                    <a:pt x="2708448" y="12720"/>
                  </a:lnTo>
                  <a:lnTo>
                    <a:pt x="2766179" y="49499"/>
                  </a:lnTo>
                  <a:lnTo>
                    <a:pt x="2802958" y="107230"/>
                  </a:lnTo>
                  <a:lnTo>
                    <a:pt x="2814088" y="166263"/>
                  </a:lnTo>
                  <a:lnTo>
                    <a:pt x="2815480" y="207919"/>
                  </a:lnTo>
                  <a:lnTo>
                    <a:pt x="2815678" y="259573"/>
                  </a:lnTo>
                  <a:lnTo>
                    <a:pt x="2815480" y="311440"/>
                  </a:lnTo>
                  <a:lnTo>
                    <a:pt x="2814088" y="353269"/>
                  </a:lnTo>
                  <a:lnTo>
                    <a:pt x="2802958" y="412546"/>
                  </a:lnTo>
                  <a:lnTo>
                    <a:pt x="2766179" y="470277"/>
                  </a:lnTo>
                  <a:lnTo>
                    <a:pt x="2708448" y="507056"/>
                  </a:lnTo>
                  <a:lnTo>
                    <a:pt x="2649415" y="518186"/>
                  </a:lnTo>
                  <a:lnTo>
                    <a:pt x="2607759" y="519577"/>
                  </a:lnTo>
                  <a:lnTo>
                    <a:pt x="2556106" y="519776"/>
                  </a:lnTo>
                  <a:lnTo>
                    <a:pt x="259573" y="519776"/>
                  </a:lnTo>
                  <a:lnTo>
                    <a:pt x="207919" y="519577"/>
                  </a:lnTo>
                  <a:lnTo>
                    <a:pt x="166263" y="518186"/>
                  </a:lnTo>
                  <a:lnTo>
                    <a:pt x="107230" y="507056"/>
                  </a:lnTo>
                  <a:lnTo>
                    <a:pt x="49499" y="470277"/>
                  </a:lnTo>
                  <a:lnTo>
                    <a:pt x="12720" y="412546"/>
                  </a:lnTo>
                  <a:lnTo>
                    <a:pt x="1590" y="353512"/>
                  </a:lnTo>
                  <a:lnTo>
                    <a:pt x="198" y="311856"/>
                  </a:lnTo>
                  <a:lnTo>
                    <a:pt x="0" y="260202"/>
                  </a:lnTo>
                  <a:lnTo>
                    <a:pt x="198" y="208335"/>
                  </a:lnTo>
                  <a:lnTo>
                    <a:pt x="1590" y="166507"/>
                  </a:lnTo>
                  <a:lnTo>
                    <a:pt x="12720" y="107230"/>
                  </a:lnTo>
                  <a:lnTo>
                    <a:pt x="49499" y="49499"/>
                  </a:lnTo>
                  <a:lnTo>
                    <a:pt x="107230" y="12720"/>
                  </a:lnTo>
                  <a:lnTo>
                    <a:pt x="166263" y="1590"/>
                  </a:lnTo>
                  <a:lnTo>
                    <a:pt x="207919" y="198"/>
                  </a:lnTo>
                  <a:lnTo>
                    <a:pt x="259573" y="0"/>
                  </a:lnTo>
                  <a:close/>
                </a:path>
              </a:pathLst>
            </a:custGeom>
            <a:ln w="254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84349" y="3644842"/>
            <a:ext cx="1578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8582" y="4097600"/>
            <a:ext cx="24257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tx1 tx3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00" spc="-25" dirty="0">
                <a:latin typeface="Trebuchet MS"/>
                <a:cs typeface="Trebuchet MS"/>
              </a:rPr>
              <a:t>tx4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1682" y="5530906"/>
            <a:ext cx="2425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tx4 tx2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90082" y="4612082"/>
            <a:ext cx="242570" cy="704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23000"/>
              </a:lnSpc>
              <a:spcBef>
                <a:spcPts val="125"/>
              </a:spcBef>
            </a:pPr>
            <a:r>
              <a:rPr sz="1200" spc="-25" dirty="0">
                <a:latin typeface="Trebuchet MS"/>
                <a:cs typeface="Trebuchet MS"/>
              </a:rPr>
              <a:t>tx4 tx2 tx1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4205" y="3675726"/>
            <a:ext cx="762000" cy="1016923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382833" y="4043000"/>
            <a:ext cx="1250315" cy="1923414"/>
            <a:chOff x="7382833" y="4043000"/>
            <a:chExt cx="1250315" cy="1923414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2833" y="4043000"/>
              <a:ext cx="620683" cy="10169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1005" y="4949484"/>
              <a:ext cx="762000" cy="1016923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419" y="1581282"/>
            <a:ext cx="144780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9177" y="1618513"/>
            <a:ext cx="7112634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Microsoft Sans Serif"/>
                <a:cs typeface="Microsoft Sans Serif"/>
              </a:rPr>
              <a:t>One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nodes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elected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leader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(via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Proof-of-Work)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619" y="1983668"/>
            <a:ext cx="134620" cy="1114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25"/>
              </a:spcBef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ts val="2830"/>
              </a:lnSpc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ts val="2855"/>
              </a:lnSpc>
            </a:pPr>
            <a:r>
              <a:rPr sz="240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6376" y="1951948"/>
            <a:ext cx="6884670" cy="1395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47725">
              <a:lnSpc>
                <a:spcPct val="1179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leader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batches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pending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transactions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block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leader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sends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network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ts val="2300"/>
              </a:lnSpc>
              <a:spcBef>
                <a:spcPts val="59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nodes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verify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validity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leader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legit,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append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blockchain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Let’s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break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it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down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4305" y="92234"/>
            <a:ext cx="677286" cy="67728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52760" y="3553943"/>
            <a:ext cx="2841625" cy="545465"/>
            <a:chOff x="852760" y="3553943"/>
            <a:chExt cx="2841625" cy="545465"/>
          </a:xfrm>
        </p:grpSpPr>
        <p:sp>
          <p:nvSpPr>
            <p:cNvPr id="9" name="object 9"/>
            <p:cNvSpPr/>
            <p:nvPr/>
          </p:nvSpPr>
          <p:spPr>
            <a:xfrm>
              <a:off x="865462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56102" y="0"/>
                  </a:moveTo>
                  <a:lnTo>
                    <a:pt x="259571" y="0"/>
                  </a:lnTo>
                  <a:lnTo>
                    <a:pt x="207917" y="198"/>
                  </a:lnTo>
                  <a:lnTo>
                    <a:pt x="166261" y="1590"/>
                  </a:lnTo>
                  <a:lnTo>
                    <a:pt x="107228" y="12720"/>
                  </a:lnTo>
                  <a:lnTo>
                    <a:pt x="49496" y="49499"/>
                  </a:lnTo>
                  <a:lnTo>
                    <a:pt x="12717" y="107229"/>
                  </a:lnTo>
                  <a:lnTo>
                    <a:pt x="1615" y="166263"/>
                  </a:lnTo>
                  <a:lnTo>
                    <a:pt x="210" y="207919"/>
                  </a:lnTo>
                  <a:lnTo>
                    <a:pt x="0" y="259574"/>
                  </a:lnTo>
                  <a:lnTo>
                    <a:pt x="194" y="311440"/>
                  </a:lnTo>
                  <a:lnTo>
                    <a:pt x="1579" y="353269"/>
                  </a:lnTo>
                  <a:lnTo>
                    <a:pt x="12717" y="412545"/>
                  </a:lnTo>
                  <a:lnTo>
                    <a:pt x="49496" y="470277"/>
                  </a:lnTo>
                  <a:lnTo>
                    <a:pt x="107228" y="507056"/>
                  </a:lnTo>
                  <a:lnTo>
                    <a:pt x="166261" y="518186"/>
                  </a:lnTo>
                  <a:lnTo>
                    <a:pt x="207917" y="519577"/>
                  </a:lnTo>
                  <a:lnTo>
                    <a:pt x="259571" y="519776"/>
                  </a:lnTo>
                  <a:lnTo>
                    <a:pt x="2556102" y="519776"/>
                  </a:lnTo>
                  <a:lnTo>
                    <a:pt x="2607756" y="519577"/>
                  </a:lnTo>
                  <a:lnTo>
                    <a:pt x="2649413" y="518186"/>
                  </a:lnTo>
                  <a:lnTo>
                    <a:pt x="2708446" y="507056"/>
                  </a:lnTo>
                  <a:lnTo>
                    <a:pt x="2766177" y="470277"/>
                  </a:lnTo>
                  <a:lnTo>
                    <a:pt x="2802956" y="412545"/>
                  </a:lnTo>
                  <a:lnTo>
                    <a:pt x="2814058" y="353512"/>
                  </a:lnTo>
                  <a:lnTo>
                    <a:pt x="2815464" y="311856"/>
                  </a:lnTo>
                  <a:lnTo>
                    <a:pt x="2815674" y="260202"/>
                  </a:lnTo>
                  <a:lnTo>
                    <a:pt x="2815479" y="208335"/>
                  </a:lnTo>
                  <a:lnTo>
                    <a:pt x="2814094" y="166507"/>
                  </a:lnTo>
                  <a:lnTo>
                    <a:pt x="2802956" y="107229"/>
                  </a:lnTo>
                  <a:lnTo>
                    <a:pt x="2766177" y="49499"/>
                  </a:lnTo>
                  <a:lnTo>
                    <a:pt x="2708446" y="12720"/>
                  </a:lnTo>
                  <a:lnTo>
                    <a:pt x="2649413" y="1590"/>
                  </a:lnTo>
                  <a:lnTo>
                    <a:pt x="2607756" y="198"/>
                  </a:lnTo>
                  <a:lnTo>
                    <a:pt x="2556102" y="0"/>
                  </a:lnTo>
                  <a:close/>
                </a:path>
              </a:pathLst>
            </a:custGeom>
            <a:solidFill>
              <a:srgbClr val="B64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5460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9573" y="0"/>
                  </a:moveTo>
                  <a:lnTo>
                    <a:pt x="2556106" y="0"/>
                  </a:lnTo>
                  <a:lnTo>
                    <a:pt x="2607759" y="198"/>
                  </a:lnTo>
                  <a:lnTo>
                    <a:pt x="2649415" y="1590"/>
                  </a:lnTo>
                  <a:lnTo>
                    <a:pt x="2708448" y="12720"/>
                  </a:lnTo>
                  <a:lnTo>
                    <a:pt x="2766179" y="49499"/>
                  </a:lnTo>
                  <a:lnTo>
                    <a:pt x="2802958" y="107230"/>
                  </a:lnTo>
                  <a:lnTo>
                    <a:pt x="2814088" y="166263"/>
                  </a:lnTo>
                  <a:lnTo>
                    <a:pt x="2815480" y="207919"/>
                  </a:lnTo>
                  <a:lnTo>
                    <a:pt x="2815678" y="259573"/>
                  </a:lnTo>
                  <a:lnTo>
                    <a:pt x="2815480" y="311440"/>
                  </a:lnTo>
                  <a:lnTo>
                    <a:pt x="2814088" y="353269"/>
                  </a:lnTo>
                  <a:lnTo>
                    <a:pt x="2802958" y="412546"/>
                  </a:lnTo>
                  <a:lnTo>
                    <a:pt x="2766179" y="470277"/>
                  </a:lnTo>
                  <a:lnTo>
                    <a:pt x="2708448" y="507056"/>
                  </a:lnTo>
                  <a:lnTo>
                    <a:pt x="2649415" y="518186"/>
                  </a:lnTo>
                  <a:lnTo>
                    <a:pt x="2607759" y="519577"/>
                  </a:lnTo>
                  <a:lnTo>
                    <a:pt x="2556106" y="519776"/>
                  </a:lnTo>
                  <a:lnTo>
                    <a:pt x="259573" y="519776"/>
                  </a:lnTo>
                  <a:lnTo>
                    <a:pt x="207919" y="519577"/>
                  </a:lnTo>
                  <a:lnTo>
                    <a:pt x="166263" y="518186"/>
                  </a:lnTo>
                  <a:lnTo>
                    <a:pt x="107230" y="507056"/>
                  </a:lnTo>
                  <a:lnTo>
                    <a:pt x="49499" y="470277"/>
                  </a:lnTo>
                  <a:lnTo>
                    <a:pt x="12720" y="412546"/>
                  </a:lnTo>
                  <a:lnTo>
                    <a:pt x="1590" y="353512"/>
                  </a:lnTo>
                  <a:lnTo>
                    <a:pt x="198" y="311856"/>
                  </a:lnTo>
                  <a:lnTo>
                    <a:pt x="0" y="260202"/>
                  </a:lnTo>
                  <a:lnTo>
                    <a:pt x="198" y="208335"/>
                  </a:lnTo>
                  <a:lnTo>
                    <a:pt x="1590" y="166507"/>
                  </a:lnTo>
                  <a:lnTo>
                    <a:pt x="12720" y="107230"/>
                  </a:lnTo>
                  <a:lnTo>
                    <a:pt x="49499" y="49499"/>
                  </a:lnTo>
                  <a:lnTo>
                    <a:pt x="107230" y="12720"/>
                  </a:lnTo>
                  <a:lnTo>
                    <a:pt x="166263" y="1590"/>
                  </a:lnTo>
                  <a:lnTo>
                    <a:pt x="207919" y="198"/>
                  </a:lnTo>
                  <a:lnTo>
                    <a:pt x="259573" y="0"/>
                  </a:lnTo>
                  <a:close/>
                </a:path>
              </a:pathLst>
            </a:custGeom>
            <a:ln w="254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14747" y="3644842"/>
            <a:ext cx="1917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Consensus</a:t>
            </a:r>
            <a:r>
              <a:rPr sz="20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851" y="4258472"/>
            <a:ext cx="4922829" cy="259939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823110" y="3527604"/>
            <a:ext cx="1961514" cy="539750"/>
            <a:chOff x="3823110" y="3527604"/>
            <a:chExt cx="1961514" cy="539750"/>
          </a:xfrm>
        </p:grpSpPr>
        <p:sp>
          <p:nvSpPr>
            <p:cNvPr id="14" name="object 14"/>
            <p:cNvSpPr/>
            <p:nvPr/>
          </p:nvSpPr>
          <p:spPr>
            <a:xfrm>
              <a:off x="4582369" y="3533954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442887" y="0"/>
                  </a:moveTo>
                  <a:lnTo>
                    <a:pt x="0" y="0"/>
                  </a:lnTo>
                  <a:lnTo>
                    <a:pt x="0" y="132935"/>
                  </a:lnTo>
                  <a:lnTo>
                    <a:pt x="442887" y="13293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82369" y="3533954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0" y="0"/>
                  </a:moveTo>
                  <a:lnTo>
                    <a:pt x="442887" y="0"/>
                  </a:lnTo>
                  <a:lnTo>
                    <a:pt x="442887" y="132935"/>
                  </a:lnTo>
                  <a:lnTo>
                    <a:pt x="0" y="1329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2369" y="3666820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442887" y="0"/>
                  </a:moveTo>
                  <a:lnTo>
                    <a:pt x="0" y="0"/>
                  </a:lnTo>
                  <a:lnTo>
                    <a:pt x="0" y="129984"/>
                  </a:lnTo>
                  <a:lnTo>
                    <a:pt x="442887" y="129984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2369" y="3666820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0" y="0"/>
                  </a:moveTo>
                  <a:lnTo>
                    <a:pt x="442887" y="0"/>
                  </a:lnTo>
                  <a:lnTo>
                    <a:pt x="442887" y="129984"/>
                  </a:lnTo>
                  <a:lnTo>
                    <a:pt x="0" y="1299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2369" y="3794673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442887" y="0"/>
                  </a:moveTo>
                  <a:lnTo>
                    <a:pt x="0" y="0"/>
                  </a:lnTo>
                  <a:lnTo>
                    <a:pt x="0" y="125985"/>
                  </a:lnTo>
                  <a:lnTo>
                    <a:pt x="442887" y="12598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2369" y="3794673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0" y="0"/>
                  </a:moveTo>
                  <a:lnTo>
                    <a:pt x="442887" y="0"/>
                  </a:lnTo>
                  <a:lnTo>
                    <a:pt x="442887" y="125985"/>
                  </a:lnTo>
                  <a:lnTo>
                    <a:pt x="0" y="1259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2369" y="3920659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442887" y="0"/>
                  </a:moveTo>
                  <a:lnTo>
                    <a:pt x="0" y="0"/>
                  </a:lnTo>
                  <a:lnTo>
                    <a:pt x="0" y="139746"/>
                  </a:lnTo>
                  <a:lnTo>
                    <a:pt x="442887" y="139746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2369" y="3920660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0" y="0"/>
                  </a:moveTo>
                  <a:lnTo>
                    <a:pt x="442887" y="0"/>
                  </a:lnTo>
                  <a:lnTo>
                    <a:pt x="442887" y="139746"/>
                  </a:lnTo>
                  <a:lnTo>
                    <a:pt x="0" y="1397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29460" y="3534328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442887" y="0"/>
                  </a:moveTo>
                  <a:lnTo>
                    <a:pt x="0" y="0"/>
                  </a:lnTo>
                  <a:lnTo>
                    <a:pt x="0" y="132935"/>
                  </a:lnTo>
                  <a:lnTo>
                    <a:pt x="442887" y="13293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29460" y="3534328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0" y="0"/>
                  </a:moveTo>
                  <a:lnTo>
                    <a:pt x="442887" y="0"/>
                  </a:lnTo>
                  <a:lnTo>
                    <a:pt x="442887" y="132935"/>
                  </a:lnTo>
                  <a:lnTo>
                    <a:pt x="0" y="1329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29460" y="3667194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442887" y="0"/>
                  </a:moveTo>
                  <a:lnTo>
                    <a:pt x="0" y="0"/>
                  </a:lnTo>
                  <a:lnTo>
                    <a:pt x="0" y="129984"/>
                  </a:lnTo>
                  <a:lnTo>
                    <a:pt x="442887" y="129984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29460" y="3667194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0" y="0"/>
                  </a:moveTo>
                  <a:lnTo>
                    <a:pt x="442887" y="0"/>
                  </a:lnTo>
                  <a:lnTo>
                    <a:pt x="442887" y="129984"/>
                  </a:lnTo>
                  <a:lnTo>
                    <a:pt x="0" y="1299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29460" y="3795049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442887" y="0"/>
                  </a:moveTo>
                  <a:lnTo>
                    <a:pt x="0" y="0"/>
                  </a:lnTo>
                  <a:lnTo>
                    <a:pt x="0" y="125985"/>
                  </a:lnTo>
                  <a:lnTo>
                    <a:pt x="442887" y="12598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29460" y="3795048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0" y="0"/>
                  </a:moveTo>
                  <a:lnTo>
                    <a:pt x="442887" y="0"/>
                  </a:lnTo>
                  <a:lnTo>
                    <a:pt x="442887" y="125985"/>
                  </a:lnTo>
                  <a:lnTo>
                    <a:pt x="0" y="1259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29460" y="3921034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442887" y="0"/>
                  </a:moveTo>
                  <a:lnTo>
                    <a:pt x="0" y="0"/>
                  </a:lnTo>
                  <a:lnTo>
                    <a:pt x="0" y="139746"/>
                  </a:lnTo>
                  <a:lnTo>
                    <a:pt x="442887" y="139746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29460" y="3921034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0" y="0"/>
                  </a:moveTo>
                  <a:lnTo>
                    <a:pt x="442887" y="0"/>
                  </a:lnTo>
                  <a:lnTo>
                    <a:pt x="442887" y="139746"/>
                  </a:lnTo>
                  <a:lnTo>
                    <a:pt x="0" y="1397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35277" y="3536219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442887" y="0"/>
                  </a:moveTo>
                  <a:lnTo>
                    <a:pt x="0" y="0"/>
                  </a:lnTo>
                  <a:lnTo>
                    <a:pt x="0" y="132935"/>
                  </a:lnTo>
                  <a:lnTo>
                    <a:pt x="442887" y="13293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35277" y="3536219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0" y="0"/>
                  </a:moveTo>
                  <a:lnTo>
                    <a:pt x="442887" y="0"/>
                  </a:lnTo>
                  <a:lnTo>
                    <a:pt x="442887" y="132935"/>
                  </a:lnTo>
                  <a:lnTo>
                    <a:pt x="0" y="1329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5277" y="3669085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442887" y="0"/>
                  </a:moveTo>
                  <a:lnTo>
                    <a:pt x="0" y="0"/>
                  </a:lnTo>
                  <a:lnTo>
                    <a:pt x="0" y="129984"/>
                  </a:lnTo>
                  <a:lnTo>
                    <a:pt x="442887" y="129984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5277" y="3669085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0" y="0"/>
                  </a:moveTo>
                  <a:lnTo>
                    <a:pt x="442887" y="0"/>
                  </a:lnTo>
                  <a:lnTo>
                    <a:pt x="442887" y="129984"/>
                  </a:lnTo>
                  <a:lnTo>
                    <a:pt x="0" y="1299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426702" y="3830860"/>
            <a:ext cx="20193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20"/>
              </a:lnSpc>
            </a:pPr>
            <a:r>
              <a:rPr sz="1600" spc="-25" dirty="0">
                <a:latin typeface="Trebuchet MS"/>
                <a:cs typeface="Trebuchet MS"/>
              </a:rPr>
              <a:t>C</a:t>
            </a:r>
            <a:r>
              <a:rPr sz="1575" spc="-37" baseline="-18518" dirty="0">
                <a:latin typeface="Trebuchet MS"/>
                <a:cs typeface="Trebuchet MS"/>
              </a:rPr>
              <a:t>A</a:t>
            </a:r>
            <a:endParaRPr sz="1575" baseline="-18518">
              <a:latin typeface="Trebuchet MS"/>
              <a:cs typeface="Trebuchet MS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6625858" y="3524435"/>
          <a:ext cx="644525" cy="52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7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tx1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666666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5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tx3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tx4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905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666666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4272348" y="3524435"/>
            <a:ext cx="2408555" cy="544830"/>
            <a:chOff x="4272348" y="3524435"/>
            <a:chExt cx="2408555" cy="544830"/>
          </a:xfrm>
        </p:grpSpPr>
        <p:sp>
          <p:nvSpPr>
            <p:cNvPr id="37" name="object 37"/>
            <p:cNvSpPr/>
            <p:nvPr/>
          </p:nvSpPr>
          <p:spPr>
            <a:xfrm>
              <a:off x="5335277" y="3796938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442887" y="0"/>
                  </a:moveTo>
                  <a:lnTo>
                    <a:pt x="0" y="0"/>
                  </a:lnTo>
                  <a:lnTo>
                    <a:pt x="0" y="125985"/>
                  </a:lnTo>
                  <a:lnTo>
                    <a:pt x="442887" y="12598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5277" y="3796939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0" y="0"/>
                  </a:moveTo>
                  <a:lnTo>
                    <a:pt x="442887" y="0"/>
                  </a:lnTo>
                  <a:lnTo>
                    <a:pt x="442887" y="125985"/>
                  </a:lnTo>
                  <a:lnTo>
                    <a:pt x="0" y="1259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5277" y="3922925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442887" y="0"/>
                  </a:moveTo>
                  <a:lnTo>
                    <a:pt x="0" y="0"/>
                  </a:lnTo>
                  <a:lnTo>
                    <a:pt x="0" y="139746"/>
                  </a:lnTo>
                  <a:lnTo>
                    <a:pt x="442887" y="139746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35277" y="3922924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0" y="0"/>
                  </a:moveTo>
                  <a:lnTo>
                    <a:pt x="442887" y="0"/>
                  </a:lnTo>
                  <a:lnTo>
                    <a:pt x="442887" y="139746"/>
                  </a:lnTo>
                  <a:lnTo>
                    <a:pt x="0" y="1397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81341" y="3795473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194123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72348" y="3716902"/>
              <a:ext cx="157480" cy="157480"/>
            </a:xfrm>
            <a:custGeom>
              <a:avLst/>
              <a:gdLst/>
              <a:ahLst/>
              <a:cxnLst/>
              <a:rect l="l" t="t" r="r" b="b"/>
              <a:pathLst>
                <a:path w="157479" h="157479">
                  <a:moveTo>
                    <a:pt x="157140" y="0"/>
                  </a:moveTo>
                  <a:lnTo>
                    <a:pt x="0" y="78571"/>
                  </a:lnTo>
                  <a:lnTo>
                    <a:pt x="157140" y="157140"/>
                  </a:lnTo>
                  <a:lnTo>
                    <a:pt x="104761" y="78571"/>
                  </a:lnTo>
                  <a:lnTo>
                    <a:pt x="1571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34251" y="3794010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194123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25256" y="3715439"/>
              <a:ext cx="157480" cy="157480"/>
            </a:xfrm>
            <a:custGeom>
              <a:avLst/>
              <a:gdLst/>
              <a:ahLst/>
              <a:cxnLst/>
              <a:rect l="l" t="t" r="r" b="b"/>
              <a:pathLst>
                <a:path w="157479" h="157479">
                  <a:moveTo>
                    <a:pt x="157142" y="0"/>
                  </a:moveTo>
                  <a:lnTo>
                    <a:pt x="0" y="78571"/>
                  </a:lnTo>
                  <a:lnTo>
                    <a:pt x="157142" y="157142"/>
                  </a:lnTo>
                  <a:lnTo>
                    <a:pt x="104761" y="78571"/>
                  </a:lnTo>
                  <a:lnTo>
                    <a:pt x="157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088188" y="3530785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442887" y="0"/>
                  </a:moveTo>
                  <a:lnTo>
                    <a:pt x="0" y="0"/>
                  </a:lnTo>
                  <a:lnTo>
                    <a:pt x="0" y="132935"/>
                  </a:lnTo>
                  <a:lnTo>
                    <a:pt x="442887" y="13293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88188" y="3530785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0" y="0"/>
                  </a:moveTo>
                  <a:lnTo>
                    <a:pt x="442887" y="0"/>
                  </a:lnTo>
                  <a:lnTo>
                    <a:pt x="442887" y="132935"/>
                  </a:lnTo>
                  <a:lnTo>
                    <a:pt x="0" y="1329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88188" y="3663651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442887" y="0"/>
                  </a:moveTo>
                  <a:lnTo>
                    <a:pt x="0" y="0"/>
                  </a:lnTo>
                  <a:lnTo>
                    <a:pt x="0" y="129984"/>
                  </a:lnTo>
                  <a:lnTo>
                    <a:pt x="442887" y="129984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88188" y="3663651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0" y="0"/>
                  </a:moveTo>
                  <a:lnTo>
                    <a:pt x="442887" y="0"/>
                  </a:lnTo>
                  <a:lnTo>
                    <a:pt x="442887" y="129984"/>
                  </a:lnTo>
                  <a:lnTo>
                    <a:pt x="0" y="1299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88188" y="3791504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442887" y="0"/>
                  </a:moveTo>
                  <a:lnTo>
                    <a:pt x="0" y="0"/>
                  </a:lnTo>
                  <a:lnTo>
                    <a:pt x="0" y="125985"/>
                  </a:lnTo>
                  <a:lnTo>
                    <a:pt x="442887" y="12598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8188" y="3791503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0" y="0"/>
                  </a:moveTo>
                  <a:lnTo>
                    <a:pt x="442887" y="0"/>
                  </a:lnTo>
                  <a:lnTo>
                    <a:pt x="442887" y="125985"/>
                  </a:lnTo>
                  <a:lnTo>
                    <a:pt x="0" y="1259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8188" y="3917490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442887" y="0"/>
                  </a:moveTo>
                  <a:lnTo>
                    <a:pt x="0" y="0"/>
                  </a:lnTo>
                  <a:lnTo>
                    <a:pt x="0" y="139746"/>
                  </a:lnTo>
                  <a:lnTo>
                    <a:pt x="442887" y="139746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88188" y="3917490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0" y="0"/>
                  </a:moveTo>
                  <a:lnTo>
                    <a:pt x="442887" y="0"/>
                  </a:lnTo>
                  <a:lnTo>
                    <a:pt x="442887" y="139746"/>
                  </a:lnTo>
                  <a:lnTo>
                    <a:pt x="0" y="1397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87160" y="3792304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194123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778157" y="3713733"/>
              <a:ext cx="902335" cy="157480"/>
            </a:xfrm>
            <a:custGeom>
              <a:avLst/>
              <a:gdLst/>
              <a:ahLst/>
              <a:cxnLst/>
              <a:rect l="l" t="t" r="r" b="b"/>
              <a:pathLst>
                <a:path w="902334" h="157479">
                  <a:moveTo>
                    <a:pt x="157149" y="0"/>
                  </a:moveTo>
                  <a:lnTo>
                    <a:pt x="0" y="78574"/>
                  </a:lnTo>
                  <a:lnTo>
                    <a:pt x="157149" y="157149"/>
                  </a:lnTo>
                  <a:lnTo>
                    <a:pt x="104762" y="78574"/>
                  </a:lnTo>
                  <a:lnTo>
                    <a:pt x="157149" y="0"/>
                  </a:lnTo>
                  <a:close/>
                </a:path>
                <a:path w="902334" h="157479">
                  <a:moveTo>
                    <a:pt x="902195" y="0"/>
                  </a:moveTo>
                  <a:lnTo>
                    <a:pt x="745045" y="78574"/>
                  </a:lnTo>
                  <a:lnTo>
                    <a:pt x="902195" y="157149"/>
                  </a:lnTo>
                  <a:lnTo>
                    <a:pt x="849807" y="78574"/>
                  </a:lnTo>
                  <a:lnTo>
                    <a:pt x="902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62874" y="3675726"/>
            <a:ext cx="620683" cy="1016923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7382833" y="4043000"/>
            <a:ext cx="1250315" cy="1923414"/>
            <a:chOff x="7382833" y="4043000"/>
            <a:chExt cx="1250315" cy="1923414"/>
          </a:xfrm>
        </p:grpSpPr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2833" y="4043000"/>
              <a:ext cx="620683" cy="101692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1005" y="4949484"/>
              <a:ext cx="762000" cy="1016923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419" y="1600074"/>
            <a:ext cx="1358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3173" y="1632056"/>
            <a:ext cx="447548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Microsoft Sans Serif"/>
                <a:cs typeface="Microsoft Sans Serif"/>
              </a:rPr>
              <a:t>Lets</a:t>
            </a:r>
            <a:r>
              <a:rPr sz="2050" spc="-3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zoom</a:t>
            </a:r>
            <a:r>
              <a:rPr sz="2050" spc="-3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into</a:t>
            </a:r>
            <a:r>
              <a:rPr sz="2050" spc="-3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what</a:t>
            </a:r>
            <a:r>
              <a:rPr sz="2050" spc="-3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the</a:t>
            </a:r>
            <a:r>
              <a:rPr sz="2050" spc="-3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blocks</a:t>
            </a:r>
            <a:r>
              <a:rPr sz="2050" spc="-3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contain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619" y="1967169"/>
            <a:ext cx="126364" cy="1392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695"/>
              </a:lnSpc>
              <a:spcBef>
                <a:spcPts val="90"/>
              </a:spcBef>
            </a:pPr>
            <a:r>
              <a:rPr sz="22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90"/>
              </a:lnSpc>
              <a:spcBef>
                <a:spcPts val="5"/>
              </a:spcBef>
            </a:pPr>
            <a:r>
              <a:rPr sz="22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90"/>
              </a:lnSpc>
            </a:pPr>
            <a:r>
              <a:rPr sz="22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95"/>
              </a:lnSpc>
            </a:pPr>
            <a:r>
              <a:rPr sz="22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0373" y="1943600"/>
            <a:ext cx="6837680" cy="139192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850" dirty="0">
                <a:latin typeface="Microsoft Sans Serif"/>
                <a:cs typeface="Microsoft Sans Serif"/>
              </a:rPr>
              <a:t>More</a:t>
            </a:r>
            <a:r>
              <a:rPr sz="1850" spc="2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generally,</a:t>
            </a:r>
            <a:r>
              <a:rPr sz="1850" spc="2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blocks</a:t>
            </a:r>
            <a:r>
              <a:rPr sz="1850" spc="2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contain</a:t>
            </a:r>
            <a:r>
              <a:rPr sz="1850" spc="25" dirty="0">
                <a:latin typeface="Microsoft Sans Serif"/>
                <a:cs typeface="Microsoft Sans Serif"/>
              </a:rPr>
              <a:t> </a:t>
            </a:r>
            <a:r>
              <a:rPr sz="1850" spc="-20" dirty="0">
                <a:latin typeface="Microsoft Sans Serif"/>
                <a:cs typeface="Microsoft Sans Serif"/>
              </a:rPr>
              <a:t>code</a:t>
            </a:r>
            <a:endParaRPr sz="1850">
              <a:latin typeface="Microsoft Sans Serif"/>
              <a:cs typeface="Microsoft Sans Serif"/>
            </a:endParaRPr>
          </a:p>
          <a:p>
            <a:pPr marL="12700" marR="5080">
              <a:lnSpc>
                <a:spcPts val="2690"/>
              </a:lnSpc>
              <a:spcBef>
                <a:spcPts val="165"/>
              </a:spcBef>
            </a:pPr>
            <a:r>
              <a:rPr sz="1850" dirty="0">
                <a:latin typeface="Microsoft Sans Serif"/>
                <a:cs typeface="Microsoft Sans Serif"/>
              </a:rPr>
              <a:t>Any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bounded-loop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program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can</a:t>
            </a:r>
            <a:r>
              <a:rPr sz="1850" spc="7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be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executed,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i.e.,</a:t>
            </a:r>
            <a:r>
              <a:rPr sz="1850" spc="7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smart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spc="-10" dirty="0">
                <a:latin typeface="Microsoft Sans Serif"/>
                <a:cs typeface="Microsoft Sans Serif"/>
              </a:rPr>
              <a:t>contacts </a:t>
            </a:r>
            <a:r>
              <a:rPr sz="1850" dirty="0">
                <a:latin typeface="Microsoft Sans Serif"/>
                <a:cs typeface="Microsoft Sans Serif"/>
              </a:rPr>
              <a:t>Cryptocurrencies</a:t>
            </a:r>
            <a:r>
              <a:rPr sz="1850" spc="5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is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one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such</a:t>
            </a:r>
            <a:r>
              <a:rPr sz="1850" spc="55" dirty="0">
                <a:latin typeface="Microsoft Sans Serif"/>
                <a:cs typeface="Microsoft Sans Serif"/>
              </a:rPr>
              <a:t> </a:t>
            </a:r>
            <a:r>
              <a:rPr sz="1850" spc="-10" dirty="0">
                <a:latin typeface="Microsoft Sans Serif"/>
                <a:cs typeface="Microsoft Sans Serif"/>
              </a:rPr>
              <a:t>application</a:t>
            </a: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50" dirty="0">
                <a:latin typeface="Microsoft Sans Serif"/>
                <a:cs typeface="Microsoft Sans Serif"/>
              </a:rPr>
              <a:t>More</a:t>
            </a:r>
            <a:r>
              <a:rPr sz="1850" spc="4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in</a:t>
            </a:r>
            <a:r>
              <a:rPr sz="1850" spc="4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expressive</a:t>
            </a:r>
            <a:r>
              <a:rPr sz="1850" spc="4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blockchains</a:t>
            </a:r>
            <a:r>
              <a:rPr sz="1850" spc="5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like</a:t>
            </a:r>
            <a:r>
              <a:rPr sz="1850" spc="45" dirty="0">
                <a:latin typeface="Microsoft Sans Serif"/>
                <a:cs typeface="Microsoft Sans Serif"/>
              </a:rPr>
              <a:t> </a:t>
            </a:r>
            <a:r>
              <a:rPr sz="1850" spc="-10" dirty="0">
                <a:latin typeface="Microsoft Sans Serif"/>
                <a:cs typeface="Microsoft Sans Serif"/>
              </a:rPr>
              <a:t>Ethereum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Let’s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break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it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down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4305" y="92234"/>
            <a:ext cx="677286" cy="6772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2874" y="3675726"/>
            <a:ext cx="620683" cy="101692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382833" y="4043000"/>
            <a:ext cx="1250315" cy="1923414"/>
            <a:chOff x="7382833" y="4043000"/>
            <a:chExt cx="1250315" cy="192341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2833" y="4043000"/>
              <a:ext cx="620683" cy="10169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1005" y="4949484"/>
              <a:ext cx="762000" cy="101692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52760" y="3553943"/>
            <a:ext cx="2841625" cy="545465"/>
            <a:chOff x="852760" y="3553943"/>
            <a:chExt cx="2841625" cy="545465"/>
          </a:xfrm>
        </p:grpSpPr>
        <p:sp>
          <p:nvSpPr>
            <p:cNvPr id="13" name="object 13"/>
            <p:cNvSpPr/>
            <p:nvPr/>
          </p:nvSpPr>
          <p:spPr>
            <a:xfrm>
              <a:off x="865462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56102" y="0"/>
                  </a:moveTo>
                  <a:lnTo>
                    <a:pt x="259571" y="0"/>
                  </a:lnTo>
                  <a:lnTo>
                    <a:pt x="207917" y="198"/>
                  </a:lnTo>
                  <a:lnTo>
                    <a:pt x="166261" y="1590"/>
                  </a:lnTo>
                  <a:lnTo>
                    <a:pt x="107228" y="12720"/>
                  </a:lnTo>
                  <a:lnTo>
                    <a:pt x="49496" y="49499"/>
                  </a:lnTo>
                  <a:lnTo>
                    <a:pt x="12717" y="107229"/>
                  </a:lnTo>
                  <a:lnTo>
                    <a:pt x="1615" y="166263"/>
                  </a:lnTo>
                  <a:lnTo>
                    <a:pt x="210" y="207919"/>
                  </a:lnTo>
                  <a:lnTo>
                    <a:pt x="0" y="259574"/>
                  </a:lnTo>
                  <a:lnTo>
                    <a:pt x="194" y="311440"/>
                  </a:lnTo>
                  <a:lnTo>
                    <a:pt x="1579" y="353269"/>
                  </a:lnTo>
                  <a:lnTo>
                    <a:pt x="12717" y="412545"/>
                  </a:lnTo>
                  <a:lnTo>
                    <a:pt x="49496" y="470277"/>
                  </a:lnTo>
                  <a:lnTo>
                    <a:pt x="107228" y="507056"/>
                  </a:lnTo>
                  <a:lnTo>
                    <a:pt x="166261" y="518186"/>
                  </a:lnTo>
                  <a:lnTo>
                    <a:pt x="207917" y="519577"/>
                  </a:lnTo>
                  <a:lnTo>
                    <a:pt x="259571" y="519776"/>
                  </a:lnTo>
                  <a:lnTo>
                    <a:pt x="2556102" y="519776"/>
                  </a:lnTo>
                  <a:lnTo>
                    <a:pt x="2607756" y="519577"/>
                  </a:lnTo>
                  <a:lnTo>
                    <a:pt x="2649413" y="518186"/>
                  </a:lnTo>
                  <a:lnTo>
                    <a:pt x="2708446" y="507056"/>
                  </a:lnTo>
                  <a:lnTo>
                    <a:pt x="2766177" y="470277"/>
                  </a:lnTo>
                  <a:lnTo>
                    <a:pt x="2802956" y="412545"/>
                  </a:lnTo>
                  <a:lnTo>
                    <a:pt x="2814058" y="353512"/>
                  </a:lnTo>
                  <a:lnTo>
                    <a:pt x="2815464" y="311856"/>
                  </a:lnTo>
                  <a:lnTo>
                    <a:pt x="2815674" y="260202"/>
                  </a:lnTo>
                  <a:lnTo>
                    <a:pt x="2815479" y="208335"/>
                  </a:lnTo>
                  <a:lnTo>
                    <a:pt x="2814094" y="166507"/>
                  </a:lnTo>
                  <a:lnTo>
                    <a:pt x="2802956" y="107229"/>
                  </a:lnTo>
                  <a:lnTo>
                    <a:pt x="2766177" y="49499"/>
                  </a:lnTo>
                  <a:lnTo>
                    <a:pt x="2708446" y="12720"/>
                  </a:lnTo>
                  <a:lnTo>
                    <a:pt x="2649413" y="1590"/>
                  </a:lnTo>
                  <a:lnTo>
                    <a:pt x="2607756" y="198"/>
                  </a:lnTo>
                  <a:lnTo>
                    <a:pt x="2556102" y="0"/>
                  </a:lnTo>
                  <a:close/>
                </a:path>
              </a:pathLst>
            </a:custGeom>
            <a:solidFill>
              <a:srgbClr val="B64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5460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9573" y="0"/>
                  </a:moveTo>
                  <a:lnTo>
                    <a:pt x="2556106" y="0"/>
                  </a:lnTo>
                  <a:lnTo>
                    <a:pt x="2607759" y="198"/>
                  </a:lnTo>
                  <a:lnTo>
                    <a:pt x="2649415" y="1590"/>
                  </a:lnTo>
                  <a:lnTo>
                    <a:pt x="2708448" y="12720"/>
                  </a:lnTo>
                  <a:lnTo>
                    <a:pt x="2766179" y="49499"/>
                  </a:lnTo>
                  <a:lnTo>
                    <a:pt x="2802958" y="107230"/>
                  </a:lnTo>
                  <a:lnTo>
                    <a:pt x="2814088" y="166263"/>
                  </a:lnTo>
                  <a:lnTo>
                    <a:pt x="2815480" y="207919"/>
                  </a:lnTo>
                  <a:lnTo>
                    <a:pt x="2815678" y="259573"/>
                  </a:lnTo>
                  <a:lnTo>
                    <a:pt x="2815480" y="311440"/>
                  </a:lnTo>
                  <a:lnTo>
                    <a:pt x="2814088" y="353269"/>
                  </a:lnTo>
                  <a:lnTo>
                    <a:pt x="2802958" y="412546"/>
                  </a:lnTo>
                  <a:lnTo>
                    <a:pt x="2766179" y="470277"/>
                  </a:lnTo>
                  <a:lnTo>
                    <a:pt x="2708448" y="507056"/>
                  </a:lnTo>
                  <a:lnTo>
                    <a:pt x="2649415" y="518186"/>
                  </a:lnTo>
                  <a:lnTo>
                    <a:pt x="2607759" y="519577"/>
                  </a:lnTo>
                  <a:lnTo>
                    <a:pt x="2556106" y="519776"/>
                  </a:lnTo>
                  <a:lnTo>
                    <a:pt x="259573" y="519776"/>
                  </a:lnTo>
                  <a:lnTo>
                    <a:pt x="207919" y="519577"/>
                  </a:lnTo>
                  <a:lnTo>
                    <a:pt x="166263" y="518186"/>
                  </a:lnTo>
                  <a:lnTo>
                    <a:pt x="107230" y="507056"/>
                  </a:lnTo>
                  <a:lnTo>
                    <a:pt x="49499" y="470277"/>
                  </a:lnTo>
                  <a:lnTo>
                    <a:pt x="12720" y="412546"/>
                  </a:lnTo>
                  <a:lnTo>
                    <a:pt x="1590" y="353512"/>
                  </a:lnTo>
                  <a:lnTo>
                    <a:pt x="198" y="311856"/>
                  </a:lnTo>
                  <a:lnTo>
                    <a:pt x="0" y="260202"/>
                  </a:lnTo>
                  <a:lnTo>
                    <a:pt x="198" y="208335"/>
                  </a:lnTo>
                  <a:lnTo>
                    <a:pt x="1590" y="166507"/>
                  </a:lnTo>
                  <a:lnTo>
                    <a:pt x="12720" y="107230"/>
                  </a:lnTo>
                  <a:lnTo>
                    <a:pt x="49499" y="49499"/>
                  </a:lnTo>
                  <a:lnTo>
                    <a:pt x="107230" y="12720"/>
                  </a:lnTo>
                  <a:lnTo>
                    <a:pt x="166263" y="1590"/>
                  </a:lnTo>
                  <a:lnTo>
                    <a:pt x="207919" y="198"/>
                  </a:lnTo>
                  <a:lnTo>
                    <a:pt x="259573" y="0"/>
                  </a:lnTo>
                  <a:close/>
                </a:path>
              </a:pathLst>
            </a:custGeom>
            <a:ln w="254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28823" y="3644842"/>
            <a:ext cx="1889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11750" y="3165097"/>
            <a:ext cx="2564130" cy="1737360"/>
            <a:chOff x="5111750" y="3165097"/>
            <a:chExt cx="2564130" cy="1737360"/>
          </a:xfrm>
        </p:grpSpPr>
        <p:sp>
          <p:nvSpPr>
            <p:cNvPr id="17" name="object 17"/>
            <p:cNvSpPr/>
            <p:nvPr/>
          </p:nvSpPr>
          <p:spPr>
            <a:xfrm>
              <a:off x="6833235" y="3530785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442887" y="0"/>
                  </a:moveTo>
                  <a:lnTo>
                    <a:pt x="0" y="0"/>
                  </a:lnTo>
                  <a:lnTo>
                    <a:pt x="0" y="132935"/>
                  </a:lnTo>
                  <a:lnTo>
                    <a:pt x="442887" y="13293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33235" y="3530785"/>
              <a:ext cx="443230" cy="133350"/>
            </a:xfrm>
            <a:custGeom>
              <a:avLst/>
              <a:gdLst/>
              <a:ahLst/>
              <a:cxnLst/>
              <a:rect l="l" t="t" r="r" b="b"/>
              <a:pathLst>
                <a:path w="443229" h="133350">
                  <a:moveTo>
                    <a:pt x="0" y="0"/>
                  </a:moveTo>
                  <a:lnTo>
                    <a:pt x="442887" y="0"/>
                  </a:lnTo>
                  <a:lnTo>
                    <a:pt x="442887" y="132935"/>
                  </a:lnTo>
                  <a:lnTo>
                    <a:pt x="0" y="13293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33235" y="3663651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442887" y="0"/>
                  </a:moveTo>
                  <a:lnTo>
                    <a:pt x="0" y="0"/>
                  </a:lnTo>
                  <a:lnTo>
                    <a:pt x="0" y="129984"/>
                  </a:lnTo>
                  <a:lnTo>
                    <a:pt x="442887" y="129984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33235" y="3663651"/>
              <a:ext cx="443230" cy="130175"/>
            </a:xfrm>
            <a:custGeom>
              <a:avLst/>
              <a:gdLst/>
              <a:ahLst/>
              <a:cxnLst/>
              <a:rect l="l" t="t" r="r" b="b"/>
              <a:pathLst>
                <a:path w="443229" h="130175">
                  <a:moveTo>
                    <a:pt x="0" y="0"/>
                  </a:moveTo>
                  <a:lnTo>
                    <a:pt x="442887" y="0"/>
                  </a:lnTo>
                  <a:lnTo>
                    <a:pt x="442887" y="129984"/>
                  </a:lnTo>
                  <a:lnTo>
                    <a:pt x="0" y="1299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33235" y="3791504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442887" y="0"/>
                  </a:moveTo>
                  <a:lnTo>
                    <a:pt x="0" y="0"/>
                  </a:lnTo>
                  <a:lnTo>
                    <a:pt x="0" y="125985"/>
                  </a:lnTo>
                  <a:lnTo>
                    <a:pt x="442887" y="125985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33235" y="3791503"/>
              <a:ext cx="443230" cy="126364"/>
            </a:xfrm>
            <a:custGeom>
              <a:avLst/>
              <a:gdLst/>
              <a:ahLst/>
              <a:cxnLst/>
              <a:rect l="l" t="t" r="r" b="b"/>
              <a:pathLst>
                <a:path w="443229" h="126364">
                  <a:moveTo>
                    <a:pt x="0" y="0"/>
                  </a:moveTo>
                  <a:lnTo>
                    <a:pt x="442887" y="0"/>
                  </a:lnTo>
                  <a:lnTo>
                    <a:pt x="442887" y="125985"/>
                  </a:lnTo>
                  <a:lnTo>
                    <a:pt x="0" y="1259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33235" y="3917491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442887" y="0"/>
                  </a:moveTo>
                  <a:lnTo>
                    <a:pt x="0" y="0"/>
                  </a:lnTo>
                  <a:lnTo>
                    <a:pt x="0" y="139746"/>
                  </a:lnTo>
                  <a:lnTo>
                    <a:pt x="442887" y="139746"/>
                  </a:lnTo>
                  <a:lnTo>
                    <a:pt x="4428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33235" y="3917490"/>
              <a:ext cx="443230" cy="140335"/>
            </a:xfrm>
            <a:custGeom>
              <a:avLst/>
              <a:gdLst/>
              <a:ahLst/>
              <a:cxnLst/>
              <a:rect l="l" t="t" r="r" b="b"/>
              <a:pathLst>
                <a:path w="443229" h="140335">
                  <a:moveTo>
                    <a:pt x="0" y="0"/>
                  </a:moveTo>
                  <a:lnTo>
                    <a:pt x="442887" y="0"/>
                  </a:lnTo>
                  <a:lnTo>
                    <a:pt x="442887" y="139746"/>
                  </a:lnTo>
                  <a:lnTo>
                    <a:pt x="0" y="1397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1750" y="3165097"/>
              <a:ext cx="2563933" cy="173707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821" y="5535255"/>
            <a:ext cx="3352957" cy="1204634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419" y="1594520"/>
            <a:ext cx="13208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029" y="1630603"/>
            <a:ext cx="733298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dirty="0">
                <a:latin typeface="Microsoft Sans Serif"/>
                <a:cs typeface="Microsoft Sans Serif"/>
              </a:rPr>
              <a:t>How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many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transactions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or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bytes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each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block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can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contain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securely?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4619" y="1964646"/>
            <a:ext cx="123189" cy="10344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229" y="1931151"/>
            <a:ext cx="6300470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7780">
              <a:lnSpc>
                <a:spcPct val="1237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Unfortunately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limited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practical</a:t>
            </a:r>
            <a:r>
              <a:rPr sz="1800" spc="-10" dirty="0">
                <a:latin typeface="Microsoft Sans Serif"/>
                <a:cs typeface="Microsoft Sans Serif"/>
              </a:rPr>
              <a:t> purposes </a:t>
            </a:r>
            <a:r>
              <a:rPr sz="1800" dirty="0">
                <a:latin typeface="Microsoft Sans Serif"/>
                <a:cs typeface="Microsoft Sans Serif"/>
              </a:rPr>
              <a:t>Bitcoin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7tx/sec,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Visa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60.000</a:t>
            </a:r>
            <a:r>
              <a:rPr sz="1800" spc="-10" dirty="0">
                <a:latin typeface="Microsoft Sans Serif"/>
                <a:cs typeface="Microsoft Sans Serif"/>
              </a:rPr>
              <a:t> tx/sec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101899"/>
              </a:lnSpc>
              <a:spcBef>
                <a:spcPts val="470"/>
              </a:spcBef>
            </a:pPr>
            <a:r>
              <a:rPr sz="1800" dirty="0">
                <a:latin typeface="Microsoft Sans Serif"/>
                <a:cs typeface="Microsoft Sans Serif"/>
              </a:rPr>
              <a:t>We need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enable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transactions and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participants </a:t>
            </a:r>
            <a:r>
              <a:rPr sz="1800" spc="-10" dirty="0">
                <a:latin typeface="Microsoft Sans Serif"/>
                <a:cs typeface="Microsoft Sans Serif"/>
              </a:rPr>
              <a:t>without </a:t>
            </a:r>
            <a:r>
              <a:rPr sz="1800" dirty="0">
                <a:latin typeface="Microsoft Sans Serif"/>
                <a:cs typeface="Microsoft Sans Serif"/>
              </a:rPr>
              <a:t>proportionally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increasing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resource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requirements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Let’s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break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it</a:t>
            </a:r>
            <a:r>
              <a:rPr sz="4000" spc="-4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down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4305" y="92234"/>
            <a:ext cx="677286" cy="67728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52760" y="3553943"/>
            <a:ext cx="2841625" cy="545465"/>
            <a:chOff x="852760" y="3553943"/>
            <a:chExt cx="2841625" cy="545465"/>
          </a:xfrm>
        </p:grpSpPr>
        <p:sp>
          <p:nvSpPr>
            <p:cNvPr id="9" name="object 9"/>
            <p:cNvSpPr/>
            <p:nvPr/>
          </p:nvSpPr>
          <p:spPr>
            <a:xfrm>
              <a:off x="865462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56102" y="0"/>
                  </a:moveTo>
                  <a:lnTo>
                    <a:pt x="259571" y="0"/>
                  </a:lnTo>
                  <a:lnTo>
                    <a:pt x="207917" y="198"/>
                  </a:lnTo>
                  <a:lnTo>
                    <a:pt x="166261" y="1590"/>
                  </a:lnTo>
                  <a:lnTo>
                    <a:pt x="107228" y="12720"/>
                  </a:lnTo>
                  <a:lnTo>
                    <a:pt x="49496" y="49499"/>
                  </a:lnTo>
                  <a:lnTo>
                    <a:pt x="12717" y="107229"/>
                  </a:lnTo>
                  <a:lnTo>
                    <a:pt x="1615" y="166263"/>
                  </a:lnTo>
                  <a:lnTo>
                    <a:pt x="210" y="207919"/>
                  </a:lnTo>
                  <a:lnTo>
                    <a:pt x="0" y="259574"/>
                  </a:lnTo>
                  <a:lnTo>
                    <a:pt x="194" y="311440"/>
                  </a:lnTo>
                  <a:lnTo>
                    <a:pt x="1579" y="353269"/>
                  </a:lnTo>
                  <a:lnTo>
                    <a:pt x="12717" y="412545"/>
                  </a:lnTo>
                  <a:lnTo>
                    <a:pt x="49496" y="470277"/>
                  </a:lnTo>
                  <a:lnTo>
                    <a:pt x="107228" y="507056"/>
                  </a:lnTo>
                  <a:lnTo>
                    <a:pt x="166261" y="518186"/>
                  </a:lnTo>
                  <a:lnTo>
                    <a:pt x="207917" y="519577"/>
                  </a:lnTo>
                  <a:lnTo>
                    <a:pt x="259571" y="519776"/>
                  </a:lnTo>
                  <a:lnTo>
                    <a:pt x="2556102" y="519776"/>
                  </a:lnTo>
                  <a:lnTo>
                    <a:pt x="2607756" y="519577"/>
                  </a:lnTo>
                  <a:lnTo>
                    <a:pt x="2649413" y="518186"/>
                  </a:lnTo>
                  <a:lnTo>
                    <a:pt x="2708446" y="507056"/>
                  </a:lnTo>
                  <a:lnTo>
                    <a:pt x="2766177" y="470277"/>
                  </a:lnTo>
                  <a:lnTo>
                    <a:pt x="2802956" y="412545"/>
                  </a:lnTo>
                  <a:lnTo>
                    <a:pt x="2814058" y="353512"/>
                  </a:lnTo>
                  <a:lnTo>
                    <a:pt x="2815464" y="311856"/>
                  </a:lnTo>
                  <a:lnTo>
                    <a:pt x="2815674" y="260202"/>
                  </a:lnTo>
                  <a:lnTo>
                    <a:pt x="2815479" y="208335"/>
                  </a:lnTo>
                  <a:lnTo>
                    <a:pt x="2814094" y="166507"/>
                  </a:lnTo>
                  <a:lnTo>
                    <a:pt x="2802956" y="107229"/>
                  </a:lnTo>
                  <a:lnTo>
                    <a:pt x="2766177" y="49499"/>
                  </a:lnTo>
                  <a:lnTo>
                    <a:pt x="2708446" y="12720"/>
                  </a:lnTo>
                  <a:lnTo>
                    <a:pt x="2649413" y="1590"/>
                  </a:lnTo>
                  <a:lnTo>
                    <a:pt x="2607756" y="198"/>
                  </a:lnTo>
                  <a:lnTo>
                    <a:pt x="2556102" y="0"/>
                  </a:lnTo>
                  <a:close/>
                </a:path>
              </a:pathLst>
            </a:custGeom>
            <a:solidFill>
              <a:srgbClr val="B64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5460" y="35666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9573" y="0"/>
                  </a:moveTo>
                  <a:lnTo>
                    <a:pt x="2556106" y="0"/>
                  </a:lnTo>
                  <a:lnTo>
                    <a:pt x="2607759" y="198"/>
                  </a:lnTo>
                  <a:lnTo>
                    <a:pt x="2649415" y="1590"/>
                  </a:lnTo>
                  <a:lnTo>
                    <a:pt x="2708448" y="12720"/>
                  </a:lnTo>
                  <a:lnTo>
                    <a:pt x="2766179" y="49499"/>
                  </a:lnTo>
                  <a:lnTo>
                    <a:pt x="2802958" y="107230"/>
                  </a:lnTo>
                  <a:lnTo>
                    <a:pt x="2814088" y="166263"/>
                  </a:lnTo>
                  <a:lnTo>
                    <a:pt x="2815480" y="207919"/>
                  </a:lnTo>
                  <a:lnTo>
                    <a:pt x="2815678" y="259573"/>
                  </a:lnTo>
                  <a:lnTo>
                    <a:pt x="2815480" y="311440"/>
                  </a:lnTo>
                  <a:lnTo>
                    <a:pt x="2814088" y="353269"/>
                  </a:lnTo>
                  <a:lnTo>
                    <a:pt x="2802958" y="412546"/>
                  </a:lnTo>
                  <a:lnTo>
                    <a:pt x="2766179" y="470277"/>
                  </a:lnTo>
                  <a:lnTo>
                    <a:pt x="2708448" y="507056"/>
                  </a:lnTo>
                  <a:lnTo>
                    <a:pt x="2649415" y="518186"/>
                  </a:lnTo>
                  <a:lnTo>
                    <a:pt x="2607759" y="519577"/>
                  </a:lnTo>
                  <a:lnTo>
                    <a:pt x="2556106" y="519776"/>
                  </a:lnTo>
                  <a:lnTo>
                    <a:pt x="259573" y="519776"/>
                  </a:lnTo>
                  <a:lnTo>
                    <a:pt x="207919" y="519577"/>
                  </a:lnTo>
                  <a:lnTo>
                    <a:pt x="166263" y="518186"/>
                  </a:lnTo>
                  <a:lnTo>
                    <a:pt x="107230" y="507056"/>
                  </a:lnTo>
                  <a:lnTo>
                    <a:pt x="49499" y="470277"/>
                  </a:lnTo>
                  <a:lnTo>
                    <a:pt x="12720" y="412546"/>
                  </a:lnTo>
                  <a:lnTo>
                    <a:pt x="1590" y="353512"/>
                  </a:lnTo>
                  <a:lnTo>
                    <a:pt x="198" y="311856"/>
                  </a:lnTo>
                  <a:lnTo>
                    <a:pt x="0" y="260202"/>
                  </a:lnTo>
                  <a:lnTo>
                    <a:pt x="198" y="208335"/>
                  </a:lnTo>
                  <a:lnTo>
                    <a:pt x="1590" y="166507"/>
                  </a:lnTo>
                  <a:lnTo>
                    <a:pt x="12720" y="107230"/>
                  </a:lnTo>
                  <a:lnTo>
                    <a:pt x="49499" y="49499"/>
                  </a:lnTo>
                  <a:lnTo>
                    <a:pt x="107230" y="12720"/>
                  </a:lnTo>
                  <a:lnTo>
                    <a:pt x="166263" y="1590"/>
                  </a:lnTo>
                  <a:lnTo>
                    <a:pt x="207919" y="198"/>
                  </a:lnTo>
                  <a:lnTo>
                    <a:pt x="259573" y="0"/>
                  </a:lnTo>
                  <a:close/>
                </a:path>
              </a:pathLst>
            </a:custGeom>
            <a:ln w="254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37072" y="3644842"/>
            <a:ext cx="873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4986" y="3206938"/>
            <a:ext cx="4949013" cy="365106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08470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</a:t>
            </a:r>
            <a:r>
              <a:rPr sz="4000" spc="-10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blockchain</a:t>
            </a:r>
            <a:r>
              <a:rPr sz="4000" spc="-10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stack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394" y="3096743"/>
            <a:ext cx="3710976" cy="19548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7060" y="2385543"/>
            <a:ext cx="2841625" cy="545465"/>
            <a:chOff x="967060" y="2385543"/>
            <a:chExt cx="2841625" cy="545465"/>
          </a:xfrm>
        </p:grpSpPr>
        <p:sp>
          <p:nvSpPr>
            <p:cNvPr id="5" name="object 5"/>
            <p:cNvSpPr/>
            <p:nvPr/>
          </p:nvSpPr>
          <p:spPr>
            <a:xfrm>
              <a:off x="979762" y="23982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56102" y="0"/>
                  </a:moveTo>
                  <a:lnTo>
                    <a:pt x="259571" y="0"/>
                  </a:lnTo>
                  <a:lnTo>
                    <a:pt x="207917" y="198"/>
                  </a:lnTo>
                  <a:lnTo>
                    <a:pt x="166261" y="1590"/>
                  </a:lnTo>
                  <a:lnTo>
                    <a:pt x="107228" y="12720"/>
                  </a:lnTo>
                  <a:lnTo>
                    <a:pt x="49496" y="49499"/>
                  </a:lnTo>
                  <a:lnTo>
                    <a:pt x="12717" y="107229"/>
                  </a:lnTo>
                  <a:lnTo>
                    <a:pt x="1615" y="166263"/>
                  </a:lnTo>
                  <a:lnTo>
                    <a:pt x="1587" y="166507"/>
                  </a:lnTo>
                  <a:lnTo>
                    <a:pt x="210" y="207919"/>
                  </a:lnTo>
                  <a:lnTo>
                    <a:pt x="0" y="259574"/>
                  </a:lnTo>
                  <a:lnTo>
                    <a:pt x="194" y="311440"/>
                  </a:lnTo>
                  <a:lnTo>
                    <a:pt x="1579" y="353269"/>
                  </a:lnTo>
                  <a:lnTo>
                    <a:pt x="12717" y="412545"/>
                  </a:lnTo>
                  <a:lnTo>
                    <a:pt x="49496" y="470277"/>
                  </a:lnTo>
                  <a:lnTo>
                    <a:pt x="107228" y="507056"/>
                  </a:lnTo>
                  <a:lnTo>
                    <a:pt x="166261" y="518186"/>
                  </a:lnTo>
                  <a:lnTo>
                    <a:pt x="207917" y="519577"/>
                  </a:lnTo>
                  <a:lnTo>
                    <a:pt x="259571" y="519776"/>
                  </a:lnTo>
                  <a:lnTo>
                    <a:pt x="2556102" y="519776"/>
                  </a:lnTo>
                  <a:lnTo>
                    <a:pt x="2607756" y="519577"/>
                  </a:lnTo>
                  <a:lnTo>
                    <a:pt x="2649413" y="518186"/>
                  </a:lnTo>
                  <a:lnTo>
                    <a:pt x="2708446" y="507056"/>
                  </a:lnTo>
                  <a:lnTo>
                    <a:pt x="2766177" y="470277"/>
                  </a:lnTo>
                  <a:lnTo>
                    <a:pt x="2802956" y="412545"/>
                  </a:lnTo>
                  <a:lnTo>
                    <a:pt x="2814058" y="353512"/>
                  </a:lnTo>
                  <a:lnTo>
                    <a:pt x="2815464" y="311856"/>
                  </a:lnTo>
                  <a:lnTo>
                    <a:pt x="2815674" y="260202"/>
                  </a:lnTo>
                  <a:lnTo>
                    <a:pt x="2815479" y="208335"/>
                  </a:lnTo>
                  <a:lnTo>
                    <a:pt x="2814094" y="166507"/>
                  </a:lnTo>
                  <a:lnTo>
                    <a:pt x="2802956" y="107229"/>
                  </a:lnTo>
                  <a:lnTo>
                    <a:pt x="2766177" y="49499"/>
                  </a:lnTo>
                  <a:lnTo>
                    <a:pt x="2708446" y="12720"/>
                  </a:lnTo>
                  <a:lnTo>
                    <a:pt x="2649413" y="1590"/>
                  </a:lnTo>
                  <a:lnTo>
                    <a:pt x="2607756" y="198"/>
                  </a:lnTo>
                  <a:lnTo>
                    <a:pt x="2556102" y="0"/>
                  </a:lnTo>
                  <a:close/>
                </a:path>
              </a:pathLst>
            </a:custGeom>
            <a:solidFill>
              <a:srgbClr val="B64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9760" y="2398243"/>
              <a:ext cx="2816225" cy="520065"/>
            </a:xfrm>
            <a:custGeom>
              <a:avLst/>
              <a:gdLst/>
              <a:ahLst/>
              <a:cxnLst/>
              <a:rect l="l" t="t" r="r" b="b"/>
              <a:pathLst>
                <a:path w="2816225" h="520064">
                  <a:moveTo>
                    <a:pt x="259573" y="0"/>
                  </a:moveTo>
                  <a:lnTo>
                    <a:pt x="2556106" y="0"/>
                  </a:lnTo>
                  <a:lnTo>
                    <a:pt x="2607759" y="198"/>
                  </a:lnTo>
                  <a:lnTo>
                    <a:pt x="2649415" y="1590"/>
                  </a:lnTo>
                  <a:lnTo>
                    <a:pt x="2708448" y="12720"/>
                  </a:lnTo>
                  <a:lnTo>
                    <a:pt x="2766179" y="49499"/>
                  </a:lnTo>
                  <a:lnTo>
                    <a:pt x="2802958" y="107230"/>
                  </a:lnTo>
                  <a:lnTo>
                    <a:pt x="2814088" y="166263"/>
                  </a:lnTo>
                  <a:lnTo>
                    <a:pt x="2815480" y="207919"/>
                  </a:lnTo>
                  <a:lnTo>
                    <a:pt x="2815678" y="259573"/>
                  </a:lnTo>
                  <a:lnTo>
                    <a:pt x="2815480" y="311440"/>
                  </a:lnTo>
                  <a:lnTo>
                    <a:pt x="2814088" y="353269"/>
                  </a:lnTo>
                  <a:lnTo>
                    <a:pt x="2802958" y="412546"/>
                  </a:lnTo>
                  <a:lnTo>
                    <a:pt x="2766179" y="470277"/>
                  </a:lnTo>
                  <a:lnTo>
                    <a:pt x="2708448" y="507056"/>
                  </a:lnTo>
                  <a:lnTo>
                    <a:pt x="2649415" y="518186"/>
                  </a:lnTo>
                  <a:lnTo>
                    <a:pt x="2607759" y="519577"/>
                  </a:lnTo>
                  <a:lnTo>
                    <a:pt x="2556106" y="519776"/>
                  </a:lnTo>
                  <a:lnTo>
                    <a:pt x="259573" y="519776"/>
                  </a:lnTo>
                  <a:lnTo>
                    <a:pt x="207919" y="519577"/>
                  </a:lnTo>
                  <a:lnTo>
                    <a:pt x="166263" y="518186"/>
                  </a:lnTo>
                  <a:lnTo>
                    <a:pt x="107230" y="507056"/>
                  </a:lnTo>
                  <a:lnTo>
                    <a:pt x="49499" y="470277"/>
                  </a:lnTo>
                  <a:lnTo>
                    <a:pt x="12720" y="412546"/>
                  </a:lnTo>
                  <a:lnTo>
                    <a:pt x="1590" y="353512"/>
                  </a:lnTo>
                  <a:lnTo>
                    <a:pt x="198" y="311856"/>
                  </a:lnTo>
                  <a:lnTo>
                    <a:pt x="0" y="260202"/>
                  </a:lnTo>
                  <a:lnTo>
                    <a:pt x="198" y="208335"/>
                  </a:lnTo>
                  <a:lnTo>
                    <a:pt x="1590" y="166507"/>
                  </a:lnTo>
                  <a:lnTo>
                    <a:pt x="12720" y="107230"/>
                  </a:lnTo>
                  <a:lnTo>
                    <a:pt x="49499" y="49499"/>
                  </a:lnTo>
                  <a:lnTo>
                    <a:pt x="107230" y="12720"/>
                  </a:lnTo>
                  <a:lnTo>
                    <a:pt x="166263" y="1590"/>
                  </a:lnTo>
                  <a:lnTo>
                    <a:pt x="207919" y="198"/>
                  </a:lnTo>
                  <a:lnTo>
                    <a:pt x="259573" y="0"/>
                  </a:lnTo>
                  <a:close/>
                </a:path>
              </a:pathLst>
            </a:custGeom>
            <a:ln w="25400">
              <a:solidFill>
                <a:srgbClr val="BA46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29047" y="2476443"/>
            <a:ext cx="1917700" cy="245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2000">
              <a:latin typeface="Arial MT"/>
              <a:cs typeface="Arial MT"/>
            </a:endParaRPr>
          </a:p>
          <a:p>
            <a:pPr marL="12065" marR="5080" algn="ctr">
              <a:lnSpc>
                <a:spcPct val="231199"/>
              </a:lnSpc>
              <a:spcBef>
                <a:spcPts val="5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2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Consensus</a:t>
            </a:r>
            <a:r>
              <a:rPr sz="20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layer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538785" y="3884445"/>
            <a:ext cx="1313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F6797"/>
                </a:solidFill>
                <a:latin typeface="Comic Sans MS"/>
                <a:cs typeface="Comic Sans MS"/>
              </a:rPr>
              <a:t>This</a:t>
            </a:r>
            <a:r>
              <a:rPr sz="1800" spc="-25" dirty="0">
                <a:solidFill>
                  <a:srgbClr val="3F6797"/>
                </a:solidFill>
                <a:latin typeface="Comic Sans MS"/>
                <a:cs typeface="Comic Sans MS"/>
              </a:rPr>
              <a:t> </a:t>
            </a:r>
            <a:r>
              <a:rPr lang="en-GB" sz="1800" spc="-10" dirty="0">
                <a:solidFill>
                  <a:srgbClr val="3F6797"/>
                </a:solidFill>
                <a:latin typeface="Comic Sans MS"/>
                <a:cs typeface="Comic Sans MS"/>
              </a:rPr>
              <a:t>unit</a:t>
            </a:r>
            <a:r>
              <a:rPr sz="1800" spc="-10" dirty="0">
                <a:solidFill>
                  <a:srgbClr val="3F6797"/>
                </a:solidFill>
                <a:latin typeface="Comic Sans MS"/>
                <a:cs typeface="Comic Sans MS"/>
              </a:rPr>
              <a:t>!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8785" y="2508944"/>
            <a:ext cx="1915795" cy="1010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Only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a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sneak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F7931A"/>
                </a:solidFill>
                <a:latin typeface="Comic Sans MS"/>
                <a:cs typeface="Comic Sans MS"/>
              </a:rPr>
              <a:t>peak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Only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a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sneak</a:t>
            </a:r>
            <a:r>
              <a:rPr sz="1800" spc="-3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F7931A"/>
                </a:solidFill>
                <a:latin typeface="Comic Sans MS"/>
                <a:cs typeface="Comic Sans MS"/>
              </a:rPr>
              <a:t>peak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8785" y="4629844"/>
            <a:ext cx="313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Abstracted</a:t>
            </a:r>
            <a:r>
              <a:rPr sz="1800" spc="-50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7931A"/>
                </a:solidFill>
                <a:latin typeface="Comic Sans MS"/>
                <a:cs typeface="Comic Sans MS"/>
              </a:rPr>
              <a:t>with</a:t>
            </a:r>
            <a:r>
              <a:rPr sz="1800" spc="-45" dirty="0">
                <a:solidFill>
                  <a:srgbClr val="F7931A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7931A"/>
                </a:solidFill>
                <a:latin typeface="Comic Sans MS"/>
                <a:cs typeface="Comic Sans MS"/>
              </a:rPr>
              <a:t>assumptions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732" y="187285"/>
            <a:ext cx="8834755" cy="6483985"/>
          </a:xfrm>
          <a:custGeom>
            <a:avLst/>
            <a:gdLst/>
            <a:ahLst/>
            <a:cxnLst/>
            <a:rect l="l" t="t" r="r" b="b"/>
            <a:pathLst>
              <a:path w="8834755" h="6483984">
                <a:moveTo>
                  <a:pt x="8834534" y="0"/>
                </a:moveTo>
                <a:lnTo>
                  <a:pt x="0" y="0"/>
                </a:lnTo>
                <a:lnTo>
                  <a:pt x="0" y="6483428"/>
                </a:lnTo>
                <a:lnTo>
                  <a:pt x="8834534" y="6483428"/>
                </a:lnTo>
                <a:lnTo>
                  <a:pt x="8834534" y="0"/>
                </a:lnTo>
                <a:close/>
              </a:path>
            </a:pathLst>
          </a:custGeom>
          <a:solidFill>
            <a:srgbClr val="EFF1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07293"/>
            <a:ext cx="6458585" cy="680085"/>
          </a:xfrm>
          <a:prstGeom prst="rect">
            <a:avLst/>
          </a:prstGeom>
          <a:solidFill>
            <a:srgbClr val="BA4682"/>
          </a:solidFill>
        </p:spPr>
        <p:txBody>
          <a:bodyPr vert="horz" wrap="square" lIns="0" tIns="36194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84"/>
              </a:spcBef>
            </a:pPr>
            <a:r>
              <a:rPr sz="3600" dirty="0">
                <a:solidFill>
                  <a:srgbClr val="FFFFFF"/>
                </a:solidFill>
              </a:rPr>
              <a:t>It</a:t>
            </a:r>
            <a:r>
              <a:rPr sz="3600" spc="-2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all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started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2008…or</a:t>
            </a:r>
            <a:r>
              <a:rPr sz="3600" spc="-2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did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spc="-25" dirty="0">
                <a:solidFill>
                  <a:srgbClr val="FFFFFF"/>
                </a:solidFill>
              </a:rPr>
              <a:t>it?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432514" y="1584187"/>
            <a:ext cx="8263255" cy="5274310"/>
            <a:chOff x="432514" y="1584187"/>
            <a:chExt cx="8263255" cy="5274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514" y="1584187"/>
              <a:ext cx="8263257" cy="5273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71" y="1713909"/>
              <a:ext cx="7983857" cy="5138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1261" y="4175278"/>
            <a:ext cx="335597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Definitions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</a:rPr>
              <a:t>Rewinding</a:t>
            </a:r>
            <a:r>
              <a:rPr sz="2700" spc="-25" dirty="0">
                <a:solidFill>
                  <a:srgbClr val="FFFFFF"/>
                </a:solidFill>
              </a:rPr>
              <a:t> </a:t>
            </a:r>
            <a:r>
              <a:rPr sz="2700" dirty="0">
                <a:solidFill>
                  <a:srgbClr val="FFFFFF"/>
                </a:solidFill>
              </a:rPr>
              <a:t>to</a:t>
            </a:r>
            <a:r>
              <a:rPr sz="2700" spc="-20" dirty="0">
                <a:solidFill>
                  <a:srgbClr val="FFFFFF"/>
                </a:solidFill>
              </a:rPr>
              <a:t> </a:t>
            </a:r>
            <a:r>
              <a:rPr sz="2700" dirty="0">
                <a:solidFill>
                  <a:srgbClr val="FFFFFF"/>
                </a:solidFill>
              </a:rPr>
              <a:t>the</a:t>
            </a:r>
            <a:r>
              <a:rPr sz="2700" spc="-20" dirty="0">
                <a:solidFill>
                  <a:srgbClr val="FFFFFF"/>
                </a:solidFill>
              </a:rPr>
              <a:t> </a:t>
            </a:r>
            <a:r>
              <a:rPr sz="2700" spc="-10" dirty="0">
                <a:solidFill>
                  <a:srgbClr val="FFFFFF"/>
                </a:solidFill>
              </a:rPr>
              <a:t>80’s…</a:t>
            </a:r>
            <a:endParaRPr sz="2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Why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did we care in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80s?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97632" y="2746887"/>
            <a:ext cx="560705" cy="1364615"/>
            <a:chOff x="1397632" y="2746887"/>
            <a:chExt cx="560705" cy="1364615"/>
          </a:xfrm>
        </p:grpSpPr>
        <p:sp>
          <p:nvSpPr>
            <p:cNvPr id="4" name="object 4"/>
            <p:cNvSpPr/>
            <p:nvPr/>
          </p:nvSpPr>
          <p:spPr>
            <a:xfrm>
              <a:off x="1410332" y="2759587"/>
              <a:ext cx="535305" cy="1339215"/>
            </a:xfrm>
            <a:custGeom>
              <a:avLst/>
              <a:gdLst/>
              <a:ahLst/>
              <a:cxnLst/>
              <a:rect l="l" t="t" r="r" b="b"/>
              <a:pathLst>
                <a:path w="535305" h="1339214">
                  <a:moveTo>
                    <a:pt x="269287" y="0"/>
                  </a:moveTo>
                  <a:lnTo>
                    <a:pt x="225142" y="13759"/>
                  </a:lnTo>
                  <a:lnTo>
                    <a:pt x="197288" y="58091"/>
                  </a:lnTo>
                  <a:lnTo>
                    <a:pt x="190674" y="78081"/>
                  </a:lnTo>
                  <a:lnTo>
                    <a:pt x="178738" y="106478"/>
                  </a:lnTo>
                  <a:lnTo>
                    <a:pt x="169619" y="142571"/>
                  </a:lnTo>
                  <a:lnTo>
                    <a:pt x="173980" y="167095"/>
                  </a:lnTo>
                  <a:lnTo>
                    <a:pt x="177524" y="186462"/>
                  </a:lnTo>
                  <a:lnTo>
                    <a:pt x="165952" y="207087"/>
                  </a:lnTo>
                  <a:lnTo>
                    <a:pt x="159911" y="217818"/>
                  </a:lnTo>
                  <a:lnTo>
                    <a:pt x="159371" y="229001"/>
                  </a:lnTo>
                  <a:lnTo>
                    <a:pt x="161284" y="237794"/>
                  </a:lnTo>
                  <a:lnTo>
                    <a:pt x="162599" y="241357"/>
                  </a:lnTo>
                  <a:lnTo>
                    <a:pt x="159916" y="242363"/>
                  </a:lnTo>
                  <a:lnTo>
                    <a:pt x="155221" y="242028"/>
                  </a:lnTo>
                  <a:lnTo>
                    <a:pt x="152538" y="243034"/>
                  </a:lnTo>
                  <a:lnTo>
                    <a:pt x="141695" y="246058"/>
                  </a:lnTo>
                  <a:lnTo>
                    <a:pt x="130215" y="251177"/>
                  </a:lnTo>
                  <a:lnTo>
                    <a:pt x="118735" y="260006"/>
                  </a:lnTo>
                  <a:lnTo>
                    <a:pt x="107892" y="274160"/>
                  </a:lnTo>
                  <a:lnTo>
                    <a:pt x="88771" y="304468"/>
                  </a:lnTo>
                  <a:lnTo>
                    <a:pt x="63027" y="343580"/>
                  </a:lnTo>
                  <a:lnTo>
                    <a:pt x="34328" y="386968"/>
                  </a:lnTo>
                  <a:lnTo>
                    <a:pt x="6340" y="430104"/>
                  </a:lnTo>
                  <a:lnTo>
                    <a:pt x="6005" y="430775"/>
                  </a:lnTo>
                  <a:lnTo>
                    <a:pt x="5627" y="431446"/>
                  </a:lnTo>
                  <a:lnTo>
                    <a:pt x="5292" y="431781"/>
                  </a:lnTo>
                  <a:lnTo>
                    <a:pt x="4621" y="433123"/>
                  </a:lnTo>
                  <a:lnTo>
                    <a:pt x="3971" y="434443"/>
                  </a:lnTo>
                  <a:lnTo>
                    <a:pt x="3301" y="435449"/>
                  </a:lnTo>
                  <a:lnTo>
                    <a:pt x="941" y="441807"/>
                  </a:lnTo>
                  <a:lnTo>
                    <a:pt x="0" y="448298"/>
                  </a:lnTo>
                  <a:lnTo>
                    <a:pt x="630" y="454915"/>
                  </a:lnTo>
                  <a:lnTo>
                    <a:pt x="2986" y="461649"/>
                  </a:lnTo>
                  <a:lnTo>
                    <a:pt x="7570" y="472464"/>
                  </a:lnTo>
                  <a:lnTo>
                    <a:pt x="11517" y="484056"/>
                  </a:lnTo>
                  <a:lnTo>
                    <a:pt x="31162" y="533027"/>
                  </a:lnTo>
                  <a:lnTo>
                    <a:pt x="56682" y="572102"/>
                  </a:lnTo>
                  <a:lnTo>
                    <a:pt x="69745" y="591813"/>
                  </a:lnTo>
                  <a:lnTo>
                    <a:pt x="72175" y="596810"/>
                  </a:lnTo>
                  <a:lnTo>
                    <a:pt x="74377" y="602398"/>
                  </a:lnTo>
                  <a:lnTo>
                    <a:pt x="77774" y="609557"/>
                  </a:lnTo>
                  <a:lnTo>
                    <a:pt x="83788" y="619271"/>
                  </a:lnTo>
                  <a:lnTo>
                    <a:pt x="89489" y="627655"/>
                  </a:lnTo>
                  <a:lnTo>
                    <a:pt x="99215" y="626607"/>
                  </a:lnTo>
                  <a:lnTo>
                    <a:pt x="95526" y="626607"/>
                  </a:lnTo>
                  <a:lnTo>
                    <a:pt x="104581" y="627277"/>
                  </a:lnTo>
                  <a:lnTo>
                    <a:pt x="113677" y="624322"/>
                  </a:lnTo>
                  <a:lnTo>
                    <a:pt x="113342" y="625663"/>
                  </a:lnTo>
                  <a:lnTo>
                    <a:pt x="110946" y="655128"/>
                  </a:lnTo>
                  <a:lnTo>
                    <a:pt x="111057" y="686826"/>
                  </a:lnTo>
                  <a:lnTo>
                    <a:pt x="113307" y="720221"/>
                  </a:lnTo>
                  <a:lnTo>
                    <a:pt x="117325" y="754779"/>
                  </a:lnTo>
                  <a:lnTo>
                    <a:pt x="125865" y="796522"/>
                  </a:lnTo>
                  <a:lnTo>
                    <a:pt x="141156" y="861896"/>
                  </a:lnTo>
                  <a:lnTo>
                    <a:pt x="156008" y="926767"/>
                  </a:lnTo>
                  <a:lnTo>
                    <a:pt x="163228" y="967001"/>
                  </a:lnTo>
                  <a:lnTo>
                    <a:pt x="166803" y="1033444"/>
                  </a:lnTo>
                  <a:lnTo>
                    <a:pt x="172171" y="1092803"/>
                  </a:lnTo>
                  <a:lnTo>
                    <a:pt x="178539" y="1144597"/>
                  </a:lnTo>
                  <a:lnTo>
                    <a:pt x="185115" y="1188342"/>
                  </a:lnTo>
                  <a:lnTo>
                    <a:pt x="191776" y="1226573"/>
                  </a:lnTo>
                  <a:lnTo>
                    <a:pt x="193138" y="1227957"/>
                  </a:lnTo>
                  <a:lnTo>
                    <a:pt x="194144" y="1227957"/>
                  </a:lnTo>
                  <a:lnTo>
                    <a:pt x="194815" y="1227957"/>
                  </a:lnTo>
                  <a:lnTo>
                    <a:pt x="196512" y="1228627"/>
                  </a:lnTo>
                  <a:lnTo>
                    <a:pt x="198860" y="1229634"/>
                  </a:lnTo>
                  <a:lnTo>
                    <a:pt x="200012" y="1243345"/>
                  </a:lnTo>
                  <a:lnTo>
                    <a:pt x="201312" y="1250772"/>
                  </a:lnTo>
                  <a:lnTo>
                    <a:pt x="200287" y="1257193"/>
                  </a:lnTo>
                  <a:lnTo>
                    <a:pt x="194458" y="1267886"/>
                  </a:lnTo>
                  <a:lnTo>
                    <a:pt x="187843" y="1276685"/>
                  </a:lnTo>
                  <a:lnTo>
                    <a:pt x="180258" y="1286509"/>
                  </a:lnTo>
                  <a:lnTo>
                    <a:pt x="174244" y="1298157"/>
                  </a:lnTo>
                  <a:lnTo>
                    <a:pt x="172345" y="1312427"/>
                  </a:lnTo>
                  <a:lnTo>
                    <a:pt x="172681" y="1320140"/>
                  </a:lnTo>
                  <a:lnTo>
                    <a:pt x="174378" y="1324228"/>
                  </a:lnTo>
                  <a:lnTo>
                    <a:pt x="180415" y="1329929"/>
                  </a:lnTo>
                  <a:lnTo>
                    <a:pt x="189826" y="1335306"/>
                  </a:lnTo>
                  <a:lnTo>
                    <a:pt x="204645" y="1338784"/>
                  </a:lnTo>
                  <a:lnTo>
                    <a:pt x="222860" y="1337233"/>
                  </a:lnTo>
                  <a:lnTo>
                    <a:pt x="242457" y="1327518"/>
                  </a:lnTo>
                  <a:lnTo>
                    <a:pt x="248935" y="1318593"/>
                  </a:lnTo>
                  <a:lnTo>
                    <a:pt x="250307" y="1308162"/>
                  </a:lnTo>
                  <a:lnTo>
                    <a:pt x="249667" y="1298108"/>
                  </a:lnTo>
                  <a:lnTo>
                    <a:pt x="250108" y="1290314"/>
                  </a:lnTo>
                  <a:lnTo>
                    <a:pt x="252971" y="1283224"/>
                  </a:lnTo>
                  <a:lnTo>
                    <a:pt x="255421" y="1275600"/>
                  </a:lnTo>
                  <a:lnTo>
                    <a:pt x="256551" y="1265271"/>
                  </a:lnTo>
                  <a:lnTo>
                    <a:pt x="255453" y="1250070"/>
                  </a:lnTo>
                  <a:lnTo>
                    <a:pt x="254782" y="1245039"/>
                  </a:lnTo>
                  <a:lnTo>
                    <a:pt x="252498" y="1236047"/>
                  </a:lnTo>
                  <a:lnTo>
                    <a:pt x="251156" y="1229005"/>
                  </a:lnTo>
                  <a:lnTo>
                    <a:pt x="254510" y="1227663"/>
                  </a:lnTo>
                  <a:lnTo>
                    <a:pt x="257129" y="1225986"/>
                  </a:lnTo>
                  <a:lnTo>
                    <a:pt x="257130" y="1223974"/>
                  </a:lnTo>
                  <a:lnTo>
                    <a:pt x="257363" y="1205364"/>
                  </a:lnTo>
                  <a:lnTo>
                    <a:pt x="257476" y="1187839"/>
                  </a:lnTo>
                  <a:lnTo>
                    <a:pt x="257336" y="1167735"/>
                  </a:lnTo>
                  <a:lnTo>
                    <a:pt x="256815" y="1141391"/>
                  </a:lnTo>
                  <a:lnTo>
                    <a:pt x="256266" y="1119896"/>
                  </a:lnTo>
                  <a:lnTo>
                    <a:pt x="255914" y="1099973"/>
                  </a:lnTo>
                  <a:lnTo>
                    <a:pt x="254510" y="1057550"/>
                  </a:lnTo>
                  <a:lnTo>
                    <a:pt x="249746" y="1012087"/>
                  </a:lnTo>
                  <a:lnTo>
                    <a:pt x="247802" y="992154"/>
                  </a:lnTo>
                  <a:lnTo>
                    <a:pt x="247075" y="981190"/>
                  </a:lnTo>
                  <a:lnTo>
                    <a:pt x="246555" y="970324"/>
                  </a:lnTo>
                  <a:lnTo>
                    <a:pt x="246476" y="959395"/>
                  </a:lnTo>
                  <a:lnTo>
                    <a:pt x="247069" y="948242"/>
                  </a:lnTo>
                  <a:lnTo>
                    <a:pt x="247638" y="938566"/>
                  </a:lnTo>
                  <a:lnTo>
                    <a:pt x="248588" y="922409"/>
                  </a:lnTo>
                  <a:lnTo>
                    <a:pt x="249539" y="906251"/>
                  </a:lnTo>
                  <a:lnTo>
                    <a:pt x="250108" y="896575"/>
                  </a:lnTo>
                  <a:lnTo>
                    <a:pt x="250820" y="853527"/>
                  </a:lnTo>
                  <a:lnTo>
                    <a:pt x="251984" y="818005"/>
                  </a:lnTo>
                  <a:lnTo>
                    <a:pt x="253651" y="782547"/>
                  </a:lnTo>
                  <a:lnTo>
                    <a:pt x="255872" y="739687"/>
                  </a:lnTo>
                  <a:lnTo>
                    <a:pt x="256543" y="734322"/>
                  </a:lnTo>
                  <a:lnTo>
                    <a:pt x="259498" y="731282"/>
                  </a:lnTo>
                  <a:lnTo>
                    <a:pt x="261846" y="736648"/>
                  </a:lnTo>
                  <a:lnTo>
                    <a:pt x="274102" y="764519"/>
                  </a:lnTo>
                  <a:lnTo>
                    <a:pt x="293585" y="812447"/>
                  </a:lnTo>
                  <a:lnTo>
                    <a:pt x="315100" y="871171"/>
                  </a:lnTo>
                  <a:lnTo>
                    <a:pt x="328741" y="910776"/>
                  </a:lnTo>
                  <a:lnTo>
                    <a:pt x="340558" y="947237"/>
                  </a:lnTo>
                  <a:lnTo>
                    <a:pt x="349202" y="990329"/>
                  </a:lnTo>
                  <a:lnTo>
                    <a:pt x="352352" y="1011773"/>
                  </a:lnTo>
                  <a:lnTo>
                    <a:pt x="355628" y="1034411"/>
                  </a:lnTo>
                  <a:lnTo>
                    <a:pt x="358787" y="1058912"/>
                  </a:lnTo>
                  <a:lnTo>
                    <a:pt x="367094" y="1107524"/>
                  </a:lnTo>
                  <a:lnTo>
                    <a:pt x="378427" y="1155791"/>
                  </a:lnTo>
                  <a:lnTo>
                    <a:pt x="389005" y="1195442"/>
                  </a:lnTo>
                  <a:lnTo>
                    <a:pt x="395048" y="1218210"/>
                  </a:lnTo>
                  <a:lnTo>
                    <a:pt x="395719" y="1221229"/>
                  </a:lnTo>
                  <a:lnTo>
                    <a:pt x="396033" y="1222884"/>
                  </a:lnTo>
                  <a:lnTo>
                    <a:pt x="397039" y="1225232"/>
                  </a:lnTo>
                  <a:lnTo>
                    <a:pt x="397375" y="1225903"/>
                  </a:lnTo>
                  <a:lnTo>
                    <a:pt x="400351" y="1226993"/>
                  </a:lnTo>
                  <a:lnTo>
                    <a:pt x="404376" y="1227328"/>
                  </a:lnTo>
                  <a:lnTo>
                    <a:pt x="405074" y="1237496"/>
                  </a:lnTo>
                  <a:lnTo>
                    <a:pt x="404700" y="1249577"/>
                  </a:lnTo>
                  <a:lnTo>
                    <a:pt x="402566" y="1262351"/>
                  </a:lnTo>
                  <a:lnTo>
                    <a:pt x="397983" y="1274594"/>
                  </a:lnTo>
                  <a:lnTo>
                    <a:pt x="395798" y="1285519"/>
                  </a:lnTo>
                  <a:lnTo>
                    <a:pt x="422019" y="1315602"/>
                  </a:lnTo>
                  <a:lnTo>
                    <a:pt x="429842" y="1315780"/>
                  </a:lnTo>
                  <a:lnTo>
                    <a:pt x="440574" y="1315445"/>
                  </a:lnTo>
                  <a:lnTo>
                    <a:pt x="447302" y="1320810"/>
                  </a:lnTo>
                  <a:lnTo>
                    <a:pt x="449650" y="1322488"/>
                  </a:lnTo>
                  <a:lnTo>
                    <a:pt x="450991" y="1323494"/>
                  </a:lnTo>
                  <a:lnTo>
                    <a:pt x="451641" y="1323851"/>
                  </a:lnTo>
                  <a:lnTo>
                    <a:pt x="457359" y="1326009"/>
                  </a:lnTo>
                  <a:lnTo>
                    <a:pt x="472706" y="1330306"/>
                  </a:lnTo>
                  <a:lnTo>
                    <a:pt x="494970" y="1333471"/>
                  </a:lnTo>
                  <a:lnTo>
                    <a:pt x="521439" y="1332234"/>
                  </a:lnTo>
                  <a:lnTo>
                    <a:pt x="530643" y="1329532"/>
                  </a:lnTo>
                  <a:lnTo>
                    <a:pt x="534696" y="1324217"/>
                  </a:lnTo>
                  <a:lnTo>
                    <a:pt x="533718" y="1316701"/>
                  </a:lnTo>
                  <a:lnTo>
                    <a:pt x="527831" y="1307397"/>
                  </a:lnTo>
                  <a:lnTo>
                    <a:pt x="515219" y="1294909"/>
                  </a:lnTo>
                  <a:lnTo>
                    <a:pt x="502889" y="1286426"/>
                  </a:lnTo>
                  <a:lnTo>
                    <a:pt x="492131" y="1279389"/>
                  </a:lnTo>
                  <a:lnTo>
                    <a:pt x="484234" y="1271240"/>
                  </a:lnTo>
                  <a:lnTo>
                    <a:pt x="474241" y="1256596"/>
                  </a:lnTo>
                  <a:lnTo>
                    <a:pt x="466418" y="1245909"/>
                  </a:lnTo>
                  <a:lnTo>
                    <a:pt x="460795" y="1236229"/>
                  </a:lnTo>
                  <a:lnTo>
                    <a:pt x="457405" y="1224603"/>
                  </a:lnTo>
                  <a:lnTo>
                    <a:pt x="461429" y="1223262"/>
                  </a:lnTo>
                  <a:lnTo>
                    <a:pt x="463798" y="1222298"/>
                  </a:lnTo>
                  <a:lnTo>
                    <a:pt x="463440" y="1217152"/>
                  </a:lnTo>
                  <a:lnTo>
                    <a:pt x="462477" y="1204324"/>
                  </a:lnTo>
                  <a:lnTo>
                    <a:pt x="461074" y="1187723"/>
                  </a:lnTo>
                  <a:lnTo>
                    <a:pt x="459396" y="1171259"/>
                  </a:lnTo>
                  <a:lnTo>
                    <a:pt x="455560" y="1134615"/>
                  </a:lnTo>
                  <a:lnTo>
                    <a:pt x="452857" y="1103170"/>
                  </a:lnTo>
                  <a:lnTo>
                    <a:pt x="450907" y="1076189"/>
                  </a:lnTo>
                  <a:lnTo>
                    <a:pt x="449335" y="1052939"/>
                  </a:lnTo>
                  <a:lnTo>
                    <a:pt x="445514" y="1019479"/>
                  </a:lnTo>
                  <a:lnTo>
                    <a:pt x="440176" y="994313"/>
                  </a:lnTo>
                  <a:lnTo>
                    <a:pt x="434963" y="975560"/>
                  </a:lnTo>
                  <a:lnTo>
                    <a:pt x="431519" y="961342"/>
                  </a:lnTo>
                  <a:lnTo>
                    <a:pt x="424979" y="925276"/>
                  </a:lnTo>
                  <a:lnTo>
                    <a:pt x="419949" y="899153"/>
                  </a:lnTo>
                  <a:lnTo>
                    <a:pt x="415673" y="872527"/>
                  </a:lnTo>
                  <a:lnTo>
                    <a:pt x="411397" y="834952"/>
                  </a:lnTo>
                  <a:lnTo>
                    <a:pt x="409961" y="815096"/>
                  </a:lnTo>
                  <a:lnTo>
                    <a:pt x="407205" y="779009"/>
                  </a:lnTo>
                  <a:lnTo>
                    <a:pt x="403191" y="736256"/>
                  </a:lnTo>
                  <a:lnTo>
                    <a:pt x="397983" y="696404"/>
                  </a:lnTo>
                  <a:lnTo>
                    <a:pt x="389169" y="658697"/>
                  </a:lnTo>
                  <a:lnTo>
                    <a:pt x="383840" y="640507"/>
                  </a:lnTo>
                  <a:lnTo>
                    <a:pt x="378594" y="621995"/>
                  </a:lnTo>
                  <a:lnTo>
                    <a:pt x="380607" y="630044"/>
                  </a:lnTo>
                  <a:lnTo>
                    <a:pt x="381906" y="618642"/>
                  </a:lnTo>
                  <a:lnTo>
                    <a:pt x="389284" y="616965"/>
                  </a:lnTo>
                  <a:lnTo>
                    <a:pt x="421144" y="592756"/>
                  </a:lnTo>
                  <a:lnTo>
                    <a:pt x="444214" y="563385"/>
                  </a:lnTo>
                  <a:lnTo>
                    <a:pt x="474142" y="526259"/>
                  </a:lnTo>
                  <a:lnTo>
                    <a:pt x="501806" y="490706"/>
                  </a:lnTo>
                  <a:lnTo>
                    <a:pt x="521809" y="457364"/>
                  </a:lnTo>
                  <a:lnTo>
                    <a:pt x="530452" y="426751"/>
                  </a:lnTo>
                  <a:lnTo>
                    <a:pt x="528655" y="417451"/>
                  </a:lnTo>
                  <a:lnTo>
                    <a:pt x="524101" y="408159"/>
                  </a:lnTo>
                  <a:lnTo>
                    <a:pt x="518791" y="399622"/>
                  </a:lnTo>
                  <a:lnTo>
                    <a:pt x="514731" y="392585"/>
                  </a:lnTo>
                  <a:lnTo>
                    <a:pt x="490208" y="353704"/>
                  </a:lnTo>
                  <a:lnTo>
                    <a:pt x="454212" y="311584"/>
                  </a:lnTo>
                  <a:lnTo>
                    <a:pt x="437597" y="292605"/>
                  </a:lnTo>
                  <a:lnTo>
                    <a:pt x="432060" y="283849"/>
                  </a:lnTo>
                  <a:lnTo>
                    <a:pt x="422443" y="268584"/>
                  </a:lnTo>
                  <a:lnTo>
                    <a:pt x="410186" y="252754"/>
                  </a:lnTo>
                  <a:lnTo>
                    <a:pt x="366752" y="235865"/>
                  </a:lnTo>
                  <a:lnTo>
                    <a:pt x="349355" y="234964"/>
                  </a:lnTo>
                  <a:lnTo>
                    <a:pt x="349552" y="225212"/>
                  </a:lnTo>
                  <a:lnTo>
                    <a:pt x="346389" y="216561"/>
                  </a:lnTo>
                  <a:lnTo>
                    <a:pt x="342534" y="207469"/>
                  </a:lnTo>
                  <a:lnTo>
                    <a:pt x="340656" y="196397"/>
                  </a:lnTo>
                  <a:lnTo>
                    <a:pt x="345751" y="177764"/>
                  </a:lnTo>
                  <a:lnTo>
                    <a:pt x="354469" y="162829"/>
                  </a:lnTo>
                  <a:lnTo>
                    <a:pt x="356962" y="136828"/>
                  </a:lnTo>
                  <a:lnTo>
                    <a:pt x="343381" y="84993"/>
                  </a:lnTo>
                  <a:lnTo>
                    <a:pt x="324888" y="35227"/>
                  </a:lnTo>
                  <a:lnTo>
                    <a:pt x="301398" y="17250"/>
                  </a:lnTo>
                  <a:lnTo>
                    <a:pt x="299050" y="14567"/>
                  </a:lnTo>
                  <a:lnTo>
                    <a:pt x="274322" y="377"/>
                  </a:lnTo>
                  <a:lnTo>
                    <a:pt x="269287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4053" y="3098805"/>
              <a:ext cx="149484" cy="2333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1400" y="3113545"/>
              <a:ext cx="121506" cy="226346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338347" y="2868227"/>
            <a:ext cx="1390015" cy="1122045"/>
          </a:xfrm>
          <a:custGeom>
            <a:avLst/>
            <a:gdLst/>
            <a:ahLst/>
            <a:cxnLst/>
            <a:rect l="l" t="t" r="r" b="b"/>
            <a:pathLst>
              <a:path w="1390015" h="1122045">
                <a:moveTo>
                  <a:pt x="29865" y="0"/>
                </a:moveTo>
                <a:lnTo>
                  <a:pt x="18308" y="2369"/>
                </a:lnTo>
                <a:lnTo>
                  <a:pt x="8807" y="8807"/>
                </a:lnTo>
                <a:lnTo>
                  <a:pt x="2369" y="18308"/>
                </a:lnTo>
                <a:lnTo>
                  <a:pt x="0" y="29865"/>
                </a:lnTo>
                <a:lnTo>
                  <a:pt x="0" y="923018"/>
                </a:lnTo>
                <a:lnTo>
                  <a:pt x="2369" y="934592"/>
                </a:lnTo>
                <a:lnTo>
                  <a:pt x="8807" y="944130"/>
                </a:lnTo>
                <a:lnTo>
                  <a:pt x="18308" y="950606"/>
                </a:lnTo>
                <a:lnTo>
                  <a:pt x="29865" y="952992"/>
                </a:lnTo>
                <a:lnTo>
                  <a:pt x="588737" y="952992"/>
                </a:lnTo>
                <a:lnTo>
                  <a:pt x="586674" y="961246"/>
                </a:lnTo>
                <a:lnTo>
                  <a:pt x="563324" y="1078103"/>
                </a:lnTo>
                <a:lnTo>
                  <a:pt x="494904" y="1078103"/>
                </a:lnTo>
                <a:lnTo>
                  <a:pt x="494904" y="1121544"/>
                </a:lnTo>
                <a:lnTo>
                  <a:pt x="674859" y="1121544"/>
                </a:lnTo>
                <a:lnTo>
                  <a:pt x="714825" y="1121544"/>
                </a:lnTo>
                <a:lnTo>
                  <a:pt x="894889" y="1121544"/>
                </a:lnTo>
                <a:lnTo>
                  <a:pt x="894889" y="1078103"/>
                </a:lnTo>
                <a:lnTo>
                  <a:pt x="826469" y="1078103"/>
                </a:lnTo>
                <a:lnTo>
                  <a:pt x="803120" y="961246"/>
                </a:lnTo>
                <a:lnTo>
                  <a:pt x="801382" y="952992"/>
                </a:lnTo>
                <a:lnTo>
                  <a:pt x="1359928" y="952992"/>
                </a:lnTo>
                <a:lnTo>
                  <a:pt x="1371485" y="950605"/>
                </a:lnTo>
                <a:lnTo>
                  <a:pt x="1380986" y="944130"/>
                </a:lnTo>
                <a:lnTo>
                  <a:pt x="1387424" y="934592"/>
                </a:lnTo>
                <a:lnTo>
                  <a:pt x="1389794" y="923018"/>
                </a:lnTo>
                <a:lnTo>
                  <a:pt x="1389794" y="29865"/>
                </a:lnTo>
                <a:lnTo>
                  <a:pt x="1387622" y="18308"/>
                </a:lnTo>
                <a:lnTo>
                  <a:pt x="1381279" y="8807"/>
                </a:lnTo>
                <a:lnTo>
                  <a:pt x="1371809" y="2369"/>
                </a:lnTo>
                <a:lnTo>
                  <a:pt x="1360253" y="0"/>
                </a:lnTo>
                <a:lnTo>
                  <a:pt x="29865" y="0"/>
                </a:lnTo>
                <a:close/>
              </a:path>
              <a:path w="1390015" h="1122045">
                <a:moveTo>
                  <a:pt x="695060" y="28128"/>
                </a:moveTo>
                <a:lnTo>
                  <a:pt x="702358" y="28128"/>
                </a:lnTo>
                <a:lnTo>
                  <a:pt x="708309" y="33732"/>
                </a:lnTo>
                <a:lnTo>
                  <a:pt x="708309" y="41377"/>
                </a:lnTo>
                <a:lnTo>
                  <a:pt x="708309" y="48675"/>
                </a:lnTo>
                <a:lnTo>
                  <a:pt x="702357" y="54627"/>
                </a:lnTo>
                <a:lnTo>
                  <a:pt x="695060" y="54627"/>
                </a:lnTo>
                <a:lnTo>
                  <a:pt x="687761" y="54627"/>
                </a:lnTo>
                <a:lnTo>
                  <a:pt x="681810" y="48675"/>
                </a:lnTo>
                <a:lnTo>
                  <a:pt x="681810" y="41377"/>
                </a:lnTo>
                <a:lnTo>
                  <a:pt x="681810" y="34079"/>
                </a:lnTo>
                <a:lnTo>
                  <a:pt x="687762" y="28128"/>
                </a:lnTo>
                <a:lnTo>
                  <a:pt x="695060" y="28128"/>
                </a:lnTo>
                <a:close/>
              </a:path>
              <a:path w="1390015" h="1122045">
                <a:moveTo>
                  <a:pt x="79931" y="90032"/>
                </a:moveTo>
                <a:lnTo>
                  <a:pt x="1310187" y="90032"/>
                </a:lnTo>
                <a:lnTo>
                  <a:pt x="1310187" y="790956"/>
                </a:lnTo>
                <a:lnTo>
                  <a:pt x="79931" y="790956"/>
                </a:lnTo>
                <a:lnTo>
                  <a:pt x="79931" y="900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53958" y="4489596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Client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9417" y="4489596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Server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49967" y="3349940"/>
            <a:ext cx="3583940" cy="198120"/>
            <a:chOff x="2349967" y="3349940"/>
            <a:chExt cx="3583940" cy="1981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9967" y="3349940"/>
              <a:ext cx="3583672" cy="1981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88067" y="3429000"/>
              <a:ext cx="3398520" cy="0"/>
            </a:xfrm>
            <a:custGeom>
              <a:avLst/>
              <a:gdLst/>
              <a:ahLst/>
              <a:cxnLst/>
              <a:rect l="l" t="t" r="r" b="b"/>
              <a:pathLst>
                <a:path w="3398520">
                  <a:moveTo>
                    <a:pt x="0" y="0"/>
                  </a:moveTo>
                  <a:lnTo>
                    <a:pt x="3385552" y="0"/>
                  </a:lnTo>
                  <a:lnTo>
                    <a:pt x="3398252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73618" y="33680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349967" y="3682038"/>
            <a:ext cx="3503929" cy="198120"/>
            <a:chOff x="2349967" y="3682038"/>
            <a:chExt cx="3503929" cy="19812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9967" y="3682038"/>
              <a:ext cx="3503551" cy="1981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97287" y="3761098"/>
              <a:ext cx="3318510" cy="0"/>
            </a:xfrm>
            <a:custGeom>
              <a:avLst/>
              <a:gdLst/>
              <a:ahLst/>
              <a:cxnLst/>
              <a:rect l="l" t="t" r="r" b="b"/>
              <a:pathLst>
                <a:path w="3318510">
                  <a:moveTo>
                    <a:pt x="3318131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88067" y="3700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611484" y="3035625"/>
            <a:ext cx="958850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Request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Response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97632" y="2746887"/>
            <a:ext cx="560705" cy="1364615"/>
            <a:chOff x="1397632" y="2746887"/>
            <a:chExt cx="560705" cy="1364615"/>
          </a:xfrm>
        </p:grpSpPr>
        <p:sp>
          <p:nvSpPr>
            <p:cNvPr id="3" name="object 3"/>
            <p:cNvSpPr/>
            <p:nvPr/>
          </p:nvSpPr>
          <p:spPr>
            <a:xfrm>
              <a:off x="1410332" y="2759587"/>
              <a:ext cx="535305" cy="1339215"/>
            </a:xfrm>
            <a:custGeom>
              <a:avLst/>
              <a:gdLst/>
              <a:ahLst/>
              <a:cxnLst/>
              <a:rect l="l" t="t" r="r" b="b"/>
              <a:pathLst>
                <a:path w="535305" h="1339214">
                  <a:moveTo>
                    <a:pt x="269287" y="0"/>
                  </a:moveTo>
                  <a:lnTo>
                    <a:pt x="225142" y="13759"/>
                  </a:lnTo>
                  <a:lnTo>
                    <a:pt x="197288" y="58091"/>
                  </a:lnTo>
                  <a:lnTo>
                    <a:pt x="190674" y="78081"/>
                  </a:lnTo>
                  <a:lnTo>
                    <a:pt x="178738" y="106478"/>
                  </a:lnTo>
                  <a:lnTo>
                    <a:pt x="169619" y="142571"/>
                  </a:lnTo>
                  <a:lnTo>
                    <a:pt x="173980" y="167095"/>
                  </a:lnTo>
                  <a:lnTo>
                    <a:pt x="177524" y="186462"/>
                  </a:lnTo>
                  <a:lnTo>
                    <a:pt x="165952" y="207087"/>
                  </a:lnTo>
                  <a:lnTo>
                    <a:pt x="159911" y="217818"/>
                  </a:lnTo>
                  <a:lnTo>
                    <a:pt x="159371" y="229001"/>
                  </a:lnTo>
                  <a:lnTo>
                    <a:pt x="161284" y="237794"/>
                  </a:lnTo>
                  <a:lnTo>
                    <a:pt x="162599" y="241357"/>
                  </a:lnTo>
                  <a:lnTo>
                    <a:pt x="159916" y="242363"/>
                  </a:lnTo>
                  <a:lnTo>
                    <a:pt x="155221" y="242028"/>
                  </a:lnTo>
                  <a:lnTo>
                    <a:pt x="152538" y="243034"/>
                  </a:lnTo>
                  <a:lnTo>
                    <a:pt x="141695" y="246058"/>
                  </a:lnTo>
                  <a:lnTo>
                    <a:pt x="130215" y="251177"/>
                  </a:lnTo>
                  <a:lnTo>
                    <a:pt x="118735" y="260006"/>
                  </a:lnTo>
                  <a:lnTo>
                    <a:pt x="107892" y="274160"/>
                  </a:lnTo>
                  <a:lnTo>
                    <a:pt x="88771" y="304468"/>
                  </a:lnTo>
                  <a:lnTo>
                    <a:pt x="63027" y="343580"/>
                  </a:lnTo>
                  <a:lnTo>
                    <a:pt x="34328" y="386968"/>
                  </a:lnTo>
                  <a:lnTo>
                    <a:pt x="6340" y="430104"/>
                  </a:lnTo>
                  <a:lnTo>
                    <a:pt x="6005" y="430775"/>
                  </a:lnTo>
                  <a:lnTo>
                    <a:pt x="5627" y="431446"/>
                  </a:lnTo>
                  <a:lnTo>
                    <a:pt x="5292" y="431781"/>
                  </a:lnTo>
                  <a:lnTo>
                    <a:pt x="4621" y="433123"/>
                  </a:lnTo>
                  <a:lnTo>
                    <a:pt x="3971" y="434443"/>
                  </a:lnTo>
                  <a:lnTo>
                    <a:pt x="3301" y="435449"/>
                  </a:lnTo>
                  <a:lnTo>
                    <a:pt x="941" y="441807"/>
                  </a:lnTo>
                  <a:lnTo>
                    <a:pt x="0" y="448298"/>
                  </a:lnTo>
                  <a:lnTo>
                    <a:pt x="630" y="454915"/>
                  </a:lnTo>
                  <a:lnTo>
                    <a:pt x="2986" y="461649"/>
                  </a:lnTo>
                  <a:lnTo>
                    <a:pt x="7570" y="472464"/>
                  </a:lnTo>
                  <a:lnTo>
                    <a:pt x="11517" y="484056"/>
                  </a:lnTo>
                  <a:lnTo>
                    <a:pt x="31162" y="533027"/>
                  </a:lnTo>
                  <a:lnTo>
                    <a:pt x="56682" y="572102"/>
                  </a:lnTo>
                  <a:lnTo>
                    <a:pt x="69745" y="591813"/>
                  </a:lnTo>
                  <a:lnTo>
                    <a:pt x="72175" y="596810"/>
                  </a:lnTo>
                  <a:lnTo>
                    <a:pt x="74377" y="602398"/>
                  </a:lnTo>
                  <a:lnTo>
                    <a:pt x="77774" y="609557"/>
                  </a:lnTo>
                  <a:lnTo>
                    <a:pt x="83788" y="619271"/>
                  </a:lnTo>
                  <a:lnTo>
                    <a:pt x="89489" y="627655"/>
                  </a:lnTo>
                  <a:lnTo>
                    <a:pt x="99215" y="626607"/>
                  </a:lnTo>
                  <a:lnTo>
                    <a:pt x="95526" y="626607"/>
                  </a:lnTo>
                  <a:lnTo>
                    <a:pt x="104581" y="627277"/>
                  </a:lnTo>
                  <a:lnTo>
                    <a:pt x="113677" y="624322"/>
                  </a:lnTo>
                  <a:lnTo>
                    <a:pt x="113342" y="625663"/>
                  </a:lnTo>
                  <a:lnTo>
                    <a:pt x="110946" y="655128"/>
                  </a:lnTo>
                  <a:lnTo>
                    <a:pt x="111057" y="686826"/>
                  </a:lnTo>
                  <a:lnTo>
                    <a:pt x="113307" y="720221"/>
                  </a:lnTo>
                  <a:lnTo>
                    <a:pt x="117325" y="754779"/>
                  </a:lnTo>
                  <a:lnTo>
                    <a:pt x="125865" y="796522"/>
                  </a:lnTo>
                  <a:lnTo>
                    <a:pt x="141156" y="861896"/>
                  </a:lnTo>
                  <a:lnTo>
                    <a:pt x="156008" y="926767"/>
                  </a:lnTo>
                  <a:lnTo>
                    <a:pt x="163228" y="967001"/>
                  </a:lnTo>
                  <a:lnTo>
                    <a:pt x="166803" y="1033444"/>
                  </a:lnTo>
                  <a:lnTo>
                    <a:pt x="172171" y="1092803"/>
                  </a:lnTo>
                  <a:lnTo>
                    <a:pt x="178539" y="1144597"/>
                  </a:lnTo>
                  <a:lnTo>
                    <a:pt x="185115" y="1188342"/>
                  </a:lnTo>
                  <a:lnTo>
                    <a:pt x="191776" y="1226573"/>
                  </a:lnTo>
                  <a:lnTo>
                    <a:pt x="193138" y="1227957"/>
                  </a:lnTo>
                  <a:lnTo>
                    <a:pt x="194144" y="1227957"/>
                  </a:lnTo>
                  <a:lnTo>
                    <a:pt x="194815" y="1227957"/>
                  </a:lnTo>
                  <a:lnTo>
                    <a:pt x="196512" y="1228627"/>
                  </a:lnTo>
                  <a:lnTo>
                    <a:pt x="198860" y="1229634"/>
                  </a:lnTo>
                  <a:lnTo>
                    <a:pt x="200012" y="1243345"/>
                  </a:lnTo>
                  <a:lnTo>
                    <a:pt x="201312" y="1250772"/>
                  </a:lnTo>
                  <a:lnTo>
                    <a:pt x="200287" y="1257193"/>
                  </a:lnTo>
                  <a:lnTo>
                    <a:pt x="194458" y="1267886"/>
                  </a:lnTo>
                  <a:lnTo>
                    <a:pt x="187843" y="1276685"/>
                  </a:lnTo>
                  <a:lnTo>
                    <a:pt x="180258" y="1286509"/>
                  </a:lnTo>
                  <a:lnTo>
                    <a:pt x="174244" y="1298157"/>
                  </a:lnTo>
                  <a:lnTo>
                    <a:pt x="172345" y="1312427"/>
                  </a:lnTo>
                  <a:lnTo>
                    <a:pt x="172681" y="1320140"/>
                  </a:lnTo>
                  <a:lnTo>
                    <a:pt x="174378" y="1324228"/>
                  </a:lnTo>
                  <a:lnTo>
                    <a:pt x="180415" y="1329929"/>
                  </a:lnTo>
                  <a:lnTo>
                    <a:pt x="189826" y="1335306"/>
                  </a:lnTo>
                  <a:lnTo>
                    <a:pt x="204645" y="1338784"/>
                  </a:lnTo>
                  <a:lnTo>
                    <a:pt x="222860" y="1337233"/>
                  </a:lnTo>
                  <a:lnTo>
                    <a:pt x="242457" y="1327518"/>
                  </a:lnTo>
                  <a:lnTo>
                    <a:pt x="248935" y="1318593"/>
                  </a:lnTo>
                  <a:lnTo>
                    <a:pt x="250307" y="1308162"/>
                  </a:lnTo>
                  <a:lnTo>
                    <a:pt x="249667" y="1298108"/>
                  </a:lnTo>
                  <a:lnTo>
                    <a:pt x="250108" y="1290314"/>
                  </a:lnTo>
                  <a:lnTo>
                    <a:pt x="252971" y="1283224"/>
                  </a:lnTo>
                  <a:lnTo>
                    <a:pt x="255421" y="1275600"/>
                  </a:lnTo>
                  <a:lnTo>
                    <a:pt x="256551" y="1265271"/>
                  </a:lnTo>
                  <a:lnTo>
                    <a:pt x="255453" y="1250070"/>
                  </a:lnTo>
                  <a:lnTo>
                    <a:pt x="254782" y="1245039"/>
                  </a:lnTo>
                  <a:lnTo>
                    <a:pt x="252498" y="1236047"/>
                  </a:lnTo>
                  <a:lnTo>
                    <a:pt x="251156" y="1229005"/>
                  </a:lnTo>
                  <a:lnTo>
                    <a:pt x="254510" y="1227663"/>
                  </a:lnTo>
                  <a:lnTo>
                    <a:pt x="257129" y="1225986"/>
                  </a:lnTo>
                  <a:lnTo>
                    <a:pt x="257130" y="1223974"/>
                  </a:lnTo>
                  <a:lnTo>
                    <a:pt x="257363" y="1205364"/>
                  </a:lnTo>
                  <a:lnTo>
                    <a:pt x="257476" y="1187839"/>
                  </a:lnTo>
                  <a:lnTo>
                    <a:pt x="257336" y="1167735"/>
                  </a:lnTo>
                  <a:lnTo>
                    <a:pt x="256815" y="1141391"/>
                  </a:lnTo>
                  <a:lnTo>
                    <a:pt x="256266" y="1119896"/>
                  </a:lnTo>
                  <a:lnTo>
                    <a:pt x="255914" y="1099973"/>
                  </a:lnTo>
                  <a:lnTo>
                    <a:pt x="254510" y="1057550"/>
                  </a:lnTo>
                  <a:lnTo>
                    <a:pt x="249746" y="1012087"/>
                  </a:lnTo>
                  <a:lnTo>
                    <a:pt x="247802" y="992154"/>
                  </a:lnTo>
                  <a:lnTo>
                    <a:pt x="247075" y="981190"/>
                  </a:lnTo>
                  <a:lnTo>
                    <a:pt x="246555" y="970324"/>
                  </a:lnTo>
                  <a:lnTo>
                    <a:pt x="246476" y="959395"/>
                  </a:lnTo>
                  <a:lnTo>
                    <a:pt x="247069" y="948242"/>
                  </a:lnTo>
                  <a:lnTo>
                    <a:pt x="247638" y="938566"/>
                  </a:lnTo>
                  <a:lnTo>
                    <a:pt x="248588" y="922409"/>
                  </a:lnTo>
                  <a:lnTo>
                    <a:pt x="249539" y="906251"/>
                  </a:lnTo>
                  <a:lnTo>
                    <a:pt x="250108" y="896575"/>
                  </a:lnTo>
                  <a:lnTo>
                    <a:pt x="250820" y="853527"/>
                  </a:lnTo>
                  <a:lnTo>
                    <a:pt x="251984" y="818005"/>
                  </a:lnTo>
                  <a:lnTo>
                    <a:pt x="253651" y="782547"/>
                  </a:lnTo>
                  <a:lnTo>
                    <a:pt x="255872" y="739687"/>
                  </a:lnTo>
                  <a:lnTo>
                    <a:pt x="256543" y="734322"/>
                  </a:lnTo>
                  <a:lnTo>
                    <a:pt x="259498" y="731282"/>
                  </a:lnTo>
                  <a:lnTo>
                    <a:pt x="261846" y="736648"/>
                  </a:lnTo>
                  <a:lnTo>
                    <a:pt x="274102" y="764519"/>
                  </a:lnTo>
                  <a:lnTo>
                    <a:pt x="293585" y="812447"/>
                  </a:lnTo>
                  <a:lnTo>
                    <a:pt x="315100" y="871171"/>
                  </a:lnTo>
                  <a:lnTo>
                    <a:pt x="328741" y="910776"/>
                  </a:lnTo>
                  <a:lnTo>
                    <a:pt x="340558" y="947237"/>
                  </a:lnTo>
                  <a:lnTo>
                    <a:pt x="349202" y="990329"/>
                  </a:lnTo>
                  <a:lnTo>
                    <a:pt x="352352" y="1011773"/>
                  </a:lnTo>
                  <a:lnTo>
                    <a:pt x="355628" y="1034411"/>
                  </a:lnTo>
                  <a:lnTo>
                    <a:pt x="358787" y="1058912"/>
                  </a:lnTo>
                  <a:lnTo>
                    <a:pt x="367094" y="1107524"/>
                  </a:lnTo>
                  <a:lnTo>
                    <a:pt x="378427" y="1155791"/>
                  </a:lnTo>
                  <a:lnTo>
                    <a:pt x="389005" y="1195442"/>
                  </a:lnTo>
                  <a:lnTo>
                    <a:pt x="395048" y="1218210"/>
                  </a:lnTo>
                  <a:lnTo>
                    <a:pt x="395719" y="1221229"/>
                  </a:lnTo>
                  <a:lnTo>
                    <a:pt x="396033" y="1222884"/>
                  </a:lnTo>
                  <a:lnTo>
                    <a:pt x="397039" y="1225232"/>
                  </a:lnTo>
                  <a:lnTo>
                    <a:pt x="397375" y="1225903"/>
                  </a:lnTo>
                  <a:lnTo>
                    <a:pt x="400351" y="1226993"/>
                  </a:lnTo>
                  <a:lnTo>
                    <a:pt x="404376" y="1227328"/>
                  </a:lnTo>
                  <a:lnTo>
                    <a:pt x="405074" y="1237496"/>
                  </a:lnTo>
                  <a:lnTo>
                    <a:pt x="404700" y="1249577"/>
                  </a:lnTo>
                  <a:lnTo>
                    <a:pt x="402566" y="1262351"/>
                  </a:lnTo>
                  <a:lnTo>
                    <a:pt x="397983" y="1274594"/>
                  </a:lnTo>
                  <a:lnTo>
                    <a:pt x="395798" y="1285519"/>
                  </a:lnTo>
                  <a:lnTo>
                    <a:pt x="422019" y="1315602"/>
                  </a:lnTo>
                  <a:lnTo>
                    <a:pt x="429842" y="1315780"/>
                  </a:lnTo>
                  <a:lnTo>
                    <a:pt x="440574" y="1315445"/>
                  </a:lnTo>
                  <a:lnTo>
                    <a:pt x="447302" y="1320810"/>
                  </a:lnTo>
                  <a:lnTo>
                    <a:pt x="449650" y="1322488"/>
                  </a:lnTo>
                  <a:lnTo>
                    <a:pt x="450991" y="1323494"/>
                  </a:lnTo>
                  <a:lnTo>
                    <a:pt x="451641" y="1323851"/>
                  </a:lnTo>
                  <a:lnTo>
                    <a:pt x="457359" y="1326009"/>
                  </a:lnTo>
                  <a:lnTo>
                    <a:pt x="472706" y="1330306"/>
                  </a:lnTo>
                  <a:lnTo>
                    <a:pt x="494970" y="1333471"/>
                  </a:lnTo>
                  <a:lnTo>
                    <a:pt x="521439" y="1332234"/>
                  </a:lnTo>
                  <a:lnTo>
                    <a:pt x="530643" y="1329532"/>
                  </a:lnTo>
                  <a:lnTo>
                    <a:pt x="534696" y="1324217"/>
                  </a:lnTo>
                  <a:lnTo>
                    <a:pt x="533718" y="1316701"/>
                  </a:lnTo>
                  <a:lnTo>
                    <a:pt x="527831" y="1307397"/>
                  </a:lnTo>
                  <a:lnTo>
                    <a:pt x="515219" y="1294909"/>
                  </a:lnTo>
                  <a:lnTo>
                    <a:pt x="502889" y="1286426"/>
                  </a:lnTo>
                  <a:lnTo>
                    <a:pt x="492131" y="1279389"/>
                  </a:lnTo>
                  <a:lnTo>
                    <a:pt x="484234" y="1271240"/>
                  </a:lnTo>
                  <a:lnTo>
                    <a:pt x="474241" y="1256596"/>
                  </a:lnTo>
                  <a:lnTo>
                    <a:pt x="466418" y="1245909"/>
                  </a:lnTo>
                  <a:lnTo>
                    <a:pt x="460795" y="1236229"/>
                  </a:lnTo>
                  <a:lnTo>
                    <a:pt x="457405" y="1224603"/>
                  </a:lnTo>
                  <a:lnTo>
                    <a:pt x="461429" y="1223262"/>
                  </a:lnTo>
                  <a:lnTo>
                    <a:pt x="463798" y="1222298"/>
                  </a:lnTo>
                  <a:lnTo>
                    <a:pt x="463440" y="1217152"/>
                  </a:lnTo>
                  <a:lnTo>
                    <a:pt x="462477" y="1204324"/>
                  </a:lnTo>
                  <a:lnTo>
                    <a:pt x="461074" y="1187723"/>
                  </a:lnTo>
                  <a:lnTo>
                    <a:pt x="459396" y="1171259"/>
                  </a:lnTo>
                  <a:lnTo>
                    <a:pt x="455560" y="1134615"/>
                  </a:lnTo>
                  <a:lnTo>
                    <a:pt x="452857" y="1103170"/>
                  </a:lnTo>
                  <a:lnTo>
                    <a:pt x="450907" y="1076189"/>
                  </a:lnTo>
                  <a:lnTo>
                    <a:pt x="449335" y="1052939"/>
                  </a:lnTo>
                  <a:lnTo>
                    <a:pt x="445514" y="1019479"/>
                  </a:lnTo>
                  <a:lnTo>
                    <a:pt x="440176" y="994313"/>
                  </a:lnTo>
                  <a:lnTo>
                    <a:pt x="434963" y="975560"/>
                  </a:lnTo>
                  <a:lnTo>
                    <a:pt x="431519" y="961342"/>
                  </a:lnTo>
                  <a:lnTo>
                    <a:pt x="424979" y="925276"/>
                  </a:lnTo>
                  <a:lnTo>
                    <a:pt x="419949" y="899153"/>
                  </a:lnTo>
                  <a:lnTo>
                    <a:pt x="415673" y="872527"/>
                  </a:lnTo>
                  <a:lnTo>
                    <a:pt x="411397" y="834952"/>
                  </a:lnTo>
                  <a:lnTo>
                    <a:pt x="409961" y="815096"/>
                  </a:lnTo>
                  <a:lnTo>
                    <a:pt x="407205" y="779009"/>
                  </a:lnTo>
                  <a:lnTo>
                    <a:pt x="403191" y="736256"/>
                  </a:lnTo>
                  <a:lnTo>
                    <a:pt x="397983" y="696404"/>
                  </a:lnTo>
                  <a:lnTo>
                    <a:pt x="389169" y="658697"/>
                  </a:lnTo>
                  <a:lnTo>
                    <a:pt x="383840" y="640507"/>
                  </a:lnTo>
                  <a:lnTo>
                    <a:pt x="378594" y="621995"/>
                  </a:lnTo>
                  <a:lnTo>
                    <a:pt x="380607" y="630044"/>
                  </a:lnTo>
                  <a:lnTo>
                    <a:pt x="381906" y="618642"/>
                  </a:lnTo>
                  <a:lnTo>
                    <a:pt x="389284" y="616965"/>
                  </a:lnTo>
                  <a:lnTo>
                    <a:pt x="421144" y="592756"/>
                  </a:lnTo>
                  <a:lnTo>
                    <a:pt x="444214" y="563385"/>
                  </a:lnTo>
                  <a:lnTo>
                    <a:pt x="474142" y="526259"/>
                  </a:lnTo>
                  <a:lnTo>
                    <a:pt x="501806" y="490706"/>
                  </a:lnTo>
                  <a:lnTo>
                    <a:pt x="521809" y="457364"/>
                  </a:lnTo>
                  <a:lnTo>
                    <a:pt x="530452" y="426751"/>
                  </a:lnTo>
                  <a:lnTo>
                    <a:pt x="528655" y="417451"/>
                  </a:lnTo>
                  <a:lnTo>
                    <a:pt x="524101" y="408159"/>
                  </a:lnTo>
                  <a:lnTo>
                    <a:pt x="518791" y="399622"/>
                  </a:lnTo>
                  <a:lnTo>
                    <a:pt x="514731" y="392585"/>
                  </a:lnTo>
                  <a:lnTo>
                    <a:pt x="490208" y="353704"/>
                  </a:lnTo>
                  <a:lnTo>
                    <a:pt x="454212" y="311584"/>
                  </a:lnTo>
                  <a:lnTo>
                    <a:pt x="437597" y="292605"/>
                  </a:lnTo>
                  <a:lnTo>
                    <a:pt x="432060" y="283849"/>
                  </a:lnTo>
                  <a:lnTo>
                    <a:pt x="422443" y="268584"/>
                  </a:lnTo>
                  <a:lnTo>
                    <a:pt x="410186" y="252754"/>
                  </a:lnTo>
                  <a:lnTo>
                    <a:pt x="366752" y="235865"/>
                  </a:lnTo>
                  <a:lnTo>
                    <a:pt x="349355" y="234964"/>
                  </a:lnTo>
                  <a:lnTo>
                    <a:pt x="349552" y="225212"/>
                  </a:lnTo>
                  <a:lnTo>
                    <a:pt x="346389" y="216561"/>
                  </a:lnTo>
                  <a:lnTo>
                    <a:pt x="342534" y="207469"/>
                  </a:lnTo>
                  <a:lnTo>
                    <a:pt x="340656" y="196397"/>
                  </a:lnTo>
                  <a:lnTo>
                    <a:pt x="345751" y="177764"/>
                  </a:lnTo>
                  <a:lnTo>
                    <a:pt x="354469" y="162829"/>
                  </a:lnTo>
                  <a:lnTo>
                    <a:pt x="356962" y="136828"/>
                  </a:lnTo>
                  <a:lnTo>
                    <a:pt x="343381" y="84993"/>
                  </a:lnTo>
                  <a:lnTo>
                    <a:pt x="324888" y="35227"/>
                  </a:lnTo>
                  <a:lnTo>
                    <a:pt x="301398" y="17250"/>
                  </a:lnTo>
                  <a:lnTo>
                    <a:pt x="299050" y="14567"/>
                  </a:lnTo>
                  <a:lnTo>
                    <a:pt x="274322" y="377"/>
                  </a:lnTo>
                  <a:lnTo>
                    <a:pt x="269287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4053" y="3098805"/>
              <a:ext cx="149484" cy="2333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1400" y="3113545"/>
              <a:ext cx="121506" cy="22634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154849" y="2665027"/>
            <a:ext cx="1796414" cy="1528445"/>
            <a:chOff x="6154849" y="2665027"/>
            <a:chExt cx="1796414" cy="1528445"/>
          </a:xfrm>
        </p:grpSpPr>
        <p:sp>
          <p:nvSpPr>
            <p:cNvPr id="7" name="object 7"/>
            <p:cNvSpPr/>
            <p:nvPr/>
          </p:nvSpPr>
          <p:spPr>
            <a:xfrm>
              <a:off x="6167549" y="2677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29865" y="0"/>
                  </a:move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588737" y="952992"/>
                  </a:lnTo>
                  <a:lnTo>
                    <a:pt x="586674" y="961246"/>
                  </a:lnTo>
                  <a:lnTo>
                    <a:pt x="563324" y="1078103"/>
                  </a:lnTo>
                  <a:lnTo>
                    <a:pt x="494904" y="1078103"/>
                  </a:lnTo>
                  <a:lnTo>
                    <a:pt x="494904" y="1121544"/>
                  </a:lnTo>
                  <a:lnTo>
                    <a:pt x="674859" y="1121544"/>
                  </a:lnTo>
                  <a:lnTo>
                    <a:pt x="714825" y="1121544"/>
                  </a:lnTo>
                  <a:lnTo>
                    <a:pt x="894889" y="1121544"/>
                  </a:lnTo>
                  <a:lnTo>
                    <a:pt x="894889" y="1078103"/>
                  </a:lnTo>
                  <a:lnTo>
                    <a:pt x="826469" y="1078103"/>
                  </a:lnTo>
                  <a:lnTo>
                    <a:pt x="803120" y="961246"/>
                  </a:lnTo>
                  <a:lnTo>
                    <a:pt x="801382" y="952992"/>
                  </a:lnTo>
                  <a:lnTo>
                    <a:pt x="1359928" y="952992"/>
                  </a:lnTo>
                  <a:lnTo>
                    <a:pt x="1371485" y="950605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29865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lnTo>
                    <a:pt x="29865" y="0"/>
                  </a:lnTo>
                  <a:close/>
                </a:path>
                <a:path w="1390015" h="1122045">
                  <a:moveTo>
                    <a:pt x="695060" y="28128"/>
                  </a:moveTo>
                  <a:lnTo>
                    <a:pt x="702358" y="28128"/>
                  </a:lnTo>
                  <a:lnTo>
                    <a:pt x="708309" y="33732"/>
                  </a:lnTo>
                  <a:lnTo>
                    <a:pt x="708309" y="41377"/>
                  </a:lnTo>
                  <a:lnTo>
                    <a:pt x="708309" y="48675"/>
                  </a:lnTo>
                  <a:lnTo>
                    <a:pt x="702357" y="54627"/>
                  </a:lnTo>
                  <a:lnTo>
                    <a:pt x="695060" y="54627"/>
                  </a:lnTo>
                  <a:lnTo>
                    <a:pt x="687761" y="54627"/>
                  </a:lnTo>
                  <a:lnTo>
                    <a:pt x="681810" y="48675"/>
                  </a:lnTo>
                  <a:lnTo>
                    <a:pt x="681810" y="41377"/>
                  </a:lnTo>
                  <a:lnTo>
                    <a:pt x="681810" y="34079"/>
                  </a:lnTo>
                  <a:lnTo>
                    <a:pt x="687762" y="28128"/>
                  </a:lnTo>
                  <a:lnTo>
                    <a:pt x="695060" y="28128"/>
                  </a:lnTo>
                  <a:close/>
                </a:path>
                <a:path w="1390015" h="1122045">
                  <a:moveTo>
                    <a:pt x="79931" y="90032"/>
                  </a:moveTo>
                  <a:lnTo>
                    <a:pt x="1310187" y="90032"/>
                  </a:lnTo>
                  <a:lnTo>
                    <a:pt x="1310187" y="790956"/>
                  </a:lnTo>
                  <a:lnTo>
                    <a:pt x="79931" y="790956"/>
                  </a:lnTo>
                  <a:lnTo>
                    <a:pt x="79931" y="9003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549" y="2804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894890" y="1078103"/>
                  </a:moveTo>
                  <a:lnTo>
                    <a:pt x="494903" y="1078103"/>
                  </a:lnTo>
                  <a:lnTo>
                    <a:pt x="494903" y="1121544"/>
                  </a:lnTo>
                  <a:lnTo>
                    <a:pt x="894890" y="1121544"/>
                  </a:lnTo>
                  <a:lnTo>
                    <a:pt x="894890" y="1078103"/>
                  </a:lnTo>
                  <a:close/>
                </a:path>
                <a:path w="1390015" h="1122045">
                  <a:moveTo>
                    <a:pt x="801382" y="952992"/>
                  </a:moveTo>
                  <a:lnTo>
                    <a:pt x="588737" y="952992"/>
                  </a:lnTo>
                  <a:lnTo>
                    <a:pt x="586673" y="961246"/>
                  </a:lnTo>
                  <a:lnTo>
                    <a:pt x="563323" y="1078103"/>
                  </a:lnTo>
                  <a:lnTo>
                    <a:pt x="826470" y="1078103"/>
                  </a:lnTo>
                  <a:lnTo>
                    <a:pt x="803120" y="961246"/>
                  </a:lnTo>
                  <a:lnTo>
                    <a:pt x="801382" y="952992"/>
                  </a:lnTo>
                  <a:close/>
                </a:path>
                <a:path w="1390015" h="1122045">
                  <a:moveTo>
                    <a:pt x="1360253" y="0"/>
                  </a:moveTo>
                  <a:lnTo>
                    <a:pt x="29865" y="0"/>
                  </a:ln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1359928" y="952992"/>
                  </a:lnTo>
                  <a:lnTo>
                    <a:pt x="1371485" y="950606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790956"/>
                  </a:lnTo>
                  <a:lnTo>
                    <a:pt x="79931" y="790956"/>
                  </a:lnTo>
                  <a:lnTo>
                    <a:pt x="79931" y="90031"/>
                  </a:lnTo>
                  <a:lnTo>
                    <a:pt x="1389794" y="90031"/>
                  </a:lnTo>
                  <a:lnTo>
                    <a:pt x="1389794" y="54627"/>
                  </a:lnTo>
                  <a:lnTo>
                    <a:pt x="687762" y="54627"/>
                  </a:lnTo>
                  <a:lnTo>
                    <a:pt x="681809" y="48675"/>
                  </a:lnTo>
                  <a:lnTo>
                    <a:pt x="681810" y="34079"/>
                  </a:lnTo>
                  <a:lnTo>
                    <a:pt x="687762" y="28127"/>
                  </a:lnTo>
                  <a:lnTo>
                    <a:pt x="1389467" y="28127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close/>
                </a:path>
                <a:path w="1390015" h="1122045">
                  <a:moveTo>
                    <a:pt x="1389794" y="90031"/>
                  </a:moveTo>
                  <a:lnTo>
                    <a:pt x="1310187" y="90031"/>
                  </a:lnTo>
                  <a:lnTo>
                    <a:pt x="1310187" y="790956"/>
                  </a:lnTo>
                  <a:lnTo>
                    <a:pt x="1389794" y="790956"/>
                  </a:lnTo>
                  <a:lnTo>
                    <a:pt x="1389794" y="90031"/>
                  </a:lnTo>
                  <a:close/>
                </a:path>
                <a:path w="1390015" h="1122045">
                  <a:moveTo>
                    <a:pt x="1389467" y="28127"/>
                  </a:moveTo>
                  <a:lnTo>
                    <a:pt x="702358" y="28127"/>
                  </a:lnTo>
                  <a:lnTo>
                    <a:pt x="708309" y="33732"/>
                  </a:lnTo>
                  <a:lnTo>
                    <a:pt x="708309" y="48675"/>
                  </a:lnTo>
                  <a:lnTo>
                    <a:pt x="702358" y="54627"/>
                  </a:lnTo>
                  <a:lnTo>
                    <a:pt x="1389794" y="54627"/>
                  </a:lnTo>
                  <a:lnTo>
                    <a:pt x="1389794" y="29865"/>
                  </a:lnTo>
                  <a:lnTo>
                    <a:pt x="1389467" y="28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94549" y="2804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29865" y="0"/>
                  </a:move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588737" y="952992"/>
                  </a:lnTo>
                  <a:lnTo>
                    <a:pt x="586674" y="961246"/>
                  </a:lnTo>
                  <a:lnTo>
                    <a:pt x="563324" y="1078103"/>
                  </a:lnTo>
                  <a:lnTo>
                    <a:pt x="494904" y="1078103"/>
                  </a:lnTo>
                  <a:lnTo>
                    <a:pt x="494904" y="1121544"/>
                  </a:lnTo>
                  <a:lnTo>
                    <a:pt x="674859" y="1121544"/>
                  </a:lnTo>
                  <a:lnTo>
                    <a:pt x="714825" y="1121544"/>
                  </a:lnTo>
                  <a:lnTo>
                    <a:pt x="894889" y="1121544"/>
                  </a:lnTo>
                  <a:lnTo>
                    <a:pt x="894889" y="1078103"/>
                  </a:lnTo>
                  <a:lnTo>
                    <a:pt x="826469" y="1078103"/>
                  </a:lnTo>
                  <a:lnTo>
                    <a:pt x="803120" y="961246"/>
                  </a:lnTo>
                  <a:lnTo>
                    <a:pt x="801382" y="952992"/>
                  </a:lnTo>
                  <a:lnTo>
                    <a:pt x="1359928" y="952992"/>
                  </a:lnTo>
                  <a:lnTo>
                    <a:pt x="1371485" y="950605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29865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lnTo>
                    <a:pt x="29865" y="0"/>
                  </a:lnTo>
                  <a:close/>
                </a:path>
                <a:path w="1390015" h="1122045">
                  <a:moveTo>
                    <a:pt x="695060" y="28128"/>
                  </a:moveTo>
                  <a:lnTo>
                    <a:pt x="702358" y="28128"/>
                  </a:lnTo>
                  <a:lnTo>
                    <a:pt x="708309" y="33732"/>
                  </a:lnTo>
                  <a:lnTo>
                    <a:pt x="708309" y="41377"/>
                  </a:lnTo>
                  <a:lnTo>
                    <a:pt x="708309" y="48675"/>
                  </a:lnTo>
                  <a:lnTo>
                    <a:pt x="702357" y="54627"/>
                  </a:lnTo>
                  <a:lnTo>
                    <a:pt x="695060" y="54627"/>
                  </a:lnTo>
                  <a:lnTo>
                    <a:pt x="687761" y="54627"/>
                  </a:lnTo>
                  <a:lnTo>
                    <a:pt x="681810" y="48675"/>
                  </a:lnTo>
                  <a:lnTo>
                    <a:pt x="681810" y="41377"/>
                  </a:lnTo>
                  <a:lnTo>
                    <a:pt x="681810" y="34079"/>
                  </a:lnTo>
                  <a:lnTo>
                    <a:pt x="687762" y="28128"/>
                  </a:lnTo>
                  <a:lnTo>
                    <a:pt x="695060" y="28128"/>
                  </a:lnTo>
                  <a:close/>
                </a:path>
                <a:path w="1390015" h="1122045">
                  <a:moveTo>
                    <a:pt x="79931" y="90032"/>
                  </a:moveTo>
                  <a:lnTo>
                    <a:pt x="1310187" y="90032"/>
                  </a:lnTo>
                  <a:lnTo>
                    <a:pt x="1310187" y="790956"/>
                  </a:lnTo>
                  <a:lnTo>
                    <a:pt x="79931" y="790956"/>
                  </a:lnTo>
                  <a:lnTo>
                    <a:pt x="79931" y="9003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21549" y="2931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894890" y="1078103"/>
                  </a:moveTo>
                  <a:lnTo>
                    <a:pt x="494903" y="1078103"/>
                  </a:lnTo>
                  <a:lnTo>
                    <a:pt x="494903" y="1121544"/>
                  </a:lnTo>
                  <a:lnTo>
                    <a:pt x="894890" y="1121544"/>
                  </a:lnTo>
                  <a:lnTo>
                    <a:pt x="894890" y="1078103"/>
                  </a:lnTo>
                  <a:close/>
                </a:path>
                <a:path w="1390015" h="1122045">
                  <a:moveTo>
                    <a:pt x="801382" y="952992"/>
                  </a:moveTo>
                  <a:lnTo>
                    <a:pt x="588737" y="952992"/>
                  </a:lnTo>
                  <a:lnTo>
                    <a:pt x="586673" y="961246"/>
                  </a:lnTo>
                  <a:lnTo>
                    <a:pt x="563323" y="1078103"/>
                  </a:lnTo>
                  <a:lnTo>
                    <a:pt x="826470" y="1078103"/>
                  </a:lnTo>
                  <a:lnTo>
                    <a:pt x="803120" y="961246"/>
                  </a:lnTo>
                  <a:lnTo>
                    <a:pt x="801382" y="952992"/>
                  </a:lnTo>
                  <a:close/>
                </a:path>
                <a:path w="1390015" h="1122045">
                  <a:moveTo>
                    <a:pt x="1360253" y="0"/>
                  </a:moveTo>
                  <a:lnTo>
                    <a:pt x="29865" y="0"/>
                  </a:ln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1359928" y="952992"/>
                  </a:lnTo>
                  <a:lnTo>
                    <a:pt x="1371485" y="950606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790956"/>
                  </a:lnTo>
                  <a:lnTo>
                    <a:pt x="79931" y="790956"/>
                  </a:lnTo>
                  <a:lnTo>
                    <a:pt x="79931" y="90031"/>
                  </a:lnTo>
                  <a:lnTo>
                    <a:pt x="1389794" y="90031"/>
                  </a:lnTo>
                  <a:lnTo>
                    <a:pt x="1389794" y="54627"/>
                  </a:lnTo>
                  <a:lnTo>
                    <a:pt x="687762" y="54627"/>
                  </a:lnTo>
                  <a:lnTo>
                    <a:pt x="681809" y="48675"/>
                  </a:lnTo>
                  <a:lnTo>
                    <a:pt x="681810" y="34079"/>
                  </a:lnTo>
                  <a:lnTo>
                    <a:pt x="687762" y="28127"/>
                  </a:lnTo>
                  <a:lnTo>
                    <a:pt x="1389467" y="28127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close/>
                </a:path>
                <a:path w="1390015" h="1122045">
                  <a:moveTo>
                    <a:pt x="1389794" y="90031"/>
                  </a:moveTo>
                  <a:lnTo>
                    <a:pt x="1310187" y="90031"/>
                  </a:lnTo>
                  <a:lnTo>
                    <a:pt x="1310187" y="790956"/>
                  </a:lnTo>
                  <a:lnTo>
                    <a:pt x="1389794" y="790956"/>
                  </a:lnTo>
                  <a:lnTo>
                    <a:pt x="1389794" y="90031"/>
                  </a:lnTo>
                  <a:close/>
                </a:path>
                <a:path w="1390015" h="1122045">
                  <a:moveTo>
                    <a:pt x="1389467" y="28127"/>
                  </a:moveTo>
                  <a:lnTo>
                    <a:pt x="702358" y="28127"/>
                  </a:lnTo>
                  <a:lnTo>
                    <a:pt x="708309" y="33732"/>
                  </a:lnTo>
                  <a:lnTo>
                    <a:pt x="708309" y="48675"/>
                  </a:lnTo>
                  <a:lnTo>
                    <a:pt x="702358" y="54627"/>
                  </a:lnTo>
                  <a:lnTo>
                    <a:pt x="1389794" y="54627"/>
                  </a:lnTo>
                  <a:lnTo>
                    <a:pt x="1389794" y="29865"/>
                  </a:lnTo>
                  <a:lnTo>
                    <a:pt x="1389467" y="28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21549" y="2931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29865" y="0"/>
                  </a:move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588737" y="952992"/>
                  </a:lnTo>
                  <a:lnTo>
                    <a:pt x="586674" y="961246"/>
                  </a:lnTo>
                  <a:lnTo>
                    <a:pt x="563324" y="1078103"/>
                  </a:lnTo>
                  <a:lnTo>
                    <a:pt x="494904" y="1078103"/>
                  </a:lnTo>
                  <a:lnTo>
                    <a:pt x="494904" y="1121544"/>
                  </a:lnTo>
                  <a:lnTo>
                    <a:pt x="674859" y="1121544"/>
                  </a:lnTo>
                  <a:lnTo>
                    <a:pt x="714825" y="1121544"/>
                  </a:lnTo>
                  <a:lnTo>
                    <a:pt x="894889" y="1121544"/>
                  </a:lnTo>
                  <a:lnTo>
                    <a:pt x="894889" y="1078103"/>
                  </a:lnTo>
                  <a:lnTo>
                    <a:pt x="826469" y="1078103"/>
                  </a:lnTo>
                  <a:lnTo>
                    <a:pt x="803120" y="961246"/>
                  </a:lnTo>
                  <a:lnTo>
                    <a:pt x="801382" y="952992"/>
                  </a:lnTo>
                  <a:lnTo>
                    <a:pt x="1359928" y="952992"/>
                  </a:lnTo>
                  <a:lnTo>
                    <a:pt x="1371485" y="950605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29865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lnTo>
                    <a:pt x="29865" y="0"/>
                  </a:lnTo>
                  <a:close/>
                </a:path>
                <a:path w="1390015" h="1122045">
                  <a:moveTo>
                    <a:pt x="695060" y="28128"/>
                  </a:moveTo>
                  <a:lnTo>
                    <a:pt x="702358" y="28128"/>
                  </a:lnTo>
                  <a:lnTo>
                    <a:pt x="708309" y="33732"/>
                  </a:lnTo>
                  <a:lnTo>
                    <a:pt x="708309" y="41377"/>
                  </a:lnTo>
                  <a:lnTo>
                    <a:pt x="708309" y="48675"/>
                  </a:lnTo>
                  <a:lnTo>
                    <a:pt x="702357" y="54627"/>
                  </a:lnTo>
                  <a:lnTo>
                    <a:pt x="695060" y="54627"/>
                  </a:lnTo>
                  <a:lnTo>
                    <a:pt x="687761" y="54627"/>
                  </a:lnTo>
                  <a:lnTo>
                    <a:pt x="681810" y="48675"/>
                  </a:lnTo>
                  <a:lnTo>
                    <a:pt x="681810" y="41377"/>
                  </a:lnTo>
                  <a:lnTo>
                    <a:pt x="681810" y="34079"/>
                  </a:lnTo>
                  <a:lnTo>
                    <a:pt x="687762" y="28128"/>
                  </a:lnTo>
                  <a:lnTo>
                    <a:pt x="695060" y="28128"/>
                  </a:lnTo>
                  <a:close/>
                </a:path>
                <a:path w="1390015" h="1122045">
                  <a:moveTo>
                    <a:pt x="79931" y="90032"/>
                  </a:moveTo>
                  <a:lnTo>
                    <a:pt x="1310187" y="90032"/>
                  </a:lnTo>
                  <a:lnTo>
                    <a:pt x="1310187" y="790956"/>
                  </a:lnTo>
                  <a:lnTo>
                    <a:pt x="79931" y="790956"/>
                  </a:lnTo>
                  <a:lnTo>
                    <a:pt x="79931" y="9003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48549" y="3058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894890" y="1078103"/>
                  </a:moveTo>
                  <a:lnTo>
                    <a:pt x="494903" y="1078103"/>
                  </a:lnTo>
                  <a:lnTo>
                    <a:pt x="494903" y="1121544"/>
                  </a:lnTo>
                  <a:lnTo>
                    <a:pt x="894890" y="1121544"/>
                  </a:lnTo>
                  <a:lnTo>
                    <a:pt x="894890" y="1078103"/>
                  </a:lnTo>
                  <a:close/>
                </a:path>
                <a:path w="1390015" h="1122045">
                  <a:moveTo>
                    <a:pt x="801382" y="952992"/>
                  </a:moveTo>
                  <a:lnTo>
                    <a:pt x="588737" y="952992"/>
                  </a:lnTo>
                  <a:lnTo>
                    <a:pt x="586673" y="961246"/>
                  </a:lnTo>
                  <a:lnTo>
                    <a:pt x="563323" y="1078103"/>
                  </a:lnTo>
                  <a:lnTo>
                    <a:pt x="826470" y="1078103"/>
                  </a:lnTo>
                  <a:lnTo>
                    <a:pt x="803120" y="961246"/>
                  </a:lnTo>
                  <a:lnTo>
                    <a:pt x="801382" y="952992"/>
                  </a:lnTo>
                  <a:close/>
                </a:path>
                <a:path w="1390015" h="1122045">
                  <a:moveTo>
                    <a:pt x="1360253" y="0"/>
                  </a:moveTo>
                  <a:lnTo>
                    <a:pt x="29865" y="0"/>
                  </a:ln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1359928" y="952992"/>
                  </a:lnTo>
                  <a:lnTo>
                    <a:pt x="1371485" y="950606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790956"/>
                  </a:lnTo>
                  <a:lnTo>
                    <a:pt x="79931" y="790956"/>
                  </a:lnTo>
                  <a:lnTo>
                    <a:pt x="79931" y="90031"/>
                  </a:lnTo>
                  <a:lnTo>
                    <a:pt x="1389794" y="90031"/>
                  </a:lnTo>
                  <a:lnTo>
                    <a:pt x="1389794" y="54627"/>
                  </a:lnTo>
                  <a:lnTo>
                    <a:pt x="687762" y="54627"/>
                  </a:lnTo>
                  <a:lnTo>
                    <a:pt x="681809" y="48675"/>
                  </a:lnTo>
                  <a:lnTo>
                    <a:pt x="681810" y="34079"/>
                  </a:lnTo>
                  <a:lnTo>
                    <a:pt x="687762" y="28127"/>
                  </a:lnTo>
                  <a:lnTo>
                    <a:pt x="1389467" y="28127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close/>
                </a:path>
                <a:path w="1390015" h="1122045">
                  <a:moveTo>
                    <a:pt x="1389794" y="90031"/>
                  </a:moveTo>
                  <a:lnTo>
                    <a:pt x="1310187" y="90031"/>
                  </a:lnTo>
                  <a:lnTo>
                    <a:pt x="1310187" y="790956"/>
                  </a:lnTo>
                  <a:lnTo>
                    <a:pt x="1389794" y="790956"/>
                  </a:lnTo>
                  <a:lnTo>
                    <a:pt x="1389794" y="90031"/>
                  </a:lnTo>
                  <a:close/>
                </a:path>
                <a:path w="1390015" h="1122045">
                  <a:moveTo>
                    <a:pt x="1389467" y="28127"/>
                  </a:moveTo>
                  <a:lnTo>
                    <a:pt x="702358" y="28127"/>
                  </a:lnTo>
                  <a:lnTo>
                    <a:pt x="708309" y="33732"/>
                  </a:lnTo>
                  <a:lnTo>
                    <a:pt x="708309" y="48675"/>
                  </a:lnTo>
                  <a:lnTo>
                    <a:pt x="702358" y="54627"/>
                  </a:lnTo>
                  <a:lnTo>
                    <a:pt x="1389794" y="54627"/>
                  </a:lnTo>
                  <a:lnTo>
                    <a:pt x="1389794" y="29865"/>
                  </a:lnTo>
                  <a:lnTo>
                    <a:pt x="1389467" y="28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48549" y="3058727"/>
              <a:ext cx="1390015" cy="1122045"/>
            </a:xfrm>
            <a:custGeom>
              <a:avLst/>
              <a:gdLst/>
              <a:ahLst/>
              <a:cxnLst/>
              <a:rect l="l" t="t" r="r" b="b"/>
              <a:pathLst>
                <a:path w="1390015" h="1122045">
                  <a:moveTo>
                    <a:pt x="29865" y="0"/>
                  </a:moveTo>
                  <a:lnTo>
                    <a:pt x="18308" y="2369"/>
                  </a:lnTo>
                  <a:lnTo>
                    <a:pt x="8807" y="8807"/>
                  </a:lnTo>
                  <a:lnTo>
                    <a:pt x="2369" y="18308"/>
                  </a:lnTo>
                  <a:lnTo>
                    <a:pt x="0" y="29865"/>
                  </a:lnTo>
                  <a:lnTo>
                    <a:pt x="0" y="923018"/>
                  </a:lnTo>
                  <a:lnTo>
                    <a:pt x="2369" y="934592"/>
                  </a:lnTo>
                  <a:lnTo>
                    <a:pt x="8807" y="944130"/>
                  </a:lnTo>
                  <a:lnTo>
                    <a:pt x="18308" y="950606"/>
                  </a:lnTo>
                  <a:lnTo>
                    <a:pt x="29865" y="952992"/>
                  </a:lnTo>
                  <a:lnTo>
                    <a:pt x="588737" y="952992"/>
                  </a:lnTo>
                  <a:lnTo>
                    <a:pt x="586674" y="961246"/>
                  </a:lnTo>
                  <a:lnTo>
                    <a:pt x="563324" y="1078103"/>
                  </a:lnTo>
                  <a:lnTo>
                    <a:pt x="494904" y="1078103"/>
                  </a:lnTo>
                  <a:lnTo>
                    <a:pt x="494904" y="1121544"/>
                  </a:lnTo>
                  <a:lnTo>
                    <a:pt x="674859" y="1121544"/>
                  </a:lnTo>
                  <a:lnTo>
                    <a:pt x="714825" y="1121544"/>
                  </a:lnTo>
                  <a:lnTo>
                    <a:pt x="894889" y="1121544"/>
                  </a:lnTo>
                  <a:lnTo>
                    <a:pt x="894889" y="1078103"/>
                  </a:lnTo>
                  <a:lnTo>
                    <a:pt x="826469" y="1078103"/>
                  </a:lnTo>
                  <a:lnTo>
                    <a:pt x="803120" y="961246"/>
                  </a:lnTo>
                  <a:lnTo>
                    <a:pt x="801382" y="952992"/>
                  </a:lnTo>
                  <a:lnTo>
                    <a:pt x="1359928" y="952992"/>
                  </a:lnTo>
                  <a:lnTo>
                    <a:pt x="1371485" y="950605"/>
                  </a:lnTo>
                  <a:lnTo>
                    <a:pt x="1380986" y="944130"/>
                  </a:lnTo>
                  <a:lnTo>
                    <a:pt x="1387424" y="934592"/>
                  </a:lnTo>
                  <a:lnTo>
                    <a:pt x="1389794" y="923018"/>
                  </a:lnTo>
                  <a:lnTo>
                    <a:pt x="1389794" y="29865"/>
                  </a:lnTo>
                  <a:lnTo>
                    <a:pt x="1387622" y="18308"/>
                  </a:lnTo>
                  <a:lnTo>
                    <a:pt x="1381279" y="8807"/>
                  </a:lnTo>
                  <a:lnTo>
                    <a:pt x="1371809" y="2369"/>
                  </a:lnTo>
                  <a:lnTo>
                    <a:pt x="1360253" y="0"/>
                  </a:lnTo>
                  <a:lnTo>
                    <a:pt x="29865" y="0"/>
                  </a:lnTo>
                  <a:close/>
                </a:path>
                <a:path w="1390015" h="1122045">
                  <a:moveTo>
                    <a:pt x="695060" y="28128"/>
                  </a:moveTo>
                  <a:lnTo>
                    <a:pt x="702358" y="28128"/>
                  </a:lnTo>
                  <a:lnTo>
                    <a:pt x="708309" y="33732"/>
                  </a:lnTo>
                  <a:lnTo>
                    <a:pt x="708309" y="41377"/>
                  </a:lnTo>
                  <a:lnTo>
                    <a:pt x="708309" y="48675"/>
                  </a:lnTo>
                  <a:lnTo>
                    <a:pt x="702357" y="54627"/>
                  </a:lnTo>
                  <a:lnTo>
                    <a:pt x="695060" y="54627"/>
                  </a:lnTo>
                  <a:lnTo>
                    <a:pt x="687761" y="54627"/>
                  </a:lnTo>
                  <a:lnTo>
                    <a:pt x="681810" y="48675"/>
                  </a:lnTo>
                  <a:lnTo>
                    <a:pt x="681810" y="41377"/>
                  </a:lnTo>
                  <a:lnTo>
                    <a:pt x="681810" y="34079"/>
                  </a:lnTo>
                  <a:lnTo>
                    <a:pt x="687762" y="28128"/>
                  </a:lnTo>
                  <a:lnTo>
                    <a:pt x="695060" y="28128"/>
                  </a:lnTo>
                  <a:close/>
                </a:path>
                <a:path w="1390015" h="1122045">
                  <a:moveTo>
                    <a:pt x="79931" y="90032"/>
                  </a:moveTo>
                  <a:lnTo>
                    <a:pt x="1310187" y="90032"/>
                  </a:lnTo>
                  <a:lnTo>
                    <a:pt x="1310187" y="790956"/>
                  </a:lnTo>
                  <a:lnTo>
                    <a:pt x="79931" y="790956"/>
                  </a:lnTo>
                  <a:lnTo>
                    <a:pt x="79931" y="9003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53958" y="4489596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Client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9417" y="4489596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Server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49967" y="3349940"/>
            <a:ext cx="3583940" cy="198120"/>
            <a:chOff x="2349967" y="3349940"/>
            <a:chExt cx="3583940" cy="1981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9967" y="3349940"/>
              <a:ext cx="3583672" cy="1981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88067" y="3429000"/>
              <a:ext cx="3398520" cy="0"/>
            </a:xfrm>
            <a:custGeom>
              <a:avLst/>
              <a:gdLst/>
              <a:ahLst/>
              <a:cxnLst/>
              <a:rect l="l" t="t" r="r" b="b"/>
              <a:pathLst>
                <a:path w="3398520">
                  <a:moveTo>
                    <a:pt x="0" y="0"/>
                  </a:moveTo>
                  <a:lnTo>
                    <a:pt x="3385552" y="0"/>
                  </a:lnTo>
                  <a:lnTo>
                    <a:pt x="3398252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73618" y="33680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349967" y="3682038"/>
            <a:ext cx="3503929" cy="198120"/>
            <a:chOff x="2349967" y="3682038"/>
            <a:chExt cx="3503929" cy="1981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9967" y="3682038"/>
              <a:ext cx="3503551" cy="1981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97287" y="3761098"/>
              <a:ext cx="3318510" cy="0"/>
            </a:xfrm>
            <a:custGeom>
              <a:avLst/>
              <a:gdLst/>
              <a:ahLst/>
              <a:cxnLst/>
              <a:rect l="l" t="t" r="r" b="b"/>
              <a:pathLst>
                <a:path w="3318510">
                  <a:moveTo>
                    <a:pt x="3318131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8067" y="3700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611484" y="3035625"/>
            <a:ext cx="958850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Request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Response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Why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did we care in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80s?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4340" y="2577289"/>
            <a:ext cx="5946140" cy="198120"/>
            <a:chOff x="1364340" y="2577289"/>
            <a:chExt cx="5946140" cy="198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2577289"/>
              <a:ext cx="5945709" cy="1981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02440" y="26563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50030" y="2595389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64340" y="3349940"/>
            <a:ext cx="5946140" cy="198120"/>
            <a:chOff x="1364340" y="3349940"/>
            <a:chExt cx="5946140" cy="1981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3349940"/>
              <a:ext cx="5945709" cy="198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02440" y="3429000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0030" y="33680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856" y="1758321"/>
            <a:ext cx="359347" cy="85291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64340" y="3776042"/>
            <a:ext cx="5946140" cy="198120"/>
            <a:chOff x="1364340" y="3776042"/>
            <a:chExt cx="5946140" cy="198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3776042"/>
              <a:ext cx="5945709" cy="19811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02440" y="385510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50030" y="379414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64340" y="4202145"/>
            <a:ext cx="5946140" cy="198120"/>
            <a:chOff x="1364340" y="4202145"/>
            <a:chExt cx="5946140" cy="19812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4202145"/>
              <a:ext cx="5945709" cy="1981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02440" y="4281205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0030" y="422024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364340" y="4628248"/>
            <a:ext cx="5946140" cy="198120"/>
            <a:chOff x="1364340" y="4628248"/>
            <a:chExt cx="5946140" cy="1981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4628248"/>
              <a:ext cx="5945709" cy="1981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02440" y="4707308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50030" y="464634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59718" y="2882324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13745" y="2512839"/>
            <a:ext cx="4192904" cy="2298700"/>
            <a:chOff x="2213745" y="2512839"/>
            <a:chExt cx="4192904" cy="229870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6313" y="2622894"/>
              <a:ext cx="893078" cy="89307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23301" y="2699881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12894" y="612894"/>
                  </a:lnTo>
                  <a:lnTo>
                    <a:pt x="621874" y="621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93090" y="326967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1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8997" y="2635420"/>
              <a:ext cx="902361" cy="12924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23301" y="2699881"/>
              <a:ext cx="636905" cy="1031240"/>
            </a:xfrm>
            <a:custGeom>
              <a:avLst/>
              <a:gdLst/>
              <a:ahLst/>
              <a:cxnLst/>
              <a:rect l="l" t="t" r="r" b="b"/>
              <a:pathLst>
                <a:path w="636905" h="1031239">
                  <a:moveTo>
                    <a:pt x="0" y="0"/>
                  </a:moveTo>
                  <a:lnTo>
                    <a:pt x="629699" y="1019818"/>
                  </a:lnTo>
                  <a:lnTo>
                    <a:pt x="636371" y="10306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01130" y="3687673"/>
              <a:ext cx="116205" cy="135890"/>
            </a:xfrm>
            <a:custGeom>
              <a:avLst/>
              <a:gdLst/>
              <a:ahLst/>
              <a:cxnLst/>
              <a:rect l="l" t="t" r="r" b="b"/>
              <a:pathLst>
                <a:path w="116205" h="135889">
                  <a:moveTo>
                    <a:pt x="103738" y="0"/>
                  </a:moveTo>
                  <a:lnTo>
                    <a:pt x="0" y="64053"/>
                  </a:lnTo>
                  <a:lnTo>
                    <a:pt x="115923" y="135764"/>
                  </a:lnTo>
                  <a:lnTo>
                    <a:pt x="103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3745" y="2645661"/>
              <a:ext cx="920516" cy="17907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319794" y="2699881"/>
              <a:ext cx="665480" cy="1542415"/>
            </a:xfrm>
            <a:custGeom>
              <a:avLst/>
              <a:gdLst/>
              <a:ahLst/>
              <a:cxnLst/>
              <a:rect l="l" t="t" r="r" b="b"/>
              <a:pathLst>
                <a:path w="665480" h="1542414">
                  <a:moveTo>
                    <a:pt x="0" y="0"/>
                  </a:moveTo>
                  <a:lnTo>
                    <a:pt x="660128" y="1530334"/>
                  </a:lnTo>
                  <a:lnTo>
                    <a:pt x="665158" y="154199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23948" y="4206071"/>
              <a:ext cx="112395" cy="136525"/>
            </a:xfrm>
            <a:custGeom>
              <a:avLst/>
              <a:gdLst/>
              <a:ahLst/>
              <a:cxnLst/>
              <a:rect l="l" t="t" r="r" b="b"/>
              <a:pathLst>
                <a:path w="112394" h="136525">
                  <a:moveTo>
                    <a:pt x="111947" y="0"/>
                  </a:moveTo>
                  <a:lnTo>
                    <a:pt x="0" y="48290"/>
                  </a:lnTo>
                  <a:lnTo>
                    <a:pt x="104264" y="136094"/>
                  </a:lnTo>
                  <a:lnTo>
                    <a:pt x="111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8042" y="2662492"/>
              <a:ext cx="823071" cy="214862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53894" y="2707674"/>
              <a:ext cx="579755" cy="1913889"/>
            </a:xfrm>
            <a:custGeom>
              <a:avLst/>
              <a:gdLst/>
              <a:ahLst/>
              <a:cxnLst/>
              <a:rect l="l" t="t" r="r" b="b"/>
              <a:pathLst>
                <a:path w="579755" h="1913889">
                  <a:moveTo>
                    <a:pt x="0" y="0"/>
                  </a:moveTo>
                  <a:lnTo>
                    <a:pt x="576022" y="1901576"/>
                  </a:lnTo>
                  <a:lnTo>
                    <a:pt x="579704" y="191373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71575" y="4591578"/>
              <a:ext cx="116839" cy="134620"/>
            </a:xfrm>
            <a:custGeom>
              <a:avLst/>
              <a:gdLst/>
              <a:ahLst/>
              <a:cxnLst/>
              <a:rect l="l" t="t" r="r" b="b"/>
              <a:pathLst>
                <a:path w="116839" h="134620">
                  <a:moveTo>
                    <a:pt x="116683" y="0"/>
                  </a:moveTo>
                  <a:lnTo>
                    <a:pt x="0" y="35346"/>
                  </a:lnTo>
                  <a:lnTo>
                    <a:pt x="93686" y="134357"/>
                  </a:lnTo>
                  <a:lnTo>
                    <a:pt x="116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4678" y="2512839"/>
              <a:ext cx="984007" cy="103617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13141" y="2668164"/>
              <a:ext cx="713105" cy="765810"/>
            </a:xfrm>
            <a:custGeom>
              <a:avLst/>
              <a:gdLst/>
              <a:ahLst/>
              <a:cxnLst/>
              <a:rect l="l" t="t" r="r" b="b"/>
              <a:pathLst>
                <a:path w="713104" h="765810">
                  <a:moveTo>
                    <a:pt x="0" y="765468"/>
                  </a:moveTo>
                  <a:lnTo>
                    <a:pt x="704002" y="9295"/>
                  </a:lnTo>
                  <a:lnTo>
                    <a:pt x="71265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72528" y="2588225"/>
              <a:ext cx="128270" cy="130810"/>
            </a:xfrm>
            <a:custGeom>
              <a:avLst/>
              <a:gdLst/>
              <a:ahLst/>
              <a:cxnLst/>
              <a:rect l="l" t="t" r="r" b="b"/>
              <a:pathLst>
                <a:path w="128270" h="130810">
                  <a:moveTo>
                    <a:pt x="127693" y="0"/>
                  </a:moveTo>
                  <a:lnTo>
                    <a:pt x="0" y="47694"/>
                  </a:lnTo>
                  <a:lnTo>
                    <a:pt x="89234" y="130773"/>
                  </a:lnTo>
                  <a:lnTo>
                    <a:pt x="127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2518" y="2626157"/>
              <a:ext cx="909047" cy="12970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356768" y="2783570"/>
              <a:ext cx="643255" cy="1035050"/>
            </a:xfrm>
            <a:custGeom>
              <a:avLst/>
              <a:gdLst/>
              <a:ahLst/>
              <a:cxnLst/>
              <a:rect l="l" t="t" r="r" b="b"/>
              <a:pathLst>
                <a:path w="643254" h="1035050">
                  <a:moveTo>
                    <a:pt x="0" y="1035026"/>
                  </a:moveTo>
                  <a:lnTo>
                    <a:pt x="636214" y="10788"/>
                  </a:lnTo>
                  <a:lnTo>
                    <a:pt x="642915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41199" y="2690792"/>
              <a:ext cx="116205" cy="135890"/>
            </a:xfrm>
            <a:custGeom>
              <a:avLst/>
              <a:gdLst/>
              <a:ahLst/>
              <a:cxnLst/>
              <a:rect l="l" t="t" r="r" b="b"/>
              <a:pathLst>
                <a:path w="116204" h="135889">
                  <a:moveTo>
                    <a:pt x="116114" y="0"/>
                  </a:moveTo>
                  <a:lnTo>
                    <a:pt x="0" y="71400"/>
                  </a:lnTo>
                  <a:lnTo>
                    <a:pt x="103565" y="135731"/>
                  </a:lnTo>
                  <a:lnTo>
                    <a:pt x="1161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7242" y="2519647"/>
              <a:ext cx="999393" cy="18531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313141" y="2674956"/>
              <a:ext cx="742315" cy="1602105"/>
            </a:xfrm>
            <a:custGeom>
              <a:avLst/>
              <a:gdLst/>
              <a:ahLst/>
              <a:cxnLst/>
              <a:rect l="l" t="t" r="r" b="b"/>
              <a:pathLst>
                <a:path w="742314" h="1602104">
                  <a:moveTo>
                    <a:pt x="0" y="1601615"/>
                  </a:moveTo>
                  <a:lnTo>
                    <a:pt x="736361" y="11524"/>
                  </a:lnTo>
                  <a:lnTo>
                    <a:pt x="741697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94186" y="2575847"/>
              <a:ext cx="111125" cy="136525"/>
            </a:xfrm>
            <a:custGeom>
              <a:avLst/>
              <a:gdLst/>
              <a:ahLst/>
              <a:cxnLst/>
              <a:rect l="l" t="t" r="r" b="b"/>
              <a:pathLst>
                <a:path w="111125" h="136525">
                  <a:moveTo>
                    <a:pt x="106550" y="0"/>
                  </a:moveTo>
                  <a:lnTo>
                    <a:pt x="0" y="85016"/>
                  </a:lnTo>
                  <a:lnTo>
                    <a:pt x="110633" y="136250"/>
                  </a:lnTo>
                  <a:lnTo>
                    <a:pt x="106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0861" y="2572438"/>
              <a:ext cx="1155317" cy="219514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56768" y="2727718"/>
              <a:ext cx="897890" cy="1944370"/>
            </a:xfrm>
            <a:custGeom>
              <a:avLst/>
              <a:gdLst/>
              <a:ahLst/>
              <a:cxnLst/>
              <a:rect l="l" t="t" r="r" b="b"/>
              <a:pathLst>
                <a:path w="897889" h="1944370">
                  <a:moveTo>
                    <a:pt x="0" y="1943742"/>
                  </a:moveTo>
                  <a:lnTo>
                    <a:pt x="892384" y="11529"/>
                  </a:lnTo>
                  <a:lnTo>
                    <a:pt x="897709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193810" y="2628562"/>
              <a:ext cx="111125" cy="136525"/>
            </a:xfrm>
            <a:custGeom>
              <a:avLst/>
              <a:gdLst/>
              <a:ahLst/>
              <a:cxnLst/>
              <a:rect l="l" t="t" r="r" b="b"/>
              <a:pathLst>
                <a:path w="111125" h="136525">
                  <a:moveTo>
                    <a:pt x="106462" y="0"/>
                  </a:moveTo>
                  <a:lnTo>
                    <a:pt x="0" y="85125"/>
                  </a:lnTo>
                  <a:lnTo>
                    <a:pt x="110685" y="136244"/>
                  </a:lnTo>
                  <a:lnTo>
                    <a:pt x="1064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252722" y="2877785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0" name="object 50"/>
          <p:cNvSpPr txBox="1"/>
          <p:nvPr/>
        </p:nvSpPr>
        <p:spPr>
          <a:xfrm>
            <a:off x="4110918" y="3500797"/>
            <a:ext cx="147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1" name="object 5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Why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did we care in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 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80s?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90219" y="1620975"/>
            <a:ext cx="1423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100"/>
              </a:spcBef>
              <a:buClr>
                <a:srgbClr val="006699"/>
              </a:buClr>
              <a:buSzPct val="110416"/>
              <a:buFont typeface="Microsoft Sans Serif"/>
              <a:buChar char="‣"/>
              <a:tabLst>
                <a:tab pos="307975" algn="l"/>
              </a:tabLst>
            </a:pPr>
            <a:r>
              <a:rPr sz="3600" spc="-15" baseline="2314" dirty="0">
                <a:latin typeface="Arial MT"/>
                <a:cs typeface="Arial MT"/>
              </a:rPr>
              <a:t>Informal</a:t>
            </a:r>
            <a:endParaRPr sz="3600" baseline="2314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419" y="2007158"/>
            <a:ext cx="154940" cy="8934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400"/>
              </a:lnSpc>
              <a:spcBef>
                <a:spcPts val="130"/>
              </a:spcBef>
            </a:pPr>
            <a:r>
              <a:rPr sz="28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850">
              <a:latin typeface="Microsoft Sans Serif"/>
              <a:cs typeface="Microsoft Sans Serif"/>
            </a:endParaRPr>
          </a:p>
          <a:p>
            <a:pPr marL="12700">
              <a:lnSpc>
                <a:spcPts val="3400"/>
              </a:lnSpc>
            </a:pPr>
            <a:r>
              <a:rPr sz="28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419" y="1975216"/>
            <a:ext cx="7647940" cy="167957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 MT"/>
                <a:cs typeface="Arial MT"/>
              </a:rPr>
              <a:t>Clients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submit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servers.</a:t>
            </a:r>
            <a:endParaRPr sz="2400">
              <a:latin typeface="Arial MT"/>
              <a:cs typeface="Arial MT"/>
            </a:endParaRPr>
          </a:p>
          <a:p>
            <a:pPr marL="384175" marR="5080">
              <a:lnSpc>
                <a:spcPts val="2800"/>
              </a:lnSpc>
              <a:spcBef>
                <a:spcPts val="655"/>
              </a:spcBef>
            </a:pPr>
            <a:r>
              <a:rPr sz="2400" dirty="0">
                <a:latin typeface="Arial MT"/>
                <a:cs typeface="Arial MT"/>
              </a:rPr>
              <a:t>Servers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protocol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(e.g.,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consensus)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agree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request.</a:t>
            </a:r>
            <a:endParaRPr sz="2400">
              <a:latin typeface="Arial MT"/>
              <a:cs typeface="Arial MT"/>
            </a:endParaRPr>
          </a:p>
          <a:p>
            <a:pPr marL="383540" indent="-370840">
              <a:lnSpc>
                <a:spcPct val="100000"/>
              </a:lnSpc>
              <a:spcBef>
                <a:spcPts val="415"/>
              </a:spcBef>
              <a:buClr>
                <a:srgbClr val="006699"/>
              </a:buClr>
              <a:buSzPct val="118750"/>
              <a:buFont typeface="Microsoft Sans Serif"/>
              <a:buChar char="‣"/>
              <a:tabLst>
                <a:tab pos="383540" algn="l"/>
              </a:tabLst>
            </a:pPr>
            <a:r>
              <a:rPr sz="2400" dirty="0">
                <a:latin typeface="Arial MT"/>
                <a:cs typeface="Arial MT"/>
              </a:rPr>
              <a:t>Servers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clients.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9" y="4120336"/>
            <a:ext cx="7693025" cy="7353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07975" marR="5080" indent="-295275">
              <a:lnSpc>
                <a:spcPts val="2710"/>
              </a:lnSpc>
              <a:spcBef>
                <a:spcPts val="330"/>
              </a:spcBef>
              <a:buClr>
                <a:srgbClr val="006699"/>
              </a:buClr>
              <a:buSzPct val="110416"/>
              <a:buFont typeface="Microsoft Sans Serif"/>
              <a:buChar char="‣"/>
              <a:tabLst>
                <a:tab pos="309880" algn="l"/>
              </a:tabLst>
            </a:pPr>
            <a:r>
              <a:rPr sz="3600" baseline="2314" dirty="0">
                <a:latin typeface="Arial MT"/>
                <a:cs typeface="Arial MT"/>
              </a:rPr>
              <a:t>The</a:t>
            </a:r>
            <a:r>
              <a:rPr sz="3600" spc="-67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clients</a:t>
            </a:r>
            <a:r>
              <a:rPr sz="3600" spc="-75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do</a:t>
            </a:r>
            <a:r>
              <a:rPr sz="3600" spc="-67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not</a:t>
            </a:r>
            <a:r>
              <a:rPr sz="3600" spc="-75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actively</a:t>
            </a:r>
            <a:r>
              <a:rPr sz="3600" spc="-75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participate</a:t>
            </a:r>
            <a:r>
              <a:rPr sz="3600" spc="-67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in</a:t>
            </a:r>
            <a:r>
              <a:rPr sz="3600" spc="-67" baseline="2314" dirty="0">
                <a:latin typeface="Arial MT"/>
                <a:cs typeface="Arial MT"/>
              </a:rPr>
              <a:t> </a:t>
            </a:r>
            <a:r>
              <a:rPr sz="3600" baseline="2314" dirty="0">
                <a:latin typeface="Arial MT"/>
                <a:cs typeface="Arial MT"/>
              </a:rPr>
              <a:t>the</a:t>
            </a:r>
            <a:r>
              <a:rPr sz="3600" spc="-67" baseline="2314" dirty="0">
                <a:latin typeface="Arial MT"/>
                <a:cs typeface="Arial MT"/>
              </a:rPr>
              <a:t> </a:t>
            </a:r>
            <a:r>
              <a:rPr sz="3600" spc="-15" baseline="2314" dirty="0">
                <a:latin typeface="Arial MT"/>
                <a:cs typeface="Arial MT"/>
              </a:rPr>
              <a:t>agreement 	</a:t>
            </a:r>
            <a:r>
              <a:rPr sz="2400" spc="-10" dirty="0">
                <a:latin typeface="Arial MT"/>
                <a:cs typeface="Arial MT"/>
              </a:rPr>
              <a:t>protocol!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State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Machine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Replication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(SMR)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90219" y="1632311"/>
            <a:ext cx="7614284" cy="75438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83540" marR="5080" indent="-371475">
              <a:lnSpc>
                <a:spcPts val="2860"/>
              </a:lnSpc>
              <a:spcBef>
                <a:spcPts val="210"/>
              </a:spcBef>
              <a:buClr>
                <a:srgbClr val="006699"/>
              </a:buClr>
              <a:buSzPct val="110416"/>
              <a:buChar char="‣"/>
              <a:tabLst>
                <a:tab pos="383540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Every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server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maintains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an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append</a:t>
            </a:r>
            <a:r>
              <a:rPr sz="3600" spc="-6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only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data</a:t>
            </a:r>
            <a:r>
              <a:rPr sz="3600" spc="-67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structure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ordered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sequence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requests,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satisfies: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419" y="2399494"/>
            <a:ext cx="154940" cy="9061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850" spc="-50" dirty="0">
                <a:solidFill>
                  <a:srgbClr val="006699"/>
                </a:solidFill>
                <a:latin typeface="Microsoft Sans Serif"/>
                <a:cs typeface="Microsoft Sans Serif"/>
              </a:rPr>
              <a:t>‣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8894" y="2360682"/>
            <a:ext cx="6565265" cy="1276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385"/>
              </a:spcBef>
            </a:pPr>
            <a:r>
              <a:rPr sz="2400" b="1" spc="-20" dirty="0">
                <a:latin typeface="Arial"/>
                <a:cs typeface="Arial"/>
              </a:rPr>
              <a:t>Safety: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All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servers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agree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order. </a:t>
            </a:r>
            <a:r>
              <a:rPr sz="2400" b="1" dirty="0">
                <a:latin typeface="Arial"/>
                <a:cs typeface="Arial"/>
              </a:rPr>
              <a:t>Liveness: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Every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submitted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request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eventually </a:t>
            </a:r>
            <a:r>
              <a:rPr sz="2400" dirty="0">
                <a:latin typeface="Microsoft Sans Serif"/>
                <a:cs typeface="Microsoft Sans Serif"/>
              </a:rPr>
              <a:t>appended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order.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State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Machine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Replication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(SMR)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4340" y="2577289"/>
            <a:ext cx="5946140" cy="198120"/>
            <a:chOff x="1364340" y="2577289"/>
            <a:chExt cx="5946140" cy="198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2577289"/>
              <a:ext cx="5945709" cy="1981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02440" y="26563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50030" y="2595389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64340" y="3349940"/>
            <a:ext cx="5946140" cy="198120"/>
            <a:chOff x="1364340" y="3349940"/>
            <a:chExt cx="5946140" cy="1981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3349940"/>
              <a:ext cx="5945709" cy="198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02440" y="3429000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0030" y="33680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856" y="1758321"/>
            <a:ext cx="359347" cy="85291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64340" y="3776042"/>
            <a:ext cx="5946140" cy="198120"/>
            <a:chOff x="1364340" y="3776042"/>
            <a:chExt cx="5946140" cy="198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3776042"/>
              <a:ext cx="5945709" cy="19811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02440" y="385510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50030" y="379414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64340" y="4202145"/>
            <a:ext cx="5946140" cy="198120"/>
            <a:chOff x="1364340" y="4202145"/>
            <a:chExt cx="5946140" cy="19812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4202145"/>
              <a:ext cx="5945709" cy="1981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02440" y="4281205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0030" y="422024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364340" y="4628248"/>
            <a:ext cx="5946140" cy="198120"/>
            <a:chOff x="1364340" y="4628248"/>
            <a:chExt cx="5946140" cy="1981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340" y="4628248"/>
              <a:ext cx="5945709" cy="1981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02440" y="4707308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50030" y="464634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59718" y="2882324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13745" y="2519647"/>
            <a:ext cx="4192904" cy="2291715"/>
            <a:chOff x="2213745" y="2519647"/>
            <a:chExt cx="4192904" cy="229171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6313" y="2622894"/>
              <a:ext cx="893078" cy="89307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23301" y="2699881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12894" y="612894"/>
                  </a:lnTo>
                  <a:lnTo>
                    <a:pt x="621874" y="621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93090" y="326967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1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8997" y="2635420"/>
              <a:ext cx="902361" cy="12924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23301" y="2699881"/>
              <a:ext cx="636905" cy="1031240"/>
            </a:xfrm>
            <a:custGeom>
              <a:avLst/>
              <a:gdLst/>
              <a:ahLst/>
              <a:cxnLst/>
              <a:rect l="l" t="t" r="r" b="b"/>
              <a:pathLst>
                <a:path w="636905" h="1031239">
                  <a:moveTo>
                    <a:pt x="0" y="0"/>
                  </a:moveTo>
                  <a:lnTo>
                    <a:pt x="629699" y="1019818"/>
                  </a:lnTo>
                  <a:lnTo>
                    <a:pt x="636371" y="10306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01130" y="3687673"/>
              <a:ext cx="116205" cy="135890"/>
            </a:xfrm>
            <a:custGeom>
              <a:avLst/>
              <a:gdLst/>
              <a:ahLst/>
              <a:cxnLst/>
              <a:rect l="l" t="t" r="r" b="b"/>
              <a:pathLst>
                <a:path w="116205" h="135889">
                  <a:moveTo>
                    <a:pt x="103738" y="0"/>
                  </a:moveTo>
                  <a:lnTo>
                    <a:pt x="0" y="64053"/>
                  </a:lnTo>
                  <a:lnTo>
                    <a:pt x="115923" y="135764"/>
                  </a:lnTo>
                  <a:lnTo>
                    <a:pt x="103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3745" y="2645661"/>
              <a:ext cx="920516" cy="17907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319794" y="2699881"/>
              <a:ext cx="665480" cy="1542415"/>
            </a:xfrm>
            <a:custGeom>
              <a:avLst/>
              <a:gdLst/>
              <a:ahLst/>
              <a:cxnLst/>
              <a:rect l="l" t="t" r="r" b="b"/>
              <a:pathLst>
                <a:path w="665480" h="1542414">
                  <a:moveTo>
                    <a:pt x="0" y="0"/>
                  </a:moveTo>
                  <a:lnTo>
                    <a:pt x="660128" y="1530334"/>
                  </a:lnTo>
                  <a:lnTo>
                    <a:pt x="665158" y="154199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23948" y="4206071"/>
              <a:ext cx="112395" cy="136525"/>
            </a:xfrm>
            <a:custGeom>
              <a:avLst/>
              <a:gdLst/>
              <a:ahLst/>
              <a:cxnLst/>
              <a:rect l="l" t="t" r="r" b="b"/>
              <a:pathLst>
                <a:path w="112394" h="136525">
                  <a:moveTo>
                    <a:pt x="111947" y="0"/>
                  </a:moveTo>
                  <a:lnTo>
                    <a:pt x="0" y="48290"/>
                  </a:lnTo>
                  <a:lnTo>
                    <a:pt x="104264" y="136094"/>
                  </a:lnTo>
                  <a:lnTo>
                    <a:pt x="111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8042" y="2662492"/>
              <a:ext cx="823071" cy="214862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53894" y="2707674"/>
              <a:ext cx="579755" cy="1913889"/>
            </a:xfrm>
            <a:custGeom>
              <a:avLst/>
              <a:gdLst/>
              <a:ahLst/>
              <a:cxnLst/>
              <a:rect l="l" t="t" r="r" b="b"/>
              <a:pathLst>
                <a:path w="579755" h="1913889">
                  <a:moveTo>
                    <a:pt x="0" y="0"/>
                  </a:moveTo>
                  <a:lnTo>
                    <a:pt x="576022" y="1901576"/>
                  </a:lnTo>
                  <a:lnTo>
                    <a:pt x="579704" y="191373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71575" y="4591578"/>
              <a:ext cx="116839" cy="134620"/>
            </a:xfrm>
            <a:custGeom>
              <a:avLst/>
              <a:gdLst/>
              <a:ahLst/>
              <a:cxnLst/>
              <a:rect l="l" t="t" r="r" b="b"/>
              <a:pathLst>
                <a:path w="116839" h="134620">
                  <a:moveTo>
                    <a:pt x="116683" y="0"/>
                  </a:moveTo>
                  <a:lnTo>
                    <a:pt x="0" y="35346"/>
                  </a:lnTo>
                  <a:lnTo>
                    <a:pt x="93686" y="134357"/>
                  </a:lnTo>
                  <a:lnTo>
                    <a:pt x="116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3623" y="2565832"/>
              <a:ext cx="898170" cy="98186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13142" y="2721859"/>
              <a:ext cx="627380" cy="711835"/>
            </a:xfrm>
            <a:custGeom>
              <a:avLst/>
              <a:gdLst/>
              <a:ahLst/>
              <a:cxnLst/>
              <a:rect l="l" t="t" r="r" b="b"/>
              <a:pathLst>
                <a:path w="627379" h="711835">
                  <a:moveTo>
                    <a:pt x="0" y="711773"/>
                  </a:moveTo>
                  <a:lnTo>
                    <a:pt x="618546" y="9530"/>
                  </a:lnTo>
                  <a:lnTo>
                    <a:pt x="62694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85944" y="2639899"/>
              <a:ext cx="126364" cy="132080"/>
            </a:xfrm>
            <a:custGeom>
              <a:avLst/>
              <a:gdLst/>
              <a:ahLst/>
              <a:cxnLst/>
              <a:rect l="l" t="t" r="r" b="b"/>
              <a:pathLst>
                <a:path w="126364" h="132080">
                  <a:moveTo>
                    <a:pt x="126330" y="0"/>
                  </a:moveTo>
                  <a:lnTo>
                    <a:pt x="0" y="51197"/>
                  </a:lnTo>
                  <a:lnTo>
                    <a:pt x="91489" y="131782"/>
                  </a:lnTo>
                  <a:lnTo>
                    <a:pt x="126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2518" y="2626157"/>
              <a:ext cx="909047" cy="12970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356768" y="2783570"/>
              <a:ext cx="643255" cy="1035050"/>
            </a:xfrm>
            <a:custGeom>
              <a:avLst/>
              <a:gdLst/>
              <a:ahLst/>
              <a:cxnLst/>
              <a:rect l="l" t="t" r="r" b="b"/>
              <a:pathLst>
                <a:path w="643254" h="1035050">
                  <a:moveTo>
                    <a:pt x="0" y="1035026"/>
                  </a:moveTo>
                  <a:lnTo>
                    <a:pt x="636214" y="10788"/>
                  </a:lnTo>
                  <a:lnTo>
                    <a:pt x="642915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41199" y="2690792"/>
              <a:ext cx="116205" cy="135890"/>
            </a:xfrm>
            <a:custGeom>
              <a:avLst/>
              <a:gdLst/>
              <a:ahLst/>
              <a:cxnLst/>
              <a:rect l="l" t="t" r="r" b="b"/>
              <a:pathLst>
                <a:path w="116204" h="135889">
                  <a:moveTo>
                    <a:pt x="116114" y="0"/>
                  </a:moveTo>
                  <a:lnTo>
                    <a:pt x="0" y="71400"/>
                  </a:lnTo>
                  <a:lnTo>
                    <a:pt x="103565" y="135731"/>
                  </a:lnTo>
                  <a:lnTo>
                    <a:pt x="1161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7242" y="2519647"/>
              <a:ext cx="999393" cy="18531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313141" y="2674956"/>
              <a:ext cx="742315" cy="1602105"/>
            </a:xfrm>
            <a:custGeom>
              <a:avLst/>
              <a:gdLst/>
              <a:ahLst/>
              <a:cxnLst/>
              <a:rect l="l" t="t" r="r" b="b"/>
              <a:pathLst>
                <a:path w="742314" h="1602104">
                  <a:moveTo>
                    <a:pt x="0" y="1601615"/>
                  </a:moveTo>
                  <a:lnTo>
                    <a:pt x="736361" y="11524"/>
                  </a:lnTo>
                  <a:lnTo>
                    <a:pt x="741697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94186" y="2575847"/>
              <a:ext cx="111125" cy="136525"/>
            </a:xfrm>
            <a:custGeom>
              <a:avLst/>
              <a:gdLst/>
              <a:ahLst/>
              <a:cxnLst/>
              <a:rect l="l" t="t" r="r" b="b"/>
              <a:pathLst>
                <a:path w="111125" h="136525">
                  <a:moveTo>
                    <a:pt x="106550" y="0"/>
                  </a:moveTo>
                  <a:lnTo>
                    <a:pt x="0" y="85016"/>
                  </a:lnTo>
                  <a:lnTo>
                    <a:pt x="110633" y="136250"/>
                  </a:lnTo>
                  <a:lnTo>
                    <a:pt x="106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0861" y="2572438"/>
              <a:ext cx="1155317" cy="219514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56768" y="2727718"/>
              <a:ext cx="897890" cy="1944370"/>
            </a:xfrm>
            <a:custGeom>
              <a:avLst/>
              <a:gdLst/>
              <a:ahLst/>
              <a:cxnLst/>
              <a:rect l="l" t="t" r="r" b="b"/>
              <a:pathLst>
                <a:path w="897889" h="1944370">
                  <a:moveTo>
                    <a:pt x="0" y="1943742"/>
                  </a:moveTo>
                  <a:lnTo>
                    <a:pt x="892384" y="11529"/>
                  </a:lnTo>
                  <a:lnTo>
                    <a:pt x="897709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193810" y="2628562"/>
              <a:ext cx="111125" cy="136525"/>
            </a:xfrm>
            <a:custGeom>
              <a:avLst/>
              <a:gdLst/>
              <a:ahLst/>
              <a:cxnLst/>
              <a:rect l="l" t="t" r="r" b="b"/>
              <a:pathLst>
                <a:path w="111125" h="136525">
                  <a:moveTo>
                    <a:pt x="106462" y="0"/>
                  </a:moveTo>
                  <a:lnTo>
                    <a:pt x="0" y="85125"/>
                  </a:lnTo>
                  <a:lnTo>
                    <a:pt x="110685" y="136244"/>
                  </a:lnTo>
                  <a:lnTo>
                    <a:pt x="1064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252722" y="2877785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400079" y="3034129"/>
            <a:ext cx="1695450" cy="1999614"/>
            <a:chOff x="3400079" y="3034129"/>
            <a:chExt cx="1695450" cy="1999614"/>
          </a:xfrm>
        </p:grpSpPr>
        <p:sp>
          <p:nvSpPr>
            <p:cNvPr id="51" name="object 51"/>
            <p:cNvSpPr/>
            <p:nvPr/>
          </p:nvSpPr>
          <p:spPr>
            <a:xfrm>
              <a:off x="3412779" y="3046829"/>
              <a:ext cx="1670050" cy="1974214"/>
            </a:xfrm>
            <a:custGeom>
              <a:avLst/>
              <a:gdLst/>
              <a:ahLst/>
              <a:cxnLst/>
              <a:rect l="l" t="t" r="r" b="b"/>
              <a:pathLst>
                <a:path w="1670050" h="1974214">
                  <a:moveTo>
                    <a:pt x="1378616" y="0"/>
                  </a:moveTo>
                  <a:lnTo>
                    <a:pt x="291211" y="0"/>
                  </a:lnTo>
                  <a:lnTo>
                    <a:pt x="233261" y="222"/>
                  </a:lnTo>
                  <a:lnTo>
                    <a:pt x="186528" y="1783"/>
                  </a:lnTo>
                  <a:lnTo>
                    <a:pt x="120299" y="14270"/>
                  </a:lnTo>
                  <a:lnTo>
                    <a:pt x="85466" y="31474"/>
                  </a:lnTo>
                  <a:lnTo>
                    <a:pt x="55532" y="55532"/>
                  </a:lnTo>
                  <a:lnTo>
                    <a:pt x="31474" y="85466"/>
                  </a:lnTo>
                  <a:lnTo>
                    <a:pt x="14270" y="120299"/>
                  </a:lnTo>
                  <a:lnTo>
                    <a:pt x="1783" y="186527"/>
                  </a:lnTo>
                  <a:lnTo>
                    <a:pt x="222" y="233261"/>
                  </a:lnTo>
                  <a:lnTo>
                    <a:pt x="0" y="291211"/>
                  </a:lnTo>
                  <a:lnTo>
                    <a:pt x="0" y="1682399"/>
                  </a:lnTo>
                  <a:lnTo>
                    <a:pt x="222" y="1740348"/>
                  </a:lnTo>
                  <a:lnTo>
                    <a:pt x="1783" y="1787081"/>
                  </a:lnTo>
                  <a:lnTo>
                    <a:pt x="14270" y="1853309"/>
                  </a:lnTo>
                  <a:lnTo>
                    <a:pt x="31474" y="1888143"/>
                  </a:lnTo>
                  <a:lnTo>
                    <a:pt x="55532" y="1918077"/>
                  </a:lnTo>
                  <a:lnTo>
                    <a:pt x="85466" y="1942135"/>
                  </a:lnTo>
                  <a:lnTo>
                    <a:pt x="120299" y="1959339"/>
                  </a:lnTo>
                  <a:lnTo>
                    <a:pt x="186528" y="1971825"/>
                  </a:lnTo>
                  <a:lnTo>
                    <a:pt x="233261" y="1973386"/>
                  </a:lnTo>
                  <a:lnTo>
                    <a:pt x="291211" y="1973609"/>
                  </a:lnTo>
                  <a:lnTo>
                    <a:pt x="1378616" y="1973609"/>
                  </a:lnTo>
                  <a:lnTo>
                    <a:pt x="1436566" y="1973386"/>
                  </a:lnTo>
                  <a:lnTo>
                    <a:pt x="1483299" y="1971825"/>
                  </a:lnTo>
                  <a:lnTo>
                    <a:pt x="1549527" y="1959339"/>
                  </a:lnTo>
                  <a:lnTo>
                    <a:pt x="1584360" y="1942135"/>
                  </a:lnTo>
                  <a:lnTo>
                    <a:pt x="1614295" y="1918077"/>
                  </a:lnTo>
                  <a:lnTo>
                    <a:pt x="1638352" y="1888143"/>
                  </a:lnTo>
                  <a:lnTo>
                    <a:pt x="1655556" y="1853309"/>
                  </a:lnTo>
                  <a:lnTo>
                    <a:pt x="1668042" y="1787081"/>
                  </a:lnTo>
                  <a:lnTo>
                    <a:pt x="1669603" y="1740348"/>
                  </a:lnTo>
                  <a:lnTo>
                    <a:pt x="1669826" y="1682399"/>
                  </a:lnTo>
                  <a:lnTo>
                    <a:pt x="1669826" y="291211"/>
                  </a:lnTo>
                  <a:lnTo>
                    <a:pt x="1669603" y="233261"/>
                  </a:lnTo>
                  <a:lnTo>
                    <a:pt x="1668042" y="186527"/>
                  </a:lnTo>
                  <a:lnTo>
                    <a:pt x="1655556" y="120299"/>
                  </a:lnTo>
                  <a:lnTo>
                    <a:pt x="1638352" y="85466"/>
                  </a:lnTo>
                  <a:lnTo>
                    <a:pt x="1614295" y="55532"/>
                  </a:lnTo>
                  <a:lnTo>
                    <a:pt x="1584360" y="31474"/>
                  </a:lnTo>
                  <a:lnTo>
                    <a:pt x="1549527" y="14270"/>
                  </a:lnTo>
                  <a:lnTo>
                    <a:pt x="1483299" y="1783"/>
                  </a:lnTo>
                  <a:lnTo>
                    <a:pt x="1436566" y="222"/>
                  </a:lnTo>
                  <a:lnTo>
                    <a:pt x="1378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12779" y="3046829"/>
              <a:ext cx="1670050" cy="1974214"/>
            </a:xfrm>
            <a:custGeom>
              <a:avLst/>
              <a:gdLst/>
              <a:ahLst/>
              <a:cxnLst/>
              <a:rect l="l" t="t" r="r" b="b"/>
              <a:pathLst>
                <a:path w="1670050" h="1974214">
                  <a:moveTo>
                    <a:pt x="291210" y="0"/>
                  </a:moveTo>
                  <a:lnTo>
                    <a:pt x="1378615" y="0"/>
                  </a:lnTo>
                  <a:lnTo>
                    <a:pt x="1436565" y="222"/>
                  </a:lnTo>
                  <a:lnTo>
                    <a:pt x="1483298" y="1783"/>
                  </a:lnTo>
                  <a:lnTo>
                    <a:pt x="1549527" y="14270"/>
                  </a:lnTo>
                  <a:lnTo>
                    <a:pt x="1584360" y="31474"/>
                  </a:lnTo>
                  <a:lnTo>
                    <a:pt x="1614294" y="55532"/>
                  </a:lnTo>
                  <a:lnTo>
                    <a:pt x="1638351" y="85466"/>
                  </a:lnTo>
                  <a:lnTo>
                    <a:pt x="1655555" y="120299"/>
                  </a:lnTo>
                  <a:lnTo>
                    <a:pt x="1668042" y="186527"/>
                  </a:lnTo>
                  <a:lnTo>
                    <a:pt x="1669603" y="233261"/>
                  </a:lnTo>
                  <a:lnTo>
                    <a:pt x="1669826" y="291210"/>
                  </a:lnTo>
                  <a:lnTo>
                    <a:pt x="1669826" y="1682399"/>
                  </a:lnTo>
                  <a:lnTo>
                    <a:pt x="1669603" y="1740348"/>
                  </a:lnTo>
                  <a:lnTo>
                    <a:pt x="1668042" y="1787081"/>
                  </a:lnTo>
                  <a:lnTo>
                    <a:pt x="1655555" y="1853309"/>
                  </a:lnTo>
                  <a:lnTo>
                    <a:pt x="1638351" y="1888143"/>
                  </a:lnTo>
                  <a:lnTo>
                    <a:pt x="1614294" y="1918077"/>
                  </a:lnTo>
                  <a:lnTo>
                    <a:pt x="1584360" y="1942135"/>
                  </a:lnTo>
                  <a:lnTo>
                    <a:pt x="1549527" y="1959339"/>
                  </a:lnTo>
                  <a:lnTo>
                    <a:pt x="1483298" y="1971825"/>
                  </a:lnTo>
                  <a:lnTo>
                    <a:pt x="1436565" y="1973386"/>
                  </a:lnTo>
                  <a:lnTo>
                    <a:pt x="1378615" y="1973609"/>
                  </a:lnTo>
                  <a:lnTo>
                    <a:pt x="291210" y="1973609"/>
                  </a:lnTo>
                  <a:lnTo>
                    <a:pt x="233261" y="1973386"/>
                  </a:lnTo>
                  <a:lnTo>
                    <a:pt x="186527" y="1971825"/>
                  </a:lnTo>
                  <a:lnTo>
                    <a:pt x="120299" y="1959339"/>
                  </a:lnTo>
                  <a:lnTo>
                    <a:pt x="85466" y="1942135"/>
                  </a:lnTo>
                  <a:lnTo>
                    <a:pt x="55532" y="1918077"/>
                  </a:lnTo>
                  <a:lnTo>
                    <a:pt x="31474" y="1888143"/>
                  </a:lnTo>
                  <a:lnTo>
                    <a:pt x="14270" y="1853309"/>
                  </a:lnTo>
                  <a:lnTo>
                    <a:pt x="1783" y="1787081"/>
                  </a:lnTo>
                  <a:lnTo>
                    <a:pt x="222" y="1740348"/>
                  </a:lnTo>
                  <a:lnTo>
                    <a:pt x="0" y="1682399"/>
                  </a:lnTo>
                  <a:lnTo>
                    <a:pt x="0" y="291210"/>
                  </a:lnTo>
                  <a:lnTo>
                    <a:pt x="222" y="233261"/>
                  </a:lnTo>
                  <a:lnTo>
                    <a:pt x="1783" y="186527"/>
                  </a:lnTo>
                  <a:lnTo>
                    <a:pt x="14270" y="120299"/>
                  </a:lnTo>
                  <a:lnTo>
                    <a:pt x="31474" y="85466"/>
                  </a:lnTo>
                  <a:lnTo>
                    <a:pt x="55532" y="55532"/>
                  </a:lnTo>
                  <a:lnTo>
                    <a:pt x="85466" y="31474"/>
                  </a:lnTo>
                  <a:lnTo>
                    <a:pt x="120299" y="14270"/>
                  </a:lnTo>
                  <a:lnTo>
                    <a:pt x="186527" y="1783"/>
                  </a:lnTo>
                  <a:lnTo>
                    <a:pt x="233261" y="222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716705" y="3869325"/>
            <a:ext cx="106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Consensus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140716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Consensus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can</a:t>
            </a:r>
            <a:r>
              <a:rPr sz="4000" spc="-4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solve</a:t>
            </a:r>
            <a:r>
              <a:rPr sz="4000" spc="-5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25" dirty="0">
                <a:solidFill>
                  <a:srgbClr val="016AAC"/>
                </a:solidFill>
                <a:latin typeface="Microsoft Sans Serif"/>
                <a:cs typeface="Microsoft Sans Serif"/>
              </a:rPr>
              <a:t>SMR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90219" y="1632311"/>
            <a:ext cx="7941945" cy="83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16AAC"/>
              </a:buClr>
              <a:buSzPct val="110416"/>
              <a:buChar char="‣"/>
              <a:tabLst>
                <a:tab pos="35496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Our</a:t>
            </a:r>
            <a:r>
              <a:rPr sz="3600" spc="-8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intuitive</a:t>
            </a:r>
            <a:r>
              <a:rPr sz="3600" spc="-82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goal:</a:t>
            </a:r>
            <a:endParaRPr sz="3600" baseline="1157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550"/>
              </a:spcBef>
              <a:buClr>
                <a:srgbClr val="016AAC"/>
              </a:buClr>
              <a:buSzPct val="118750"/>
              <a:buChar char="•"/>
              <a:tabLst>
                <a:tab pos="812800" algn="l"/>
              </a:tabLst>
            </a:pPr>
            <a:r>
              <a:rPr sz="2400" dirty="0">
                <a:latin typeface="Microsoft Sans Serif"/>
                <a:cs typeface="Microsoft Sans Serif"/>
              </a:rPr>
              <a:t>All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network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reach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agreement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value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3221335"/>
            <a:ext cx="14414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119" y="3246126"/>
            <a:ext cx="3899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Let’s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precise…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419" y="3650698"/>
            <a:ext cx="153670" cy="17887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0319" y="3611886"/>
            <a:ext cx="4667885" cy="179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Network,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communication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channels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power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0" dirty="0">
                <a:latin typeface="Microsoft Sans Serif"/>
                <a:cs typeface="Microsoft Sans Serif"/>
              </a:rPr>
              <a:t> adversary </a:t>
            </a:r>
            <a:r>
              <a:rPr sz="2400" dirty="0">
                <a:latin typeface="Microsoft Sans Serif"/>
                <a:cs typeface="Microsoft Sans Serif"/>
              </a:rPr>
              <a:t>Timing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assumptions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Microsoft Sans Serif"/>
                <a:cs typeface="Microsoft Sans Serif"/>
              </a:rPr>
              <a:t>Protocol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goals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01422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Consensus</a:t>
            </a:r>
            <a:r>
              <a:rPr sz="4000" spc="-12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Informally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09917" y="94625"/>
            <a:ext cx="14947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Nodes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2427" y="3824588"/>
            <a:ext cx="2765551" cy="10160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4878" y="1320402"/>
          <a:ext cx="7978135" cy="504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5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09090">
                <a:tc gridSpan="3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Node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i="1" spc="-5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74320" marR="254000" indent="-58419">
                        <a:lnSpc>
                          <a:spcPct val="1127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Point-to-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Point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Peer-to-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Peer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FF2F92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Node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i="1" spc="-5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2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540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Process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i="1" spc="-50" dirty="0">
                          <a:latin typeface="Trebuchet MS"/>
                          <a:cs typeface="Trebuchet MS"/>
                        </a:rPr>
                        <a:t>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FF2F92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FF2F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FF2F92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540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Process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i="1" spc="-50" dirty="0">
                          <a:latin typeface="Trebuchet MS"/>
                          <a:cs typeface="Trebuchet MS"/>
                        </a:rPr>
                        <a:t>q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2F92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5588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Reliable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(TCP)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41935" marR="217804" algn="ctr">
                        <a:lnSpc>
                          <a:spcPts val="1800"/>
                        </a:lnSpc>
                        <a:spcBef>
                          <a:spcPts val="60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Authenticated (PKI)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35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2F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2F92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909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835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2F92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05253" y="94625"/>
            <a:ext cx="31032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Point-</a:t>
            </a:r>
            <a:r>
              <a:rPr sz="4000" spc="-25" dirty="0">
                <a:solidFill>
                  <a:srgbClr val="016AAC"/>
                </a:solidFill>
                <a:latin typeface="Microsoft Sans Serif"/>
                <a:cs typeface="Microsoft Sans Serif"/>
              </a:rPr>
              <a:t>to-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Point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1384" y="3415228"/>
            <a:ext cx="718973" cy="7189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7350" y="4968482"/>
            <a:ext cx="718973" cy="7189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79176" y="3719117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3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06451" y="4276286"/>
            <a:ext cx="690245" cy="690245"/>
          </a:xfrm>
          <a:custGeom>
            <a:avLst/>
            <a:gdLst/>
            <a:ahLst/>
            <a:cxnLst/>
            <a:rect l="l" t="t" r="r" b="b"/>
            <a:pathLst>
              <a:path w="690245" h="690245">
                <a:moveTo>
                  <a:pt x="672182" y="690142"/>
                </a:moveTo>
                <a:lnTo>
                  <a:pt x="0" y="17960"/>
                </a:lnTo>
                <a:lnTo>
                  <a:pt x="17960" y="0"/>
                </a:lnTo>
                <a:lnTo>
                  <a:pt x="690142" y="672182"/>
                </a:lnTo>
                <a:lnTo>
                  <a:pt x="672182" y="690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33606" y="4263385"/>
            <a:ext cx="716280" cy="716280"/>
          </a:xfrm>
          <a:custGeom>
            <a:avLst/>
            <a:gdLst/>
            <a:ahLst/>
            <a:cxnLst/>
            <a:rect l="l" t="t" r="r" b="b"/>
            <a:pathLst>
              <a:path w="716279" h="716279">
                <a:moveTo>
                  <a:pt x="715943" y="17960"/>
                </a:moveTo>
                <a:lnTo>
                  <a:pt x="17960" y="715944"/>
                </a:lnTo>
                <a:lnTo>
                  <a:pt x="0" y="697983"/>
                </a:lnTo>
                <a:lnTo>
                  <a:pt x="697983" y="0"/>
                </a:lnTo>
                <a:lnTo>
                  <a:pt x="715943" y="17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3314" y="3415228"/>
            <a:ext cx="718973" cy="7189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569" y="1430197"/>
            <a:ext cx="143510" cy="8820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6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6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68040" y="1412053"/>
            <a:ext cx="7574915" cy="123761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350" dirty="0">
                <a:latin typeface="Microsoft Sans Serif"/>
                <a:cs typeface="Microsoft Sans Serif"/>
              </a:rPr>
              <a:t>Each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node</a:t>
            </a:r>
            <a:r>
              <a:rPr sz="2350" spc="4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has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direct</a:t>
            </a:r>
            <a:r>
              <a:rPr sz="2350" spc="4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channel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to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every</a:t>
            </a:r>
            <a:r>
              <a:rPr sz="2350" spc="4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other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spc="-20" dirty="0">
                <a:latin typeface="Microsoft Sans Serif"/>
                <a:cs typeface="Microsoft Sans Serif"/>
              </a:rPr>
              <a:t>node</a:t>
            </a:r>
            <a:endParaRPr sz="2350">
              <a:latin typeface="Microsoft Sans Serif"/>
              <a:cs typeface="Microsoft Sans Serif"/>
            </a:endParaRPr>
          </a:p>
          <a:p>
            <a:pPr marL="12700" marR="5080">
              <a:lnSpc>
                <a:spcPts val="2800"/>
              </a:lnSpc>
              <a:spcBef>
                <a:spcPts val="660"/>
              </a:spcBef>
            </a:pPr>
            <a:r>
              <a:rPr sz="2350" dirty="0">
                <a:latin typeface="Microsoft Sans Serif"/>
                <a:cs typeface="Microsoft Sans Serif"/>
              </a:rPr>
              <a:t>All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nodes</a:t>
            </a:r>
            <a:r>
              <a:rPr sz="2350" spc="3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have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n-</a:t>
            </a:r>
            <a:r>
              <a:rPr sz="2350" dirty="0">
                <a:latin typeface="Microsoft Sans Serif"/>
                <a:cs typeface="Microsoft Sans Serif"/>
              </a:rPr>
              <a:t>1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channels,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n</a:t>
            </a:r>
            <a:r>
              <a:rPr sz="2350" spc="3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being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the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total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number</a:t>
            </a:r>
            <a:r>
              <a:rPr sz="2350" spc="30" dirty="0">
                <a:latin typeface="Microsoft Sans Serif"/>
                <a:cs typeface="Microsoft Sans Serif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of </a:t>
            </a:r>
            <a:r>
              <a:rPr sz="2350" dirty="0">
                <a:latin typeface="Microsoft Sans Serif"/>
                <a:cs typeface="Microsoft Sans Serif"/>
              </a:rPr>
              <a:t>nodes</a:t>
            </a:r>
            <a:r>
              <a:rPr sz="2350" spc="2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in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the</a:t>
            </a:r>
            <a:r>
              <a:rPr sz="2350" spc="40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network</a:t>
            </a:r>
            <a:endParaRPr sz="2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85" y="94625"/>
            <a:ext cx="29337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Peer-</a:t>
            </a:r>
            <a:r>
              <a:rPr sz="4000" spc="-25" dirty="0">
                <a:solidFill>
                  <a:srgbClr val="016AAC"/>
                </a:solidFill>
                <a:latin typeface="Microsoft Sans Serif"/>
                <a:cs typeface="Microsoft Sans Serif"/>
              </a:rPr>
              <a:t>to-</a:t>
            </a:r>
            <a:r>
              <a:rPr sz="4000" spc="-20" dirty="0">
                <a:solidFill>
                  <a:srgbClr val="016AAC"/>
                </a:solidFill>
                <a:latin typeface="Microsoft Sans Serif"/>
                <a:cs typeface="Microsoft Sans Serif"/>
              </a:rPr>
              <a:t>Peer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690" y="2887614"/>
            <a:ext cx="6487443" cy="39703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569" y="1455478"/>
            <a:ext cx="7874634" cy="12363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0"/>
              </a:spcBef>
              <a:buClr>
                <a:srgbClr val="016AAC"/>
              </a:buClr>
              <a:buSzPct val="110416"/>
              <a:buChar char="‣"/>
              <a:tabLst>
                <a:tab pos="35496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Each</a:t>
            </a:r>
            <a:r>
              <a:rPr sz="3600" spc="-3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node</a:t>
            </a:r>
            <a:r>
              <a:rPr sz="3600" spc="-3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is</a:t>
            </a:r>
            <a:r>
              <a:rPr sz="3600" spc="-3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connected</a:t>
            </a:r>
            <a:r>
              <a:rPr sz="3600" spc="-3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to</a:t>
            </a:r>
            <a:r>
              <a:rPr sz="3600" spc="-3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every</a:t>
            </a:r>
            <a:r>
              <a:rPr sz="3600" spc="-3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node</a:t>
            </a:r>
            <a:r>
              <a:rPr sz="3600" spc="-37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via</a:t>
            </a:r>
            <a:r>
              <a:rPr sz="3600" spc="-30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</a:t>
            </a:r>
            <a:r>
              <a:rPr sz="3600" spc="-37" baseline="1157" dirty="0">
                <a:latin typeface="Microsoft Sans Serif"/>
                <a:cs typeface="Microsoft Sans Serif"/>
              </a:rPr>
              <a:t> </a:t>
            </a:r>
            <a:r>
              <a:rPr sz="3600" spc="-30" baseline="1157" dirty="0">
                <a:latin typeface="Microsoft Sans Serif"/>
                <a:cs typeface="Microsoft Sans Serif"/>
              </a:rPr>
              <a:t>path</a:t>
            </a:r>
            <a:endParaRPr sz="3600" baseline="1157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ts val="2860"/>
              </a:lnSpc>
              <a:spcBef>
                <a:spcPts val="710"/>
              </a:spcBef>
              <a:buClr>
                <a:srgbClr val="016AAC"/>
              </a:buClr>
              <a:buSzPct val="110416"/>
              <a:buChar char="‣"/>
              <a:tabLst>
                <a:tab pos="355600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Nodes</a:t>
            </a:r>
            <a:r>
              <a:rPr sz="3600" spc="-5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typically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have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</a:t>
            </a:r>
            <a:r>
              <a:rPr sz="3600" spc="-5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direct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channel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to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only</a:t>
            </a:r>
            <a:r>
              <a:rPr sz="3600" spc="-52" baseline="1157" dirty="0">
                <a:latin typeface="Microsoft Sans Serif"/>
                <a:cs typeface="Microsoft Sans Serif"/>
              </a:rPr>
              <a:t> </a:t>
            </a:r>
            <a:r>
              <a:rPr sz="3600" baseline="1157" dirty="0">
                <a:latin typeface="Microsoft Sans Serif"/>
                <a:cs typeface="Microsoft Sans Serif"/>
              </a:rPr>
              <a:t>a</a:t>
            </a:r>
            <a:r>
              <a:rPr sz="3600" spc="-44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constant </a:t>
            </a:r>
            <a:r>
              <a:rPr sz="2400" dirty="0">
                <a:latin typeface="Microsoft Sans Serif"/>
                <a:cs typeface="Microsoft Sans Serif"/>
              </a:rPr>
              <a:t>number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other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nodes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76491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Faults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607124"/>
            <a:ext cx="10985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679" y="1621041"/>
            <a:ext cx="8432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Microsoft Sans Serif"/>
                <a:cs typeface="Microsoft Sans Serif"/>
              </a:rPr>
              <a:t>Passive: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419" y="1905495"/>
            <a:ext cx="116839" cy="643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435"/>
              </a:lnSpc>
              <a:spcBef>
                <a:spcPts val="95"/>
              </a:spcBef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050">
              <a:latin typeface="Microsoft Sans Serif"/>
              <a:cs typeface="Microsoft Sans Serif"/>
            </a:endParaRPr>
          </a:p>
          <a:p>
            <a:pPr marL="12700">
              <a:lnSpc>
                <a:spcPts val="2435"/>
              </a:lnSpc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0878" y="1880731"/>
            <a:ext cx="6646545" cy="63754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700" dirty="0">
                <a:latin typeface="Microsoft Sans Serif"/>
                <a:cs typeface="Microsoft Sans Serif"/>
              </a:rPr>
              <a:t>Follows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protocol</a:t>
            </a:r>
            <a:r>
              <a:rPr sz="1700" spc="-25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execution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00" dirty="0">
                <a:latin typeface="Microsoft Sans Serif"/>
                <a:cs typeface="Microsoft Sans Serif"/>
              </a:rPr>
              <a:t>Wants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to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learn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information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beyond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intend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of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protocol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designer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219" y="2778937"/>
            <a:ext cx="10985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218" y="2792855"/>
            <a:ext cx="8611899" cy="11753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Microsoft Sans Serif"/>
                <a:cs typeface="Microsoft Sans Serif"/>
              </a:rPr>
              <a:t>Crash</a:t>
            </a:r>
            <a:r>
              <a:rPr sz="1700" b="1" spc="-10" dirty="0">
                <a:latin typeface="Arial"/>
                <a:cs typeface="Arial"/>
              </a:rPr>
              <a:t>:</a:t>
            </a:r>
            <a:endParaRPr sz="1700" dirty="0">
              <a:latin typeface="Arial"/>
              <a:cs typeface="Arial"/>
            </a:endParaRPr>
          </a:p>
          <a:p>
            <a:pPr marL="713740" indent="-244475">
              <a:lnSpc>
                <a:spcPct val="100000"/>
              </a:lnSpc>
              <a:spcBef>
                <a:spcPts val="365"/>
              </a:spcBef>
              <a:buClr>
                <a:srgbClr val="016AAC"/>
              </a:buClr>
              <a:buSzPct val="120588"/>
              <a:buChar char="•"/>
              <a:tabLst>
                <a:tab pos="713740" algn="l"/>
              </a:tabLst>
            </a:pP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2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adversary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lang="en-GB" sz="1700" dirty="0">
                <a:latin typeface="Microsoft Sans Serif"/>
                <a:cs typeface="Microsoft Sans Serif"/>
              </a:rPr>
              <a:t>can cause nodes to halt (</a:t>
            </a:r>
            <a:r>
              <a:rPr sz="1700" dirty="0">
                <a:latin typeface="Microsoft Sans Serif"/>
                <a:cs typeface="Microsoft Sans Serif"/>
              </a:rPr>
              <a:t>stop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sending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and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receiving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i="1" dirty="0">
                <a:latin typeface="Arial"/>
                <a:cs typeface="Arial"/>
              </a:rPr>
              <a:t>all</a:t>
            </a:r>
            <a:r>
              <a:rPr sz="1700" i="1" spc="-45" dirty="0">
                <a:latin typeface="Arial"/>
                <a:cs typeface="Arial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messages</a:t>
            </a:r>
            <a:r>
              <a:rPr lang="en-GB" sz="1700" spc="-10" dirty="0">
                <a:latin typeface="Microsoft Sans Serif"/>
                <a:cs typeface="Microsoft Sans Serif"/>
              </a:rPr>
              <a:t>)</a:t>
            </a:r>
            <a:endParaRPr sz="17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700" dirty="0">
              <a:latin typeface="Microsoft Sans Serif"/>
              <a:cs typeface="Microsoft Sans Serif"/>
            </a:endParaRPr>
          </a:p>
          <a:p>
            <a:pPr marL="255904" indent="-243204">
              <a:lnSpc>
                <a:spcPct val="100000"/>
              </a:lnSpc>
              <a:buClr>
                <a:srgbClr val="016AAC"/>
              </a:buClr>
              <a:buSzPct val="108823"/>
              <a:buChar char="‣"/>
              <a:tabLst>
                <a:tab pos="255904" algn="l"/>
              </a:tabLst>
            </a:pPr>
            <a:r>
              <a:rPr sz="2550" spc="-15" baseline="1633" dirty="0">
                <a:latin typeface="Microsoft Sans Serif"/>
                <a:cs typeface="Microsoft Sans Serif"/>
              </a:rPr>
              <a:t>Omission:</a:t>
            </a:r>
            <a:endParaRPr sz="2550" baseline="1633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419" y="3964669"/>
            <a:ext cx="7974508" cy="5873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200"/>
              </a:spcBef>
              <a:buClr>
                <a:srgbClr val="016AAC"/>
              </a:buClr>
              <a:buSzPct val="120588"/>
              <a:buChar char="•"/>
              <a:tabLst>
                <a:tab pos="255904" algn="l"/>
              </a:tabLst>
            </a:pP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adversary </a:t>
            </a:r>
            <a:r>
              <a:rPr lang="en-GB" sz="1700" dirty="0">
                <a:latin typeface="Microsoft Sans Serif"/>
                <a:cs typeface="Microsoft Sans Serif"/>
              </a:rPr>
              <a:t>may omit (drop)</a:t>
            </a:r>
            <a:r>
              <a:rPr sz="1700" dirty="0">
                <a:latin typeface="Microsoft Sans Serif"/>
                <a:cs typeface="Microsoft Sans Serif"/>
              </a:rPr>
              <a:t> sending</a:t>
            </a:r>
            <a:r>
              <a:rPr sz="1700" spc="-1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and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receiving message</a:t>
            </a:r>
            <a:r>
              <a:rPr lang="en-GB" sz="1700" spc="-10" dirty="0">
                <a:latin typeface="Microsoft Sans Serif"/>
                <a:cs typeface="Microsoft Sans Serif"/>
              </a:rPr>
              <a:t>s</a:t>
            </a:r>
            <a:endParaRPr sz="1700" dirty="0">
              <a:latin typeface="Microsoft Sans Serif"/>
              <a:cs typeface="Microsoft Sans Serif"/>
            </a:endParaRPr>
          </a:p>
          <a:p>
            <a:pPr marL="257175" indent="-244475">
              <a:lnSpc>
                <a:spcPct val="100000"/>
              </a:lnSpc>
              <a:spcBef>
                <a:spcPts val="310"/>
              </a:spcBef>
              <a:buClr>
                <a:srgbClr val="016AAC"/>
              </a:buClr>
              <a:buSzPct val="120588"/>
              <a:buChar char="•"/>
              <a:tabLst>
                <a:tab pos="257175" algn="l"/>
              </a:tabLst>
            </a:pP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party is not aware of its </a:t>
            </a:r>
            <a:r>
              <a:rPr sz="1700" spc="-10" dirty="0">
                <a:latin typeface="Microsoft Sans Serif"/>
                <a:cs typeface="Microsoft Sans Serif"/>
              </a:rPr>
              <a:t>corruption</a:t>
            </a:r>
            <a:endParaRPr sz="17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219" y="5070627"/>
            <a:ext cx="10985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3679" y="5084545"/>
            <a:ext cx="11201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3F6797"/>
                </a:solidFill>
                <a:latin typeface="Arial"/>
                <a:cs typeface="Arial"/>
              </a:rPr>
              <a:t>Byzantine: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7419" y="5368998"/>
            <a:ext cx="116839" cy="643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435"/>
              </a:lnSpc>
              <a:spcBef>
                <a:spcPts val="95"/>
              </a:spcBef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050">
              <a:latin typeface="Microsoft Sans Serif"/>
              <a:cs typeface="Microsoft Sans Serif"/>
            </a:endParaRPr>
          </a:p>
          <a:p>
            <a:pPr marL="12700">
              <a:lnSpc>
                <a:spcPts val="2435"/>
              </a:lnSpc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•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0878" y="5344235"/>
            <a:ext cx="7386955" cy="63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95"/>
              </a:spcBef>
            </a:pP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adversary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can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arbitrarily</a:t>
            </a:r>
            <a:r>
              <a:rPr sz="1700" spc="-2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deviate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from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protocol</a:t>
            </a:r>
            <a:r>
              <a:rPr sz="1700" spc="-2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execution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(full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control)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adversary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cannot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forge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signatures,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violate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timing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assumptions,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spc="-25" dirty="0">
                <a:latin typeface="Microsoft Sans Serif"/>
                <a:cs typeface="Microsoft Sans Serif"/>
              </a:rPr>
              <a:t>etc</a:t>
            </a:r>
            <a:endParaRPr sz="1700" dirty="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2214" y="1729828"/>
            <a:ext cx="757040" cy="5467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20216"/>
            <a:ext cx="717861" cy="12570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1914" y="4261355"/>
            <a:ext cx="708085" cy="70808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114" y="5433804"/>
            <a:ext cx="546751" cy="54675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819400" y="1905000"/>
            <a:ext cx="3276600" cy="3276600"/>
          </a:xfrm>
          <a:prstGeom prst="rect">
            <a:avLst/>
          </a:prstGeom>
          <a:solidFill>
            <a:srgbClr val="DFA7A6"/>
          </a:solidFill>
          <a:ln w="25400">
            <a:solidFill>
              <a:srgbClr val="9A40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9A403E"/>
                </a:solidFill>
                <a:latin typeface="Trebuchet MS"/>
                <a:cs typeface="Trebuchet MS"/>
              </a:rPr>
              <a:t>Byzantine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98131" y="2362460"/>
            <a:ext cx="2517775" cy="2311400"/>
          </a:xfrm>
          <a:prstGeom prst="rect">
            <a:avLst/>
          </a:prstGeom>
          <a:solidFill>
            <a:srgbClr val="FBCAA2"/>
          </a:solidFill>
          <a:ln w="25400">
            <a:solidFill>
              <a:srgbClr val="C6783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800">
              <a:latin typeface="Times New Roman"/>
              <a:cs typeface="Times New Roman"/>
            </a:endParaRPr>
          </a:p>
          <a:p>
            <a:pPr marL="805180">
              <a:lnSpc>
                <a:spcPct val="100000"/>
              </a:lnSpc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Omission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880" y="2743696"/>
            <a:ext cx="1902460" cy="1548765"/>
          </a:xfrm>
          <a:prstGeom prst="rect">
            <a:avLst/>
          </a:prstGeom>
          <a:solidFill>
            <a:srgbClr val="CDDDAC"/>
          </a:solidFill>
          <a:ln w="25400">
            <a:solidFill>
              <a:srgbClr val="7C964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6A803C"/>
                </a:solidFill>
                <a:latin typeface="Trebuchet MS"/>
                <a:cs typeface="Trebuchet MS"/>
              </a:rPr>
              <a:t>Crash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76491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Faults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1836" y="3176557"/>
            <a:ext cx="1270000" cy="683260"/>
          </a:xfrm>
          <a:prstGeom prst="rect">
            <a:avLst/>
          </a:prstGeom>
          <a:solidFill>
            <a:srgbClr val="E8EADF"/>
          </a:solidFill>
          <a:ln w="25400">
            <a:solidFill>
              <a:srgbClr val="9BBB59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560"/>
              </a:spcBef>
            </a:pPr>
            <a:r>
              <a:rPr sz="1800" spc="-10" dirty="0">
                <a:solidFill>
                  <a:srgbClr val="687D3A"/>
                </a:solidFill>
                <a:latin typeface="Trebuchet MS"/>
                <a:cs typeface="Trebuchet MS"/>
              </a:rPr>
              <a:t>Passive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132207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Power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of</a:t>
            </a:r>
            <a:r>
              <a:rPr sz="4000" spc="-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the</a:t>
            </a:r>
            <a:r>
              <a:rPr sz="4000" spc="-20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Adversary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633736"/>
            <a:ext cx="66655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0"/>
              </a:spcBef>
              <a:buClr>
                <a:srgbClr val="016AAC"/>
              </a:buClr>
              <a:buSzPct val="110000"/>
              <a:buChar char="‣"/>
              <a:tabLst>
                <a:tab pos="297180" algn="l"/>
              </a:tabLst>
            </a:pP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The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type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of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fault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(passive,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crash,</a:t>
            </a:r>
            <a:r>
              <a:rPr sz="3000" spc="-37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omission,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or</a:t>
            </a:r>
            <a:r>
              <a:rPr sz="3000" spc="-44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3000" spc="-15" baseline="1388" dirty="0">
                <a:solidFill>
                  <a:srgbClr val="3F6797"/>
                </a:solidFill>
                <a:latin typeface="Microsoft Sans Serif"/>
                <a:cs typeface="Microsoft Sans Serif"/>
              </a:rPr>
              <a:t>Byzantine)</a:t>
            </a:r>
            <a:endParaRPr sz="3000" baseline="1388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2278754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826" y="2297170"/>
            <a:ext cx="24022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3F6797"/>
                </a:solidFill>
                <a:latin typeface="Microsoft Sans Serif"/>
                <a:cs typeface="Microsoft Sans Serif"/>
              </a:rPr>
              <a:t>Adversarial</a:t>
            </a:r>
            <a:r>
              <a:rPr sz="2000" spc="-110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F6797"/>
                </a:solidFill>
                <a:latin typeface="Microsoft Sans Serif"/>
                <a:cs typeface="Microsoft Sans Serif"/>
              </a:rPr>
              <a:t>threshold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2949070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826" y="2967487"/>
            <a:ext cx="680402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computational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power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adversary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(e.g.,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unbounded, computational)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219" y="4960019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219" y="3949485"/>
            <a:ext cx="7537450" cy="1358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0"/>
              </a:spcBef>
              <a:buClr>
                <a:srgbClr val="016AAC"/>
              </a:buClr>
              <a:buSzPct val="110000"/>
              <a:buChar char="‣"/>
              <a:tabLst>
                <a:tab pos="297180" algn="l"/>
              </a:tabLst>
            </a:pPr>
            <a:r>
              <a:rPr sz="3000" baseline="1388" dirty="0">
                <a:latin typeface="Microsoft Sans Serif"/>
                <a:cs typeface="Microsoft Sans Serif"/>
              </a:rPr>
              <a:t>The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adaptivity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of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the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adversary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(e.g.,</a:t>
            </a:r>
            <a:r>
              <a:rPr sz="3000" spc="-44" baseline="1388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static,</a:t>
            </a:r>
            <a:r>
              <a:rPr sz="3000" spc="-52" baseline="1388" dirty="0">
                <a:latin typeface="Microsoft Sans Serif"/>
                <a:cs typeface="Microsoft Sans Serif"/>
              </a:rPr>
              <a:t> </a:t>
            </a:r>
            <a:r>
              <a:rPr sz="3000" spc="-15" baseline="1388" dirty="0">
                <a:latin typeface="Microsoft Sans Serif"/>
                <a:cs typeface="Microsoft Sans Serif"/>
              </a:rPr>
              <a:t>adaptive)</a:t>
            </a:r>
            <a:endParaRPr sz="3000" baseline="1388">
              <a:latin typeface="Microsoft Sans Serif"/>
              <a:cs typeface="Microsoft Sans Serif"/>
            </a:endParaRPr>
          </a:p>
          <a:p>
            <a:pPr marL="753110" lvl="1" indent="-283845">
              <a:lnSpc>
                <a:spcPct val="100000"/>
              </a:lnSpc>
              <a:spcBef>
                <a:spcPts val="425"/>
              </a:spcBef>
              <a:buClr>
                <a:srgbClr val="016AAC"/>
              </a:buClr>
              <a:buSzPct val="120000"/>
              <a:buChar char="•"/>
              <a:tabLst>
                <a:tab pos="753110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mobility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adversary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(fixed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mobile)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29718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visibility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adversary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(full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information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private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channel)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219" y="5630335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4826" y="5648751"/>
            <a:ext cx="71075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3F6797"/>
                </a:solidFill>
                <a:latin typeface="Microsoft Sans Serif"/>
                <a:cs typeface="Microsoft Sans Serif"/>
              </a:rPr>
              <a:t>Timing</a:t>
            </a:r>
            <a:r>
              <a:rPr sz="2000" spc="-70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F6797"/>
                </a:solidFill>
                <a:latin typeface="Microsoft Sans Serif"/>
                <a:cs typeface="Microsoft Sans Serif"/>
              </a:rPr>
              <a:t>assumptions</a:t>
            </a:r>
            <a:r>
              <a:rPr sz="2000" spc="-65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F6797"/>
                </a:solidFill>
                <a:latin typeface="Microsoft Sans Serif"/>
                <a:cs typeface="Microsoft Sans Serif"/>
              </a:rPr>
              <a:t>(synchrony,</a:t>
            </a:r>
            <a:r>
              <a:rPr sz="2000" spc="-70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F6797"/>
                </a:solidFill>
                <a:latin typeface="Microsoft Sans Serif"/>
                <a:cs typeface="Microsoft Sans Serif"/>
              </a:rPr>
              <a:t>asynchrony,</a:t>
            </a:r>
            <a:r>
              <a:rPr sz="2000" spc="-65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F6797"/>
                </a:solidFill>
                <a:latin typeface="Microsoft Sans Serif"/>
                <a:cs typeface="Microsoft Sans Serif"/>
              </a:rPr>
              <a:t>partial</a:t>
            </a:r>
            <a:r>
              <a:rPr sz="2000" spc="-70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F6797"/>
                </a:solidFill>
                <a:latin typeface="Microsoft Sans Serif"/>
                <a:cs typeface="Microsoft Sans Serif"/>
              </a:rPr>
              <a:t>synchrony)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90219" y="1633736"/>
            <a:ext cx="7346950" cy="992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0"/>
              </a:spcBef>
              <a:buClr>
                <a:srgbClr val="016AAC"/>
              </a:buClr>
              <a:buSzPct val="110000"/>
              <a:buChar char="‣"/>
              <a:tabLst>
                <a:tab pos="297180" algn="l"/>
              </a:tabLst>
            </a:pPr>
            <a:r>
              <a:rPr sz="3000" spc="-15" baseline="1388" dirty="0">
                <a:latin typeface="Microsoft Sans Serif"/>
                <a:cs typeface="Microsoft Sans Serif"/>
              </a:rPr>
              <a:t>Synchrony:</a:t>
            </a:r>
            <a:endParaRPr sz="3000" baseline="1388">
              <a:latin typeface="Microsoft Sans Serif"/>
              <a:cs typeface="Microsoft Sans Serif"/>
            </a:endParaRPr>
          </a:p>
          <a:p>
            <a:pPr marL="753110" marR="5080" lvl="1" indent="-283845">
              <a:lnSpc>
                <a:spcPct val="100000"/>
              </a:lnSpc>
              <a:spcBef>
                <a:spcPts val="425"/>
              </a:spcBef>
              <a:buClr>
                <a:srgbClr val="016AAC"/>
              </a:buClr>
              <a:buSzPct val="120000"/>
              <a:buChar char="•"/>
              <a:tabLst>
                <a:tab pos="754380" algn="l"/>
              </a:tabLst>
            </a:pPr>
            <a:r>
              <a:rPr sz="2000" dirty="0">
                <a:latin typeface="Microsoft Sans Serif"/>
                <a:cs typeface="Microsoft Sans Serif"/>
              </a:rPr>
              <a:t>Every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message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will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delivered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within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known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maximum 	</a:t>
            </a:r>
            <a:r>
              <a:rPr sz="2000" dirty="0">
                <a:latin typeface="Microsoft Sans Serif"/>
                <a:cs typeface="Microsoft Sans Serif"/>
              </a:rPr>
              <a:t>network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Δ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2949070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4826" y="2967487"/>
            <a:ext cx="20783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Microsoft Sans Serif"/>
                <a:cs typeface="Microsoft Sans Serif"/>
              </a:rPr>
              <a:t>Partial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Synchrony: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419" y="3333003"/>
            <a:ext cx="7395845" cy="1304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60960" indent="-283845">
              <a:lnSpc>
                <a:spcPct val="100000"/>
              </a:lnSpc>
              <a:spcBef>
                <a:spcPts val="90"/>
              </a:spcBef>
              <a:buClr>
                <a:srgbClr val="016AAC"/>
              </a:buClr>
              <a:buSzPct val="120000"/>
              <a:buChar char="•"/>
              <a:tabLst>
                <a:tab pos="297180" algn="l"/>
              </a:tabLst>
            </a:pPr>
            <a:r>
              <a:rPr sz="2000" dirty="0">
                <a:latin typeface="Microsoft Sans Serif"/>
                <a:cs typeface="Microsoft Sans Serif"/>
              </a:rPr>
              <a:t>Every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message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will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delivered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within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unknown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maximum 	</a:t>
            </a:r>
            <a:r>
              <a:rPr sz="2000" dirty="0">
                <a:latin typeface="Microsoft Sans Serif"/>
                <a:cs typeface="Microsoft Sans Serif"/>
              </a:rPr>
              <a:t>network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Δ</a:t>
            </a:r>
            <a:endParaRPr sz="20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100000"/>
              </a:lnSpc>
              <a:spcBef>
                <a:spcPts val="480"/>
              </a:spcBef>
              <a:buClr>
                <a:srgbClr val="016AAC"/>
              </a:buClr>
              <a:buSzPct val="120000"/>
              <a:buChar char="•"/>
              <a:tabLst>
                <a:tab pos="297180" algn="l"/>
              </a:tabLst>
            </a:pPr>
            <a:r>
              <a:rPr sz="2000" dirty="0">
                <a:latin typeface="Microsoft Sans Serif"/>
                <a:cs typeface="Microsoft Sans Serif"/>
              </a:rPr>
              <a:t>Alternative: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There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unknown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Global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Stabilisation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Time 	</a:t>
            </a:r>
            <a:r>
              <a:rPr sz="2000" dirty="0">
                <a:latin typeface="Microsoft Sans Serif"/>
                <a:cs typeface="Microsoft Sans Serif"/>
              </a:rPr>
              <a:t>(GST),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after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there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known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maximum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network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Δ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4960019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826" y="4978435"/>
            <a:ext cx="6979284" cy="999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Microsoft Sans Serif"/>
                <a:cs typeface="Microsoft Sans Serif"/>
              </a:rPr>
              <a:t>Asynchrony:</a:t>
            </a:r>
            <a:endParaRPr sz="2000">
              <a:latin typeface="Microsoft Sans Serif"/>
              <a:cs typeface="Microsoft Sans Serif"/>
            </a:endParaRPr>
          </a:p>
          <a:p>
            <a:pPr marL="468630" marR="5080" indent="-283845">
              <a:lnSpc>
                <a:spcPct val="100000"/>
              </a:lnSpc>
              <a:spcBef>
                <a:spcPts val="480"/>
              </a:spcBef>
              <a:buClr>
                <a:srgbClr val="016AAC"/>
              </a:buClr>
              <a:buSzPct val="120000"/>
              <a:buChar char="•"/>
              <a:tabLst>
                <a:tab pos="469900" algn="l"/>
              </a:tabLst>
            </a:pPr>
            <a:r>
              <a:rPr sz="2000" dirty="0">
                <a:latin typeface="Microsoft Sans Serif"/>
                <a:cs typeface="Microsoft Sans Serif"/>
              </a:rPr>
              <a:t>Every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message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will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delivered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eventually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but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there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no 	</a:t>
            </a:r>
            <a:r>
              <a:rPr sz="2000" dirty="0">
                <a:latin typeface="Microsoft Sans Serif"/>
                <a:cs typeface="Microsoft Sans Serif"/>
              </a:rPr>
              <a:t>maximum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network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delay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Δ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192655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solidFill>
                  <a:srgbClr val="016AAC"/>
                </a:solidFill>
                <a:latin typeface="Microsoft Sans Serif"/>
                <a:cs typeface="Microsoft Sans Serif"/>
              </a:rPr>
              <a:t>Timing</a:t>
            </a:r>
            <a:r>
              <a:rPr sz="4000" spc="-229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Assumptions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256279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Synchrony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3389" y="2746303"/>
            <a:ext cx="300990" cy="708025"/>
            <a:chOff x="753389" y="2746303"/>
            <a:chExt cx="300990" cy="708025"/>
          </a:xfrm>
        </p:grpSpPr>
        <p:sp>
          <p:nvSpPr>
            <p:cNvPr id="4" name="object 4"/>
            <p:cNvSpPr/>
            <p:nvPr/>
          </p:nvSpPr>
          <p:spPr>
            <a:xfrm>
              <a:off x="766089" y="2759003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48" y="2925706"/>
              <a:ext cx="88998" cy="1314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597" y="2933221"/>
              <a:ext cx="74393" cy="127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3767" y="3507528"/>
            <a:ext cx="298450" cy="729615"/>
            <a:chOff x="753767" y="3507528"/>
            <a:chExt cx="298450" cy="729615"/>
          </a:xfrm>
        </p:grpSpPr>
        <p:sp>
          <p:nvSpPr>
            <p:cNvPr id="8" name="object 8"/>
            <p:cNvSpPr/>
            <p:nvPr/>
          </p:nvSpPr>
          <p:spPr>
            <a:xfrm>
              <a:off x="766467" y="3520228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00" y="3705159"/>
              <a:ext cx="64657" cy="127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5416" y="3718751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5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483981" y="3021201"/>
            <a:ext cx="5946140" cy="198120"/>
            <a:chOff x="1483981" y="3021201"/>
            <a:chExt cx="5946140" cy="19812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021201"/>
              <a:ext cx="5945709" cy="1981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22081" y="310026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9671" y="303930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483981" y="3793851"/>
            <a:ext cx="5946140" cy="198120"/>
            <a:chOff x="1483981" y="3793851"/>
            <a:chExt cx="5946140" cy="19812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793851"/>
              <a:ext cx="5945709" cy="1981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22081" y="387291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9671" y="381195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483981" y="4566502"/>
            <a:ext cx="5946140" cy="198120"/>
            <a:chOff x="1483981" y="4566502"/>
            <a:chExt cx="5946140" cy="19812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4566502"/>
              <a:ext cx="5945709" cy="1981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522081" y="464556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69671" y="458460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53389" y="4291604"/>
            <a:ext cx="300990" cy="708025"/>
            <a:chOff x="753389" y="4291604"/>
            <a:chExt cx="300990" cy="708025"/>
          </a:xfrm>
        </p:grpSpPr>
        <p:sp>
          <p:nvSpPr>
            <p:cNvPr id="24" name="object 24"/>
            <p:cNvSpPr/>
            <p:nvPr/>
          </p:nvSpPr>
          <p:spPr>
            <a:xfrm>
              <a:off x="766089" y="4304304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348" y="4471007"/>
              <a:ext cx="88998" cy="1314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597" y="4478521"/>
              <a:ext cx="74393" cy="127839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2652313" y="1652202"/>
            <a:ext cx="3472815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20"/>
              </a:lnSpc>
              <a:spcBef>
                <a:spcPts val="100"/>
              </a:spcBef>
            </a:pPr>
            <a:r>
              <a:rPr sz="2200" i="1" dirty="0">
                <a:latin typeface="Arial"/>
                <a:cs typeface="Arial"/>
              </a:rPr>
              <a:t>n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 MT"/>
                <a:cs typeface="Arial MT"/>
              </a:rPr>
              <a:t>parties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ts val="2620"/>
              </a:lnSpc>
            </a:pPr>
            <a:r>
              <a:rPr sz="2200" i="1" dirty="0">
                <a:latin typeface="Arial"/>
                <a:cs typeface="Arial"/>
              </a:rPr>
              <a:t>f</a:t>
            </a:r>
            <a:r>
              <a:rPr sz="2200" i="1" spc="-5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maximum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number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faults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1" name="object 42">
            <a:extLst>
              <a:ext uri="{FF2B5EF4-FFF2-40B4-BE49-F238E27FC236}">
                <a16:creationId xmlns:a16="http://schemas.microsoft.com/office/drawing/2014/main" id="{CF6C5583-3A23-8148-407D-5F7E9A723197}"/>
              </a:ext>
            </a:extLst>
          </p:cNvPr>
          <p:cNvSpPr txBox="1"/>
          <p:nvPr/>
        </p:nvSpPr>
        <p:spPr>
          <a:xfrm>
            <a:off x="7184145" y="317287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43">
            <a:extLst>
              <a:ext uri="{FF2B5EF4-FFF2-40B4-BE49-F238E27FC236}">
                <a16:creationId xmlns:a16="http://schemas.microsoft.com/office/drawing/2014/main" id="{08FFAA5A-F760-DA4F-5742-BB5840295C9F}"/>
              </a:ext>
            </a:extLst>
          </p:cNvPr>
          <p:cNvSpPr txBox="1"/>
          <p:nvPr/>
        </p:nvSpPr>
        <p:spPr>
          <a:xfrm>
            <a:off x="7184145" y="3944302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5" name="object 44">
            <a:extLst>
              <a:ext uri="{FF2B5EF4-FFF2-40B4-BE49-F238E27FC236}">
                <a16:creationId xmlns:a16="http://schemas.microsoft.com/office/drawing/2014/main" id="{A49ABB25-B0FF-B331-A517-DD0174579C87}"/>
              </a:ext>
            </a:extLst>
          </p:cNvPr>
          <p:cNvSpPr txBox="1"/>
          <p:nvPr/>
        </p:nvSpPr>
        <p:spPr>
          <a:xfrm>
            <a:off x="7184145" y="4704957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256279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Synchrony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3389" y="2746303"/>
            <a:ext cx="300990" cy="708025"/>
            <a:chOff x="753389" y="2746303"/>
            <a:chExt cx="300990" cy="708025"/>
          </a:xfrm>
        </p:grpSpPr>
        <p:sp>
          <p:nvSpPr>
            <p:cNvPr id="4" name="object 4"/>
            <p:cNvSpPr/>
            <p:nvPr/>
          </p:nvSpPr>
          <p:spPr>
            <a:xfrm>
              <a:off x="766089" y="2759003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48" y="2925706"/>
              <a:ext cx="88998" cy="1314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597" y="2933221"/>
              <a:ext cx="74393" cy="127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3767" y="3507528"/>
            <a:ext cx="298450" cy="729615"/>
            <a:chOff x="753767" y="3507528"/>
            <a:chExt cx="298450" cy="729615"/>
          </a:xfrm>
        </p:grpSpPr>
        <p:sp>
          <p:nvSpPr>
            <p:cNvPr id="8" name="object 8"/>
            <p:cNvSpPr/>
            <p:nvPr/>
          </p:nvSpPr>
          <p:spPr>
            <a:xfrm>
              <a:off x="766467" y="3520228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00" y="3705159"/>
              <a:ext cx="64657" cy="127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5416" y="3718751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5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65716" y="3168998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4933" y="4682026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3981" y="2921177"/>
            <a:ext cx="5946140" cy="1844039"/>
            <a:chOff x="1483981" y="2921177"/>
            <a:chExt cx="5946140" cy="184403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021201"/>
              <a:ext cx="5945709" cy="1981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22081" y="310026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9671" y="303930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793852"/>
              <a:ext cx="5945709" cy="1981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22081" y="387291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69671" y="381195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1695" y="3061589"/>
              <a:ext cx="1424245" cy="9072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22943" y="3146722"/>
              <a:ext cx="1166495" cy="644525"/>
            </a:xfrm>
            <a:custGeom>
              <a:avLst/>
              <a:gdLst/>
              <a:ahLst/>
              <a:cxnLst/>
              <a:rect l="l" t="t" r="r" b="b"/>
              <a:pathLst>
                <a:path w="1166495" h="644525">
                  <a:moveTo>
                    <a:pt x="0" y="0"/>
                  </a:moveTo>
                  <a:lnTo>
                    <a:pt x="1155028" y="638043"/>
                  </a:lnTo>
                  <a:lnTo>
                    <a:pt x="1166144" y="6441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48495" y="3731406"/>
              <a:ext cx="136525" cy="112395"/>
            </a:xfrm>
            <a:custGeom>
              <a:avLst/>
              <a:gdLst/>
              <a:ahLst/>
              <a:cxnLst/>
              <a:rect l="l" t="t" r="r" b="b"/>
              <a:pathLst>
                <a:path w="136525" h="112395">
                  <a:moveTo>
                    <a:pt x="58952" y="0"/>
                  </a:moveTo>
                  <a:lnTo>
                    <a:pt x="0" y="106719"/>
                  </a:lnTo>
                  <a:lnTo>
                    <a:pt x="136194" y="112312"/>
                  </a:lnTo>
                  <a:lnTo>
                    <a:pt x="5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3390" y="3046865"/>
              <a:ext cx="1243614" cy="9257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0258" y="3191245"/>
              <a:ext cx="979805" cy="657860"/>
            </a:xfrm>
            <a:custGeom>
              <a:avLst/>
              <a:gdLst/>
              <a:ahLst/>
              <a:cxnLst/>
              <a:rect l="l" t="t" r="r" b="b"/>
              <a:pathLst>
                <a:path w="979804" h="657860">
                  <a:moveTo>
                    <a:pt x="0" y="657863"/>
                  </a:moveTo>
                  <a:lnTo>
                    <a:pt x="968677" y="7082"/>
                  </a:lnTo>
                  <a:lnTo>
                    <a:pt x="97921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04940" y="3130337"/>
              <a:ext cx="135255" cy="118745"/>
            </a:xfrm>
            <a:custGeom>
              <a:avLst/>
              <a:gdLst/>
              <a:ahLst/>
              <a:cxnLst/>
              <a:rect l="l" t="t" r="r" b="b"/>
              <a:pathLst>
                <a:path w="135254" h="118744">
                  <a:moveTo>
                    <a:pt x="135196" y="0"/>
                  </a:moveTo>
                  <a:lnTo>
                    <a:pt x="0" y="17390"/>
                  </a:lnTo>
                  <a:lnTo>
                    <a:pt x="67989" y="118591"/>
                  </a:lnTo>
                  <a:lnTo>
                    <a:pt x="13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3225" y="2921177"/>
              <a:ext cx="2035848" cy="1981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90121" y="3000237"/>
              <a:ext cx="1922145" cy="0"/>
            </a:xfrm>
            <a:custGeom>
              <a:avLst/>
              <a:gdLst/>
              <a:ahLst/>
              <a:cxnLst/>
              <a:rect l="l" t="t" r="r" b="b"/>
              <a:pathLst>
                <a:path w="1922145">
                  <a:moveTo>
                    <a:pt x="0" y="0"/>
                  </a:moveTo>
                  <a:lnTo>
                    <a:pt x="12700" y="0"/>
                  </a:lnTo>
                  <a:lnTo>
                    <a:pt x="1909356" y="0"/>
                  </a:lnTo>
                  <a:lnTo>
                    <a:pt x="1922056" y="0"/>
                  </a:lnTo>
                </a:path>
              </a:pathLst>
            </a:custGeom>
            <a:ln w="25400">
              <a:solidFill>
                <a:srgbClr val="FF2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15733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12192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86565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8700" y="2921177"/>
              <a:ext cx="2035848" cy="1981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25596" y="3000237"/>
              <a:ext cx="1922145" cy="0"/>
            </a:xfrm>
            <a:custGeom>
              <a:avLst/>
              <a:gdLst/>
              <a:ahLst/>
              <a:cxnLst/>
              <a:rect l="l" t="t" r="r" b="b"/>
              <a:pathLst>
                <a:path w="1922145">
                  <a:moveTo>
                    <a:pt x="0" y="0"/>
                  </a:moveTo>
                  <a:lnTo>
                    <a:pt x="12699" y="0"/>
                  </a:lnTo>
                  <a:lnTo>
                    <a:pt x="1909356" y="0"/>
                  </a:lnTo>
                  <a:lnTo>
                    <a:pt x="1922056" y="0"/>
                  </a:lnTo>
                </a:path>
              </a:pathLst>
            </a:custGeom>
            <a:ln w="25400">
              <a:solidFill>
                <a:srgbClr val="FF2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1207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12192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22040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4566502"/>
              <a:ext cx="5945709" cy="19811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522081" y="464556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69671" y="458460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8417" y="1384866"/>
            <a:ext cx="708095" cy="70808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753389" y="4291604"/>
            <a:ext cx="300990" cy="708025"/>
            <a:chOff x="753389" y="4291604"/>
            <a:chExt cx="300990" cy="708025"/>
          </a:xfrm>
        </p:grpSpPr>
        <p:sp>
          <p:nvSpPr>
            <p:cNvPr id="39" name="object 39"/>
            <p:cNvSpPr/>
            <p:nvPr/>
          </p:nvSpPr>
          <p:spPr>
            <a:xfrm>
              <a:off x="766089" y="4304304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0348" y="4471007"/>
              <a:ext cx="88998" cy="13142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6597" y="4478521"/>
              <a:ext cx="74393" cy="12783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184145" y="317287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84145" y="3944302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84145" y="4704957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089581" y="3061415"/>
            <a:ext cx="2987040" cy="1666875"/>
            <a:chOff x="2089581" y="3061415"/>
            <a:chExt cx="2987040" cy="1666875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89581" y="3066806"/>
              <a:ext cx="1661190" cy="16611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86567" y="3143793"/>
              <a:ext cx="1390015" cy="1390015"/>
            </a:xfrm>
            <a:custGeom>
              <a:avLst/>
              <a:gdLst/>
              <a:ahLst/>
              <a:cxnLst/>
              <a:rect l="l" t="t" r="r" b="b"/>
              <a:pathLst>
                <a:path w="1390014" h="1390014">
                  <a:moveTo>
                    <a:pt x="0" y="0"/>
                  </a:moveTo>
                  <a:lnTo>
                    <a:pt x="1381006" y="1381006"/>
                  </a:lnTo>
                  <a:lnTo>
                    <a:pt x="1389986" y="138998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24469" y="448169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1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79087" y="3061415"/>
              <a:ext cx="1496990" cy="165473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678513" y="3217383"/>
              <a:ext cx="1226185" cy="1384935"/>
            </a:xfrm>
            <a:custGeom>
              <a:avLst/>
              <a:gdLst/>
              <a:ahLst/>
              <a:cxnLst/>
              <a:rect l="l" t="t" r="r" b="b"/>
              <a:pathLst>
                <a:path w="1226185" h="1384935">
                  <a:moveTo>
                    <a:pt x="0" y="1384574"/>
                  </a:moveTo>
                  <a:lnTo>
                    <a:pt x="1217323" y="9509"/>
                  </a:lnTo>
                  <a:lnTo>
                    <a:pt x="1225742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50193" y="3135604"/>
              <a:ext cx="127000" cy="132080"/>
            </a:xfrm>
            <a:custGeom>
              <a:avLst/>
              <a:gdLst/>
              <a:ahLst/>
              <a:cxnLst/>
              <a:rect l="l" t="t" r="r" b="b"/>
              <a:pathLst>
                <a:path w="127000" h="132079">
                  <a:moveTo>
                    <a:pt x="126458" y="0"/>
                  </a:moveTo>
                  <a:lnTo>
                    <a:pt x="0" y="50880"/>
                  </a:lnTo>
                  <a:lnTo>
                    <a:pt x="91286" y="131695"/>
                  </a:lnTo>
                  <a:lnTo>
                    <a:pt x="126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65237" y="2527855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2600"/>
                </a:solidFill>
                <a:latin typeface="Trebuchet MS"/>
                <a:cs typeface="Trebuchet MS"/>
              </a:rPr>
              <a:t>Δ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5000712" y="2527855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2600"/>
                </a:solidFill>
                <a:latin typeface="Trebuchet MS"/>
                <a:cs typeface="Trebuchet MS"/>
              </a:rPr>
              <a:t>Δ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256279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Synchrony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3389" y="2746303"/>
            <a:ext cx="300990" cy="708025"/>
            <a:chOff x="753389" y="2746303"/>
            <a:chExt cx="300990" cy="708025"/>
          </a:xfrm>
        </p:grpSpPr>
        <p:sp>
          <p:nvSpPr>
            <p:cNvPr id="4" name="object 4"/>
            <p:cNvSpPr/>
            <p:nvPr/>
          </p:nvSpPr>
          <p:spPr>
            <a:xfrm>
              <a:off x="766089" y="2759003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48" y="2925706"/>
              <a:ext cx="88998" cy="1314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597" y="2933221"/>
              <a:ext cx="74393" cy="127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3767" y="3507528"/>
            <a:ext cx="298450" cy="729615"/>
            <a:chOff x="753767" y="3507528"/>
            <a:chExt cx="298450" cy="729615"/>
          </a:xfrm>
        </p:grpSpPr>
        <p:sp>
          <p:nvSpPr>
            <p:cNvPr id="8" name="object 8"/>
            <p:cNvSpPr/>
            <p:nvPr/>
          </p:nvSpPr>
          <p:spPr>
            <a:xfrm>
              <a:off x="766467" y="3520228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00" y="3705159"/>
              <a:ext cx="64657" cy="127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5416" y="3718751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5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65716" y="3168998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4933" y="4682026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3981" y="2921177"/>
            <a:ext cx="5946140" cy="1844039"/>
            <a:chOff x="1483981" y="2921177"/>
            <a:chExt cx="5946140" cy="184403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021201"/>
              <a:ext cx="5945709" cy="1981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22081" y="310026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9671" y="303930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793852"/>
              <a:ext cx="5945709" cy="1981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22081" y="387291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69671" y="381195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1695" y="3061589"/>
              <a:ext cx="1424245" cy="9072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22943" y="3146722"/>
              <a:ext cx="1166495" cy="644525"/>
            </a:xfrm>
            <a:custGeom>
              <a:avLst/>
              <a:gdLst/>
              <a:ahLst/>
              <a:cxnLst/>
              <a:rect l="l" t="t" r="r" b="b"/>
              <a:pathLst>
                <a:path w="1166495" h="644525">
                  <a:moveTo>
                    <a:pt x="0" y="0"/>
                  </a:moveTo>
                  <a:lnTo>
                    <a:pt x="1155028" y="638043"/>
                  </a:lnTo>
                  <a:lnTo>
                    <a:pt x="1166144" y="6441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48495" y="3731406"/>
              <a:ext cx="136525" cy="112395"/>
            </a:xfrm>
            <a:custGeom>
              <a:avLst/>
              <a:gdLst/>
              <a:ahLst/>
              <a:cxnLst/>
              <a:rect l="l" t="t" r="r" b="b"/>
              <a:pathLst>
                <a:path w="136525" h="112395">
                  <a:moveTo>
                    <a:pt x="58952" y="0"/>
                  </a:moveTo>
                  <a:lnTo>
                    <a:pt x="0" y="106719"/>
                  </a:lnTo>
                  <a:lnTo>
                    <a:pt x="136194" y="112312"/>
                  </a:lnTo>
                  <a:lnTo>
                    <a:pt x="5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3390" y="3046865"/>
              <a:ext cx="1243614" cy="9257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0258" y="3191245"/>
              <a:ext cx="979805" cy="657860"/>
            </a:xfrm>
            <a:custGeom>
              <a:avLst/>
              <a:gdLst/>
              <a:ahLst/>
              <a:cxnLst/>
              <a:rect l="l" t="t" r="r" b="b"/>
              <a:pathLst>
                <a:path w="979804" h="657860">
                  <a:moveTo>
                    <a:pt x="0" y="657863"/>
                  </a:moveTo>
                  <a:lnTo>
                    <a:pt x="968677" y="7082"/>
                  </a:lnTo>
                  <a:lnTo>
                    <a:pt x="97921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04940" y="3130337"/>
              <a:ext cx="135255" cy="118745"/>
            </a:xfrm>
            <a:custGeom>
              <a:avLst/>
              <a:gdLst/>
              <a:ahLst/>
              <a:cxnLst/>
              <a:rect l="l" t="t" r="r" b="b"/>
              <a:pathLst>
                <a:path w="135254" h="118744">
                  <a:moveTo>
                    <a:pt x="135196" y="0"/>
                  </a:moveTo>
                  <a:lnTo>
                    <a:pt x="0" y="17390"/>
                  </a:lnTo>
                  <a:lnTo>
                    <a:pt x="67989" y="118591"/>
                  </a:lnTo>
                  <a:lnTo>
                    <a:pt x="13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3225" y="2921177"/>
              <a:ext cx="2035848" cy="1981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90121" y="3000237"/>
              <a:ext cx="1922145" cy="0"/>
            </a:xfrm>
            <a:custGeom>
              <a:avLst/>
              <a:gdLst/>
              <a:ahLst/>
              <a:cxnLst/>
              <a:rect l="l" t="t" r="r" b="b"/>
              <a:pathLst>
                <a:path w="1922145">
                  <a:moveTo>
                    <a:pt x="0" y="0"/>
                  </a:moveTo>
                  <a:lnTo>
                    <a:pt x="12700" y="0"/>
                  </a:lnTo>
                  <a:lnTo>
                    <a:pt x="1909356" y="0"/>
                  </a:lnTo>
                  <a:lnTo>
                    <a:pt x="1922056" y="0"/>
                  </a:lnTo>
                </a:path>
              </a:pathLst>
            </a:custGeom>
            <a:ln w="25400">
              <a:solidFill>
                <a:srgbClr val="FF2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15733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12192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86565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8700" y="2921177"/>
              <a:ext cx="2035848" cy="1981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25596" y="3000237"/>
              <a:ext cx="1922145" cy="0"/>
            </a:xfrm>
            <a:custGeom>
              <a:avLst/>
              <a:gdLst/>
              <a:ahLst/>
              <a:cxnLst/>
              <a:rect l="l" t="t" r="r" b="b"/>
              <a:pathLst>
                <a:path w="1922145">
                  <a:moveTo>
                    <a:pt x="0" y="0"/>
                  </a:moveTo>
                  <a:lnTo>
                    <a:pt x="12699" y="0"/>
                  </a:lnTo>
                  <a:lnTo>
                    <a:pt x="1909356" y="0"/>
                  </a:lnTo>
                  <a:lnTo>
                    <a:pt x="1922056" y="0"/>
                  </a:lnTo>
                </a:path>
              </a:pathLst>
            </a:custGeom>
            <a:ln w="25400">
              <a:solidFill>
                <a:srgbClr val="FF26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1207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12192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22040" y="2939277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4566502"/>
              <a:ext cx="5945709" cy="19811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522081" y="464556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69671" y="458460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8417" y="1384866"/>
            <a:ext cx="708095" cy="70808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753389" y="4291604"/>
            <a:ext cx="300990" cy="708025"/>
            <a:chOff x="753389" y="4291604"/>
            <a:chExt cx="300990" cy="708025"/>
          </a:xfrm>
        </p:grpSpPr>
        <p:sp>
          <p:nvSpPr>
            <p:cNvPr id="39" name="object 39"/>
            <p:cNvSpPr/>
            <p:nvPr/>
          </p:nvSpPr>
          <p:spPr>
            <a:xfrm>
              <a:off x="766089" y="4304304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0348" y="4471007"/>
              <a:ext cx="88998" cy="13142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6597" y="4478521"/>
              <a:ext cx="74393" cy="12783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184145" y="317287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84145" y="3944302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84145" y="4704957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089581" y="3066806"/>
            <a:ext cx="3084195" cy="1661795"/>
            <a:chOff x="2089581" y="3066806"/>
            <a:chExt cx="3084195" cy="1661795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89581" y="3066806"/>
              <a:ext cx="1661190" cy="16611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86567" y="3143793"/>
              <a:ext cx="1390015" cy="1390015"/>
            </a:xfrm>
            <a:custGeom>
              <a:avLst/>
              <a:gdLst/>
              <a:ahLst/>
              <a:cxnLst/>
              <a:rect l="l" t="t" r="r" b="b"/>
              <a:pathLst>
                <a:path w="1390014" h="1390014">
                  <a:moveTo>
                    <a:pt x="0" y="0"/>
                  </a:moveTo>
                  <a:lnTo>
                    <a:pt x="1381006" y="1381006"/>
                  </a:lnTo>
                  <a:lnTo>
                    <a:pt x="1389986" y="138998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24469" y="448169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1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17021" y="3560654"/>
              <a:ext cx="1369253" cy="112477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678513" y="3604122"/>
              <a:ext cx="1246505" cy="998219"/>
            </a:xfrm>
            <a:custGeom>
              <a:avLst/>
              <a:gdLst/>
              <a:ahLst/>
              <a:cxnLst/>
              <a:rect l="l" t="t" r="r" b="b"/>
              <a:pathLst>
                <a:path w="1246504" h="998220">
                  <a:moveTo>
                    <a:pt x="0" y="997835"/>
                  </a:moveTo>
                  <a:lnTo>
                    <a:pt x="124627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60251" y="3198176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29">
                  <a:moveTo>
                    <a:pt x="264300" y="0"/>
                  </a:moveTo>
                  <a:lnTo>
                    <a:pt x="0" y="337355"/>
                  </a:lnTo>
                  <a:lnTo>
                    <a:pt x="126570" y="339359"/>
                  </a:lnTo>
                  <a:lnTo>
                    <a:pt x="65081" y="542313"/>
                  </a:lnTo>
                  <a:lnTo>
                    <a:pt x="52696" y="582891"/>
                  </a:lnTo>
                  <a:lnTo>
                    <a:pt x="90532" y="534578"/>
                  </a:lnTo>
                  <a:lnTo>
                    <a:pt x="300236" y="257514"/>
                  </a:lnTo>
                  <a:lnTo>
                    <a:pt x="178447" y="257514"/>
                  </a:lnTo>
                  <a:lnTo>
                    <a:pt x="26430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60251" y="3198176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29">
                  <a:moveTo>
                    <a:pt x="264301" y="0"/>
                  </a:moveTo>
                  <a:lnTo>
                    <a:pt x="0" y="337356"/>
                  </a:lnTo>
                  <a:lnTo>
                    <a:pt x="126571" y="339360"/>
                  </a:lnTo>
                  <a:lnTo>
                    <a:pt x="115309" y="376570"/>
                  </a:lnTo>
                  <a:lnTo>
                    <a:pt x="90382" y="458880"/>
                  </a:lnTo>
                  <a:lnTo>
                    <a:pt x="65081" y="542314"/>
                  </a:lnTo>
                  <a:lnTo>
                    <a:pt x="52696" y="582892"/>
                  </a:lnTo>
                  <a:lnTo>
                    <a:pt x="90532" y="534578"/>
                  </a:lnTo>
                  <a:lnTo>
                    <a:pt x="175718" y="422449"/>
                  </a:lnTo>
                  <a:lnTo>
                    <a:pt x="261277" y="309197"/>
                  </a:lnTo>
                  <a:lnTo>
                    <a:pt x="300236" y="257514"/>
                  </a:lnTo>
                  <a:lnTo>
                    <a:pt x="178447" y="257514"/>
                  </a:lnTo>
                  <a:lnTo>
                    <a:pt x="264301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065237" y="2527855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2600"/>
                </a:solidFill>
                <a:latin typeface="Trebuchet MS"/>
                <a:cs typeface="Trebuchet MS"/>
              </a:rPr>
              <a:t>Δ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4" name="object 54"/>
          <p:cNvSpPr txBox="1"/>
          <p:nvPr/>
        </p:nvSpPr>
        <p:spPr>
          <a:xfrm>
            <a:off x="5000712" y="2527855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2600"/>
                </a:solidFill>
                <a:latin typeface="Trebuchet MS"/>
                <a:cs typeface="Trebuchet MS"/>
              </a:rPr>
              <a:t>Δ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12928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Asynchrony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3389" y="2746303"/>
            <a:ext cx="300990" cy="708025"/>
            <a:chOff x="753389" y="2746303"/>
            <a:chExt cx="300990" cy="708025"/>
          </a:xfrm>
        </p:grpSpPr>
        <p:sp>
          <p:nvSpPr>
            <p:cNvPr id="4" name="object 4"/>
            <p:cNvSpPr/>
            <p:nvPr/>
          </p:nvSpPr>
          <p:spPr>
            <a:xfrm>
              <a:off x="766089" y="2759003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48" y="2925706"/>
              <a:ext cx="88998" cy="1314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597" y="2933221"/>
              <a:ext cx="74393" cy="127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53767" y="3507528"/>
            <a:ext cx="298450" cy="729615"/>
            <a:chOff x="753767" y="3507528"/>
            <a:chExt cx="298450" cy="729615"/>
          </a:xfrm>
        </p:grpSpPr>
        <p:sp>
          <p:nvSpPr>
            <p:cNvPr id="8" name="object 8"/>
            <p:cNvSpPr/>
            <p:nvPr/>
          </p:nvSpPr>
          <p:spPr>
            <a:xfrm>
              <a:off x="766467" y="3520228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00" y="3705159"/>
              <a:ext cx="64657" cy="127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5416" y="3718751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5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65716" y="3168998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4933" y="4682026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3981" y="3021201"/>
            <a:ext cx="5946140" cy="970915"/>
            <a:chOff x="1483981" y="3021201"/>
            <a:chExt cx="5946140" cy="97091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021201"/>
              <a:ext cx="5945709" cy="1981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22081" y="310026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9671" y="303930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3793851"/>
              <a:ext cx="5945709" cy="1981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22081" y="3872911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69671" y="381195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1695" y="3061589"/>
              <a:ext cx="1424245" cy="9072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22943" y="3146722"/>
              <a:ext cx="1166495" cy="644525"/>
            </a:xfrm>
            <a:custGeom>
              <a:avLst/>
              <a:gdLst/>
              <a:ahLst/>
              <a:cxnLst/>
              <a:rect l="l" t="t" r="r" b="b"/>
              <a:pathLst>
                <a:path w="1166495" h="644525">
                  <a:moveTo>
                    <a:pt x="0" y="0"/>
                  </a:moveTo>
                  <a:lnTo>
                    <a:pt x="1155028" y="638043"/>
                  </a:lnTo>
                  <a:lnTo>
                    <a:pt x="1166144" y="6441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48495" y="3731405"/>
              <a:ext cx="136525" cy="112395"/>
            </a:xfrm>
            <a:custGeom>
              <a:avLst/>
              <a:gdLst/>
              <a:ahLst/>
              <a:cxnLst/>
              <a:rect l="l" t="t" r="r" b="b"/>
              <a:pathLst>
                <a:path w="136525" h="112395">
                  <a:moveTo>
                    <a:pt x="58952" y="0"/>
                  </a:moveTo>
                  <a:lnTo>
                    <a:pt x="0" y="106719"/>
                  </a:lnTo>
                  <a:lnTo>
                    <a:pt x="136194" y="112312"/>
                  </a:lnTo>
                  <a:lnTo>
                    <a:pt x="5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3390" y="3046865"/>
              <a:ext cx="1243614" cy="9257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0258" y="3191245"/>
              <a:ext cx="979805" cy="657860"/>
            </a:xfrm>
            <a:custGeom>
              <a:avLst/>
              <a:gdLst/>
              <a:ahLst/>
              <a:cxnLst/>
              <a:rect l="l" t="t" r="r" b="b"/>
              <a:pathLst>
                <a:path w="979804" h="657860">
                  <a:moveTo>
                    <a:pt x="0" y="657863"/>
                  </a:moveTo>
                  <a:lnTo>
                    <a:pt x="968677" y="7082"/>
                  </a:lnTo>
                  <a:lnTo>
                    <a:pt x="97921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04940" y="3130337"/>
              <a:ext cx="135255" cy="118745"/>
            </a:xfrm>
            <a:custGeom>
              <a:avLst/>
              <a:gdLst/>
              <a:ahLst/>
              <a:cxnLst/>
              <a:rect l="l" t="t" r="r" b="b"/>
              <a:pathLst>
                <a:path w="135254" h="118744">
                  <a:moveTo>
                    <a:pt x="135196" y="0"/>
                  </a:moveTo>
                  <a:lnTo>
                    <a:pt x="0" y="17390"/>
                  </a:lnTo>
                  <a:lnTo>
                    <a:pt x="67989" y="118591"/>
                  </a:lnTo>
                  <a:lnTo>
                    <a:pt x="13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483981" y="4566502"/>
            <a:ext cx="5946140" cy="198120"/>
            <a:chOff x="1483981" y="4566502"/>
            <a:chExt cx="5946140" cy="19812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981" y="4566502"/>
              <a:ext cx="5945709" cy="1981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522081" y="4645562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69671" y="458460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53389" y="4291604"/>
            <a:ext cx="300990" cy="708025"/>
            <a:chOff x="753389" y="4291604"/>
            <a:chExt cx="300990" cy="708025"/>
          </a:xfrm>
        </p:grpSpPr>
        <p:sp>
          <p:nvSpPr>
            <p:cNvPr id="31" name="object 31"/>
            <p:cNvSpPr/>
            <p:nvPr/>
          </p:nvSpPr>
          <p:spPr>
            <a:xfrm>
              <a:off x="766089" y="4304304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0348" y="4471007"/>
              <a:ext cx="88998" cy="13142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597" y="4478521"/>
              <a:ext cx="74393" cy="12783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184145" y="317287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84145" y="3944302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84145" y="4704957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089581" y="3066806"/>
            <a:ext cx="3084195" cy="1661795"/>
            <a:chOff x="2089581" y="3066806"/>
            <a:chExt cx="3084195" cy="1661795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9581" y="3066806"/>
              <a:ext cx="1661190" cy="16611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86567" y="3143793"/>
              <a:ext cx="1390015" cy="1390015"/>
            </a:xfrm>
            <a:custGeom>
              <a:avLst/>
              <a:gdLst/>
              <a:ahLst/>
              <a:cxnLst/>
              <a:rect l="l" t="t" r="r" b="b"/>
              <a:pathLst>
                <a:path w="1390014" h="1390014">
                  <a:moveTo>
                    <a:pt x="0" y="0"/>
                  </a:moveTo>
                  <a:lnTo>
                    <a:pt x="1381006" y="1381006"/>
                  </a:lnTo>
                  <a:lnTo>
                    <a:pt x="1389986" y="138998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24469" y="448169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1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17021" y="3560654"/>
              <a:ext cx="1369253" cy="112477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78513" y="3604122"/>
              <a:ext cx="1246505" cy="998219"/>
            </a:xfrm>
            <a:custGeom>
              <a:avLst/>
              <a:gdLst/>
              <a:ahLst/>
              <a:cxnLst/>
              <a:rect l="l" t="t" r="r" b="b"/>
              <a:pathLst>
                <a:path w="1246504" h="998220">
                  <a:moveTo>
                    <a:pt x="0" y="997835"/>
                  </a:moveTo>
                  <a:lnTo>
                    <a:pt x="124627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60251" y="3198176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29">
                  <a:moveTo>
                    <a:pt x="264300" y="0"/>
                  </a:moveTo>
                  <a:lnTo>
                    <a:pt x="0" y="337355"/>
                  </a:lnTo>
                  <a:lnTo>
                    <a:pt x="126570" y="339359"/>
                  </a:lnTo>
                  <a:lnTo>
                    <a:pt x="65081" y="542313"/>
                  </a:lnTo>
                  <a:lnTo>
                    <a:pt x="52696" y="582891"/>
                  </a:lnTo>
                  <a:lnTo>
                    <a:pt x="90532" y="534578"/>
                  </a:lnTo>
                  <a:lnTo>
                    <a:pt x="300236" y="257514"/>
                  </a:lnTo>
                  <a:lnTo>
                    <a:pt x="178447" y="257514"/>
                  </a:lnTo>
                  <a:lnTo>
                    <a:pt x="26430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60251" y="3198176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29">
                  <a:moveTo>
                    <a:pt x="264301" y="0"/>
                  </a:moveTo>
                  <a:lnTo>
                    <a:pt x="0" y="337356"/>
                  </a:lnTo>
                  <a:lnTo>
                    <a:pt x="126571" y="339360"/>
                  </a:lnTo>
                  <a:lnTo>
                    <a:pt x="115309" y="376570"/>
                  </a:lnTo>
                  <a:lnTo>
                    <a:pt x="90382" y="458880"/>
                  </a:lnTo>
                  <a:lnTo>
                    <a:pt x="65081" y="542314"/>
                  </a:lnTo>
                  <a:lnTo>
                    <a:pt x="52696" y="582892"/>
                  </a:lnTo>
                  <a:lnTo>
                    <a:pt x="90532" y="534578"/>
                  </a:lnTo>
                  <a:lnTo>
                    <a:pt x="175718" y="422449"/>
                  </a:lnTo>
                  <a:lnTo>
                    <a:pt x="261277" y="309197"/>
                  </a:lnTo>
                  <a:lnTo>
                    <a:pt x="300236" y="257514"/>
                  </a:lnTo>
                  <a:lnTo>
                    <a:pt x="178447" y="257514"/>
                  </a:lnTo>
                  <a:lnTo>
                    <a:pt x="264301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312928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Asynchrony</a:t>
            </a:r>
            <a:endParaRPr sz="4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35" y="1054237"/>
            <a:ext cx="300990" cy="708025"/>
            <a:chOff x="761935" y="1054237"/>
            <a:chExt cx="300990" cy="708025"/>
          </a:xfrm>
        </p:grpSpPr>
        <p:sp>
          <p:nvSpPr>
            <p:cNvPr id="4" name="object 4"/>
            <p:cNvSpPr/>
            <p:nvPr/>
          </p:nvSpPr>
          <p:spPr>
            <a:xfrm>
              <a:off x="774635" y="1066937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894" y="1233640"/>
              <a:ext cx="88998" cy="1314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143" y="1241154"/>
              <a:ext cx="74393" cy="127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62313" y="1815460"/>
            <a:ext cx="298450" cy="729615"/>
            <a:chOff x="762313" y="1815460"/>
            <a:chExt cx="298450" cy="729615"/>
          </a:xfrm>
        </p:grpSpPr>
        <p:sp>
          <p:nvSpPr>
            <p:cNvPr id="8" name="object 8"/>
            <p:cNvSpPr/>
            <p:nvPr/>
          </p:nvSpPr>
          <p:spPr>
            <a:xfrm>
              <a:off x="775013" y="1828160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145" y="2013091"/>
              <a:ext cx="64657" cy="127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3962" y="2026683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4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74261" y="1476930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3478" y="2989958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92526" y="1329135"/>
            <a:ext cx="5946140" cy="1743710"/>
            <a:chOff x="1492526" y="1329135"/>
            <a:chExt cx="5946140" cy="174371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526" y="1329135"/>
              <a:ext cx="5945709" cy="1981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30626" y="1408195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78217" y="134723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526" y="2101785"/>
              <a:ext cx="5945709" cy="1981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30626" y="2180845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78217" y="211988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0240" y="1369522"/>
              <a:ext cx="1424245" cy="9072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31489" y="1454654"/>
              <a:ext cx="1166495" cy="644525"/>
            </a:xfrm>
            <a:custGeom>
              <a:avLst/>
              <a:gdLst/>
              <a:ahLst/>
              <a:cxnLst/>
              <a:rect l="l" t="t" r="r" b="b"/>
              <a:pathLst>
                <a:path w="1166495" h="644525">
                  <a:moveTo>
                    <a:pt x="0" y="0"/>
                  </a:moveTo>
                  <a:lnTo>
                    <a:pt x="1155028" y="638043"/>
                  </a:lnTo>
                  <a:lnTo>
                    <a:pt x="1166144" y="6441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57041" y="2039339"/>
              <a:ext cx="136525" cy="112395"/>
            </a:xfrm>
            <a:custGeom>
              <a:avLst/>
              <a:gdLst/>
              <a:ahLst/>
              <a:cxnLst/>
              <a:rect l="l" t="t" r="r" b="b"/>
              <a:pathLst>
                <a:path w="136525" h="112394">
                  <a:moveTo>
                    <a:pt x="58952" y="0"/>
                  </a:moveTo>
                  <a:lnTo>
                    <a:pt x="0" y="106719"/>
                  </a:lnTo>
                  <a:lnTo>
                    <a:pt x="136194" y="112312"/>
                  </a:lnTo>
                  <a:lnTo>
                    <a:pt x="5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91935" y="1354797"/>
              <a:ext cx="1243614" cy="9257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8802" y="1499179"/>
              <a:ext cx="979805" cy="657860"/>
            </a:xfrm>
            <a:custGeom>
              <a:avLst/>
              <a:gdLst/>
              <a:ahLst/>
              <a:cxnLst/>
              <a:rect l="l" t="t" r="r" b="b"/>
              <a:pathLst>
                <a:path w="979804" h="657860">
                  <a:moveTo>
                    <a:pt x="0" y="657863"/>
                  </a:moveTo>
                  <a:lnTo>
                    <a:pt x="968677" y="7082"/>
                  </a:lnTo>
                  <a:lnTo>
                    <a:pt x="97921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13486" y="1438271"/>
              <a:ext cx="135255" cy="118745"/>
            </a:xfrm>
            <a:custGeom>
              <a:avLst/>
              <a:gdLst/>
              <a:ahLst/>
              <a:cxnLst/>
              <a:rect l="l" t="t" r="r" b="b"/>
              <a:pathLst>
                <a:path w="135254" h="118744">
                  <a:moveTo>
                    <a:pt x="135196" y="0"/>
                  </a:moveTo>
                  <a:lnTo>
                    <a:pt x="0" y="17388"/>
                  </a:lnTo>
                  <a:lnTo>
                    <a:pt x="67989" y="118591"/>
                  </a:lnTo>
                  <a:lnTo>
                    <a:pt x="13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526" y="2874435"/>
              <a:ext cx="5945709" cy="1981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530626" y="2953495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78217" y="289253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61935" y="2599537"/>
            <a:ext cx="300990" cy="708025"/>
            <a:chOff x="761935" y="2599537"/>
            <a:chExt cx="300990" cy="708025"/>
          </a:xfrm>
        </p:grpSpPr>
        <p:sp>
          <p:nvSpPr>
            <p:cNvPr id="30" name="object 30"/>
            <p:cNvSpPr/>
            <p:nvPr/>
          </p:nvSpPr>
          <p:spPr>
            <a:xfrm>
              <a:off x="774635" y="2612237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894" y="2778940"/>
              <a:ext cx="88998" cy="13142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5143" y="2786454"/>
              <a:ext cx="74393" cy="12783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192691" y="1480812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92691" y="2252234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92691" y="3012890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98127" y="1374739"/>
            <a:ext cx="3084195" cy="1661795"/>
            <a:chOff x="2098127" y="1374739"/>
            <a:chExt cx="3084195" cy="1661795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98127" y="1374739"/>
              <a:ext cx="1661190" cy="16611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195113" y="1451726"/>
              <a:ext cx="1390015" cy="1390015"/>
            </a:xfrm>
            <a:custGeom>
              <a:avLst/>
              <a:gdLst/>
              <a:ahLst/>
              <a:cxnLst/>
              <a:rect l="l" t="t" r="r" b="b"/>
              <a:pathLst>
                <a:path w="1390014" h="1390014">
                  <a:moveTo>
                    <a:pt x="0" y="0"/>
                  </a:moveTo>
                  <a:lnTo>
                    <a:pt x="1381006" y="1381006"/>
                  </a:lnTo>
                  <a:lnTo>
                    <a:pt x="1389986" y="138998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3015" y="2789627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0"/>
                  </a:lnTo>
                  <a:lnTo>
                    <a:pt x="129315" y="129315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5565" y="1868586"/>
              <a:ext cx="1369253" cy="11247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687058" y="1912054"/>
              <a:ext cx="1246505" cy="998219"/>
            </a:xfrm>
            <a:custGeom>
              <a:avLst/>
              <a:gdLst/>
              <a:ahLst/>
              <a:cxnLst/>
              <a:rect l="l" t="t" r="r" b="b"/>
              <a:pathLst>
                <a:path w="1246504" h="998219">
                  <a:moveTo>
                    <a:pt x="0" y="997835"/>
                  </a:moveTo>
                  <a:lnTo>
                    <a:pt x="124627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68797" y="1506108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30">
                  <a:moveTo>
                    <a:pt x="264300" y="0"/>
                  </a:moveTo>
                  <a:lnTo>
                    <a:pt x="0" y="337356"/>
                  </a:lnTo>
                  <a:lnTo>
                    <a:pt x="126570" y="339360"/>
                  </a:lnTo>
                  <a:lnTo>
                    <a:pt x="65081" y="542314"/>
                  </a:lnTo>
                  <a:lnTo>
                    <a:pt x="52696" y="582893"/>
                  </a:lnTo>
                  <a:lnTo>
                    <a:pt x="90532" y="534579"/>
                  </a:lnTo>
                  <a:lnTo>
                    <a:pt x="300235" y="257515"/>
                  </a:lnTo>
                  <a:lnTo>
                    <a:pt x="178447" y="257515"/>
                  </a:lnTo>
                  <a:lnTo>
                    <a:pt x="26430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68797" y="1506108"/>
              <a:ext cx="300355" cy="582930"/>
            </a:xfrm>
            <a:custGeom>
              <a:avLst/>
              <a:gdLst/>
              <a:ahLst/>
              <a:cxnLst/>
              <a:rect l="l" t="t" r="r" b="b"/>
              <a:pathLst>
                <a:path w="300354" h="582930">
                  <a:moveTo>
                    <a:pt x="264301" y="0"/>
                  </a:moveTo>
                  <a:lnTo>
                    <a:pt x="0" y="337356"/>
                  </a:lnTo>
                  <a:lnTo>
                    <a:pt x="126571" y="339360"/>
                  </a:lnTo>
                  <a:lnTo>
                    <a:pt x="115309" y="376570"/>
                  </a:lnTo>
                  <a:lnTo>
                    <a:pt x="90382" y="458880"/>
                  </a:lnTo>
                  <a:lnTo>
                    <a:pt x="65081" y="542314"/>
                  </a:lnTo>
                  <a:lnTo>
                    <a:pt x="52696" y="582892"/>
                  </a:lnTo>
                  <a:lnTo>
                    <a:pt x="90532" y="534578"/>
                  </a:lnTo>
                  <a:lnTo>
                    <a:pt x="175718" y="422449"/>
                  </a:lnTo>
                  <a:lnTo>
                    <a:pt x="261277" y="309197"/>
                  </a:lnTo>
                  <a:lnTo>
                    <a:pt x="300236" y="257514"/>
                  </a:lnTo>
                  <a:lnTo>
                    <a:pt x="178447" y="257514"/>
                  </a:lnTo>
                  <a:lnTo>
                    <a:pt x="264301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91017" y="4144838"/>
            <a:ext cx="300990" cy="708025"/>
            <a:chOff x="791017" y="4144838"/>
            <a:chExt cx="300990" cy="708025"/>
          </a:xfrm>
        </p:grpSpPr>
        <p:sp>
          <p:nvSpPr>
            <p:cNvPr id="45" name="object 45"/>
            <p:cNvSpPr/>
            <p:nvPr/>
          </p:nvSpPr>
          <p:spPr>
            <a:xfrm>
              <a:off x="803717" y="4157538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976" y="4324241"/>
              <a:ext cx="88998" cy="13142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225" y="4331755"/>
              <a:ext cx="74393" cy="127839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791395" y="4906062"/>
            <a:ext cx="298450" cy="729615"/>
            <a:chOff x="791395" y="4906062"/>
            <a:chExt cx="298450" cy="729615"/>
          </a:xfrm>
        </p:grpSpPr>
        <p:sp>
          <p:nvSpPr>
            <p:cNvPr id="49" name="object 49"/>
            <p:cNvSpPr/>
            <p:nvPr/>
          </p:nvSpPr>
          <p:spPr>
            <a:xfrm>
              <a:off x="804095" y="4918762"/>
              <a:ext cx="273050" cy="704215"/>
            </a:xfrm>
            <a:custGeom>
              <a:avLst/>
              <a:gdLst/>
              <a:ahLst/>
              <a:cxnLst/>
              <a:rect l="l" t="t" r="r" b="b"/>
              <a:pathLst>
                <a:path w="273050" h="704214">
                  <a:moveTo>
                    <a:pt x="130458" y="969"/>
                  </a:moveTo>
                  <a:lnTo>
                    <a:pt x="98793" y="34643"/>
                  </a:lnTo>
                  <a:lnTo>
                    <a:pt x="99118" y="44667"/>
                  </a:lnTo>
                  <a:lnTo>
                    <a:pt x="99735" y="48815"/>
                  </a:lnTo>
                  <a:lnTo>
                    <a:pt x="95154" y="48838"/>
                  </a:lnTo>
                  <a:lnTo>
                    <a:pt x="97973" y="60819"/>
                  </a:lnTo>
                  <a:lnTo>
                    <a:pt x="99735" y="68395"/>
                  </a:lnTo>
                  <a:lnTo>
                    <a:pt x="98501" y="70135"/>
                  </a:lnTo>
                  <a:lnTo>
                    <a:pt x="104139" y="72601"/>
                  </a:lnTo>
                  <a:lnTo>
                    <a:pt x="105637" y="78229"/>
                  </a:lnTo>
                  <a:lnTo>
                    <a:pt x="107559" y="82881"/>
                  </a:lnTo>
                  <a:lnTo>
                    <a:pt x="109216" y="88821"/>
                  </a:lnTo>
                  <a:lnTo>
                    <a:pt x="109921" y="98314"/>
                  </a:lnTo>
                  <a:lnTo>
                    <a:pt x="109921" y="98490"/>
                  </a:lnTo>
                  <a:lnTo>
                    <a:pt x="106441" y="98160"/>
                  </a:lnTo>
                  <a:lnTo>
                    <a:pt x="103974" y="103270"/>
                  </a:lnTo>
                  <a:lnTo>
                    <a:pt x="103270" y="104679"/>
                  </a:lnTo>
                  <a:lnTo>
                    <a:pt x="102554" y="109414"/>
                  </a:lnTo>
                  <a:lnTo>
                    <a:pt x="99735" y="110648"/>
                  </a:lnTo>
                  <a:lnTo>
                    <a:pt x="88016" y="115185"/>
                  </a:lnTo>
                  <a:lnTo>
                    <a:pt x="73917" y="119843"/>
                  </a:lnTo>
                  <a:lnTo>
                    <a:pt x="60875" y="124665"/>
                  </a:lnTo>
                  <a:lnTo>
                    <a:pt x="23862" y="177083"/>
                  </a:lnTo>
                  <a:lnTo>
                    <a:pt x="2664" y="222749"/>
                  </a:lnTo>
                  <a:lnTo>
                    <a:pt x="2664" y="234202"/>
                  </a:lnTo>
                  <a:lnTo>
                    <a:pt x="1739" y="241932"/>
                  </a:lnTo>
                  <a:lnTo>
                    <a:pt x="4206" y="247746"/>
                  </a:lnTo>
                  <a:lnTo>
                    <a:pt x="12553" y="268693"/>
                  </a:lnTo>
                  <a:lnTo>
                    <a:pt x="21798" y="292180"/>
                  </a:lnTo>
                  <a:lnTo>
                    <a:pt x="32034" y="314675"/>
                  </a:lnTo>
                  <a:lnTo>
                    <a:pt x="43354" y="332649"/>
                  </a:lnTo>
                  <a:lnTo>
                    <a:pt x="45468" y="335291"/>
                  </a:lnTo>
                  <a:lnTo>
                    <a:pt x="49520" y="338320"/>
                  </a:lnTo>
                  <a:lnTo>
                    <a:pt x="54806" y="340082"/>
                  </a:lnTo>
                  <a:lnTo>
                    <a:pt x="60092" y="341844"/>
                  </a:lnTo>
                  <a:lnTo>
                    <a:pt x="69077" y="345720"/>
                  </a:lnTo>
                  <a:lnTo>
                    <a:pt x="68901" y="348891"/>
                  </a:lnTo>
                  <a:lnTo>
                    <a:pt x="67291" y="376584"/>
                  </a:lnTo>
                  <a:lnTo>
                    <a:pt x="65267" y="412122"/>
                  </a:lnTo>
                  <a:lnTo>
                    <a:pt x="63079" y="448420"/>
                  </a:lnTo>
                  <a:lnTo>
                    <a:pt x="60973" y="478392"/>
                  </a:lnTo>
                  <a:lnTo>
                    <a:pt x="59715" y="494753"/>
                  </a:lnTo>
                  <a:lnTo>
                    <a:pt x="58572" y="511097"/>
                  </a:lnTo>
                  <a:lnTo>
                    <a:pt x="57529" y="526286"/>
                  </a:lnTo>
                  <a:lnTo>
                    <a:pt x="56568" y="539178"/>
                  </a:lnTo>
                  <a:lnTo>
                    <a:pt x="55153" y="559547"/>
                  </a:lnTo>
                  <a:lnTo>
                    <a:pt x="53573" y="581354"/>
                  </a:lnTo>
                  <a:lnTo>
                    <a:pt x="51067" y="604316"/>
                  </a:lnTo>
                  <a:lnTo>
                    <a:pt x="46877" y="628154"/>
                  </a:lnTo>
                  <a:lnTo>
                    <a:pt x="44218" y="639766"/>
                  </a:lnTo>
                  <a:lnTo>
                    <a:pt x="41724" y="650883"/>
                  </a:lnTo>
                  <a:lnTo>
                    <a:pt x="40485" y="659225"/>
                  </a:lnTo>
                  <a:lnTo>
                    <a:pt x="41592" y="662512"/>
                  </a:lnTo>
                  <a:lnTo>
                    <a:pt x="35207" y="671195"/>
                  </a:lnTo>
                  <a:lnTo>
                    <a:pt x="25547" y="677796"/>
                  </a:lnTo>
                  <a:lnTo>
                    <a:pt x="14963" y="682482"/>
                  </a:lnTo>
                  <a:lnTo>
                    <a:pt x="5803" y="685417"/>
                  </a:lnTo>
                  <a:lnTo>
                    <a:pt x="2279" y="686297"/>
                  </a:lnTo>
                  <a:lnTo>
                    <a:pt x="0" y="689645"/>
                  </a:lnTo>
                  <a:lnTo>
                    <a:pt x="352" y="693345"/>
                  </a:lnTo>
                  <a:lnTo>
                    <a:pt x="682" y="695603"/>
                  </a:lnTo>
                  <a:lnTo>
                    <a:pt x="858" y="698422"/>
                  </a:lnTo>
                  <a:lnTo>
                    <a:pt x="4426" y="699512"/>
                  </a:lnTo>
                  <a:lnTo>
                    <a:pt x="5307" y="699512"/>
                  </a:lnTo>
                  <a:lnTo>
                    <a:pt x="11485" y="700478"/>
                  </a:lnTo>
                  <a:lnTo>
                    <a:pt x="20531" y="701191"/>
                  </a:lnTo>
                  <a:lnTo>
                    <a:pt x="30899" y="700748"/>
                  </a:lnTo>
                  <a:lnTo>
                    <a:pt x="41041" y="698245"/>
                  </a:lnTo>
                  <a:lnTo>
                    <a:pt x="52773" y="695463"/>
                  </a:lnTo>
                  <a:lnTo>
                    <a:pt x="65251" y="694865"/>
                  </a:lnTo>
                  <a:lnTo>
                    <a:pt x="77695" y="694993"/>
                  </a:lnTo>
                  <a:lnTo>
                    <a:pt x="89328" y="694391"/>
                  </a:lnTo>
                  <a:lnTo>
                    <a:pt x="93733" y="693863"/>
                  </a:lnTo>
                  <a:lnTo>
                    <a:pt x="94284" y="678159"/>
                  </a:lnTo>
                  <a:lnTo>
                    <a:pt x="92522" y="670936"/>
                  </a:lnTo>
                  <a:lnTo>
                    <a:pt x="91993" y="668822"/>
                  </a:lnTo>
                  <a:lnTo>
                    <a:pt x="90925" y="667798"/>
                  </a:lnTo>
                  <a:lnTo>
                    <a:pt x="102488" y="619857"/>
                  </a:lnTo>
                  <a:lnTo>
                    <a:pt x="107306" y="571595"/>
                  </a:lnTo>
                  <a:lnTo>
                    <a:pt x="111352" y="519962"/>
                  </a:lnTo>
                  <a:lnTo>
                    <a:pt x="114878" y="493712"/>
                  </a:lnTo>
                  <a:lnTo>
                    <a:pt x="120916" y="461929"/>
                  </a:lnTo>
                  <a:lnTo>
                    <a:pt x="127417" y="431632"/>
                  </a:lnTo>
                  <a:lnTo>
                    <a:pt x="132330" y="409842"/>
                  </a:lnTo>
                  <a:lnTo>
                    <a:pt x="132682" y="408081"/>
                  </a:lnTo>
                  <a:lnTo>
                    <a:pt x="135336" y="408081"/>
                  </a:lnTo>
                  <a:lnTo>
                    <a:pt x="135689" y="409842"/>
                  </a:lnTo>
                  <a:lnTo>
                    <a:pt x="137950" y="424824"/>
                  </a:lnTo>
                  <a:lnTo>
                    <a:pt x="140468" y="443935"/>
                  </a:lnTo>
                  <a:lnTo>
                    <a:pt x="143184" y="464500"/>
                  </a:lnTo>
                  <a:lnTo>
                    <a:pt x="149314" y="512485"/>
                  </a:lnTo>
                  <a:lnTo>
                    <a:pt x="150215" y="560571"/>
                  </a:lnTo>
                  <a:lnTo>
                    <a:pt x="149834" y="603466"/>
                  </a:lnTo>
                  <a:lnTo>
                    <a:pt x="150213" y="640810"/>
                  </a:lnTo>
                  <a:lnTo>
                    <a:pt x="152757" y="661245"/>
                  </a:lnTo>
                  <a:lnTo>
                    <a:pt x="152485" y="664026"/>
                  </a:lnTo>
                  <a:lnTo>
                    <a:pt x="151491" y="671057"/>
                  </a:lnTo>
                  <a:lnTo>
                    <a:pt x="149505" y="680367"/>
                  </a:lnTo>
                  <a:lnTo>
                    <a:pt x="146260" y="689986"/>
                  </a:lnTo>
                  <a:lnTo>
                    <a:pt x="147809" y="699791"/>
                  </a:lnTo>
                  <a:lnTo>
                    <a:pt x="159199" y="704208"/>
                  </a:lnTo>
                  <a:lnTo>
                    <a:pt x="173893" y="704199"/>
                  </a:lnTo>
                  <a:lnTo>
                    <a:pt x="185353" y="700723"/>
                  </a:lnTo>
                  <a:lnTo>
                    <a:pt x="191765" y="693553"/>
                  </a:lnTo>
                  <a:lnTo>
                    <a:pt x="193028" y="685378"/>
                  </a:lnTo>
                  <a:lnTo>
                    <a:pt x="191912" y="677566"/>
                  </a:lnTo>
                  <a:lnTo>
                    <a:pt x="191189" y="671486"/>
                  </a:lnTo>
                  <a:lnTo>
                    <a:pt x="192422" y="665848"/>
                  </a:lnTo>
                  <a:lnTo>
                    <a:pt x="195065" y="665848"/>
                  </a:lnTo>
                  <a:lnTo>
                    <a:pt x="196475" y="653867"/>
                  </a:lnTo>
                  <a:lnTo>
                    <a:pt x="198272" y="625151"/>
                  </a:lnTo>
                  <a:lnTo>
                    <a:pt x="198303" y="594601"/>
                  </a:lnTo>
                  <a:lnTo>
                    <a:pt x="197639" y="563952"/>
                  </a:lnTo>
                  <a:lnTo>
                    <a:pt x="197356" y="534938"/>
                  </a:lnTo>
                  <a:lnTo>
                    <a:pt x="198170" y="523733"/>
                  </a:lnTo>
                  <a:lnTo>
                    <a:pt x="199789" y="508476"/>
                  </a:lnTo>
                  <a:lnTo>
                    <a:pt x="201376" y="489355"/>
                  </a:lnTo>
                  <a:lnTo>
                    <a:pt x="202091" y="466554"/>
                  </a:lnTo>
                  <a:lnTo>
                    <a:pt x="202061" y="442476"/>
                  </a:lnTo>
                  <a:lnTo>
                    <a:pt x="201838" y="419423"/>
                  </a:lnTo>
                  <a:lnTo>
                    <a:pt x="201217" y="397030"/>
                  </a:lnTo>
                  <a:lnTo>
                    <a:pt x="199999" y="374935"/>
                  </a:lnTo>
                  <a:lnTo>
                    <a:pt x="200084" y="363154"/>
                  </a:lnTo>
                  <a:lnTo>
                    <a:pt x="201210" y="354271"/>
                  </a:lnTo>
                  <a:lnTo>
                    <a:pt x="201510" y="344363"/>
                  </a:lnTo>
                  <a:lnTo>
                    <a:pt x="199118" y="329510"/>
                  </a:lnTo>
                  <a:lnTo>
                    <a:pt x="211343" y="330328"/>
                  </a:lnTo>
                  <a:lnTo>
                    <a:pt x="241401" y="300740"/>
                  </a:lnTo>
                  <a:lnTo>
                    <a:pt x="262681" y="253578"/>
                  </a:lnTo>
                  <a:lnTo>
                    <a:pt x="267832" y="240368"/>
                  </a:lnTo>
                  <a:lnTo>
                    <a:pt x="271493" y="237185"/>
                  </a:lnTo>
                  <a:lnTo>
                    <a:pt x="272953" y="230788"/>
                  </a:lnTo>
                  <a:lnTo>
                    <a:pt x="272595" y="222740"/>
                  </a:lnTo>
                  <a:lnTo>
                    <a:pt x="270805" y="214600"/>
                  </a:lnTo>
                  <a:lnTo>
                    <a:pt x="269924" y="211958"/>
                  </a:lnTo>
                  <a:lnTo>
                    <a:pt x="265894" y="212343"/>
                  </a:lnTo>
                  <a:lnTo>
                    <a:pt x="265189" y="209700"/>
                  </a:lnTo>
                  <a:lnTo>
                    <a:pt x="256520" y="190190"/>
                  </a:lnTo>
                  <a:lnTo>
                    <a:pt x="242350" y="166599"/>
                  </a:lnTo>
                  <a:lnTo>
                    <a:pt x="228148" y="144958"/>
                  </a:lnTo>
                  <a:lnTo>
                    <a:pt x="219380" y="131295"/>
                  </a:lnTo>
                  <a:lnTo>
                    <a:pt x="211201" y="125009"/>
                  </a:lnTo>
                  <a:lnTo>
                    <a:pt x="197174" y="119611"/>
                  </a:lnTo>
                  <a:lnTo>
                    <a:pt x="181957" y="115072"/>
                  </a:lnTo>
                  <a:lnTo>
                    <a:pt x="170211" y="111363"/>
                  </a:lnTo>
                  <a:lnTo>
                    <a:pt x="168449" y="110659"/>
                  </a:lnTo>
                  <a:lnTo>
                    <a:pt x="166511" y="108721"/>
                  </a:lnTo>
                  <a:lnTo>
                    <a:pt x="165806" y="106959"/>
                  </a:lnTo>
                  <a:lnTo>
                    <a:pt x="165454" y="106254"/>
                  </a:lnTo>
                  <a:lnTo>
                    <a:pt x="165278" y="105571"/>
                  </a:lnTo>
                  <a:lnTo>
                    <a:pt x="164925" y="104866"/>
                  </a:lnTo>
                  <a:lnTo>
                    <a:pt x="161930" y="98347"/>
                  </a:lnTo>
                  <a:lnTo>
                    <a:pt x="157713" y="98534"/>
                  </a:lnTo>
                  <a:lnTo>
                    <a:pt x="157184" y="93601"/>
                  </a:lnTo>
                  <a:lnTo>
                    <a:pt x="156787" y="89516"/>
                  </a:lnTo>
                  <a:lnTo>
                    <a:pt x="158373" y="86697"/>
                  </a:lnTo>
                  <a:lnTo>
                    <a:pt x="160488" y="82644"/>
                  </a:lnTo>
                  <a:lnTo>
                    <a:pt x="162261" y="78074"/>
                  </a:lnTo>
                  <a:lnTo>
                    <a:pt x="163494" y="73317"/>
                  </a:lnTo>
                  <a:lnTo>
                    <a:pt x="165961" y="72789"/>
                  </a:lnTo>
                  <a:lnTo>
                    <a:pt x="167921" y="73119"/>
                  </a:lnTo>
                  <a:lnTo>
                    <a:pt x="170211" y="63957"/>
                  </a:lnTo>
                  <a:lnTo>
                    <a:pt x="171092" y="59905"/>
                  </a:lnTo>
                  <a:lnTo>
                    <a:pt x="174935" y="49168"/>
                  </a:lnTo>
                  <a:lnTo>
                    <a:pt x="168945" y="48815"/>
                  </a:lnTo>
                  <a:lnTo>
                    <a:pt x="170031" y="40352"/>
                  </a:lnTo>
                  <a:lnTo>
                    <a:pt x="170096" y="28526"/>
                  </a:lnTo>
                  <a:lnTo>
                    <a:pt x="167121" y="17030"/>
                  </a:lnTo>
                  <a:lnTo>
                    <a:pt x="159089" y="9558"/>
                  </a:lnTo>
                  <a:lnTo>
                    <a:pt x="154684" y="7972"/>
                  </a:lnTo>
                  <a:lnTo>
                    <a:pt x="154530" y="5649"/>
                  </a:lnTo>
                  <a:lnTo>
                    <a:pt x="152592" y="4768"/>
                  </a:lnTo>
                  <a:lnTo>
                    <a:pt x="145544" y="1420"/>
                  </a:lnTo>
                  <a:lnTo>
                    <a:pt x="138012" y="0"/>
                  </a:lnTo>
                  <a:lnTo>
                    <a:pt x="130458" y="96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228" y="5103693"/>
              <a:ext cx="64657" cy="12737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43044" y="5117285"/>
              <a:ext cx="36830" cy="112395"/>
            </a:xfrm>
            <a:custGeom>
              <a:avLst/>
              <a:gdLst/>
              <a:ahLst/>
              <a:cxnLst/>
              <a:rect l="l" t="t" r="r" b="b"/>
              <a:pathLst>
                <a:path w="36830" h="112395">
                  <a:moveTo>
                    <a:pt x="24887" y="330"/>
                  </a:moveTo>
                  <a:lnTo>
                    <a:pt x="31142" y="26314"/>
                  </a:lnTo>
                  <a:lnTo>
                    <a:pt x="31879" y="35678"/>
                  </a:lnTo>
                  <a:lnTo>
                    <a:pt x="33509" y="50740"/>
                  </a:lnTo>
                  <a:lnTo>
                    <a:pt x="35139" y="65020"/>
                  </a:lnTo>
                  <a:lnTo>
                    <a:pt x="36240" y="77746"/>
                  </a:lnTo>
                  <a:lnTo>
                    <a:pt x="36284" y="88150"/>
                  </a:lnTo>
                  <a:lnTo>
                    <a:pt x="35931" y="94141"/>
                  </a:lnTo>
                  <a:lnTo>
                    <a:pt x="36460" y="99790"/>
                  </a:lnTo>
                  <a:lnTo>
                    <a:pt x="36284" y="100318"/>
                  </a:lnTo>
                  <a:lnTo>
                    <a:pt x="30117" y="106485"/>
                  </a:lnTo>
                  <a:lnTo>
                    <a:pt x="27474" y="107366"/>
                  </a:lnTo>
                  <a:lnTo>
                    <a:pt x="23598" y="108423"/>
                  </a:lnTo>
                  <a:lnTo>
                    <a:pt x="19700" y="111947"/>
                  </a:lnTo>
                  <a:lnTo>
                    <a:pt x="18995" y="110890"/>
                  </a:lnTo>
                  <a:lnTo>
                    <a:pt x="14144" y="97653"/>
                  </a:lnTo>
                  <a:lnTo>
                    <a:pt x="8176" y="76885"/>
                  </a:lnTo>
                  <a:lnTo>
                    <a:pt x="2868" y="56381"/>
                  </a:lnTo>
                  <a:lnTo>
                    <a:pt x="0" y="43937"/>
                  </a:lnTo>
                  <a:lnTo>
                    <a:pt x="704" y="39532"/>
                  </a:lnTo>
                  <a:lnTo>
                    <a:pt x="1244" y="33344"/>
                  </a:lnTo>
                  <a:lnTo>
                    <a:pt x="1596" y="30172"/>
                  </a:lnTo>
                  <a:lnTo>
                    <a:pt x="1772" y="28763"/>
                  </a:lnTo>
                  <a:lnTo>
                    <a:pt x="2092" y="27540"/>
                  </a:lnTo>
                  <a:lnTo>
                    <a:pt x="2973" y="26483"/>
                  </a:lnTo>
                  <a:lnTo>
                    <a:pt x="6585" y="21278"/>
                  </a:lnTo>
                  <a:lnTo>
                    <a:pt x="24308" y="440"/>
                  </a:lnTo>
                  <a:lnTo>
                    <a:pt x="24887" y="33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403343" y="4567532"/>
            <a:ext cx="87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632561" y="6080560"/>
            <a:ext cx="10013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urier New"/>
                <a:cs typeface="Courier New"/>
              </a:rPr>
              <a:t>RESPONSE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521609" y="4419736"/>
            <a:ext cx="5946140" cy="970915"/>
            <a:chOff x="1521609" y="4419736"/>
            <a:chExt cx="5946140" cy="970915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1609" y="4419736"/>
              <a:ext cx="5945709" cy="19811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559709" y="4498796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7C96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07299" y="443783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19"/>
                  </a:lnTo>
                  <a:lnTo>
                    <a:pt x="121920" y="6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6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1609" y="5192386"/>
              <a:ext cx="5945709" cy="19811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559709" y="5271446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3F67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07299" y="521048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9322" y="4460123"/>
              <a:ext cx="1424245" cy="907261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260570" y="4545256"/>
              <a:ext cx="1166495" cy="644525"/>
            </a:xfrm>
            <a:custGeom>
              <a:avLst/>
              <a:gdLst/>
              <a:ahLst/>
              <a:cxnLst/>
              <a:rect l="l" t="t" r="r" b="b"/>
              <a:pathLst>
                <a:path w="1166495" h="644525">
                  <a:moveTo>
                    <a:pt x="0" y="0"/>
                  </a:moveTo>
                  <a:lnTo>
                    <a:pt x="1155028" y="638043"/>
                  </a:lnTo>
                  <a:lnTo>
                    <a:pt x="1166144" y="6441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386123" y="5129940"/>
              <a:ext cx="136525" cy="112395"/>
            </a:xfrm>
            <a:custGeom>
              <a:avLst/>
              <a:gdLst/>
              <a:ahLst/>
              <a:cxnLst/>
              <a:rect l="l" t="t" r="r" b="b"/>
              <a:pathLst>
                <a:path w="136525" h="112395">
                  <a:moveTo>
                    <a:pt x="58952" y="0"/>
                  </a:moveTo>
                  <a:lnTo>
                    <a:pt x="0" y="106720"/>
                  </a:lnTo>
                  <a:lnTo>
                    <a:pt x="136196" y="112312"/>
                  </a:lnTo>
                  <a:lnTo>
                    <a:pt x="5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1017" y="4445399"/>
              <a:ext cx="1243614" cy="92571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607885" y="4589780"/>
              <a:ext cx="979805" cy="657860"/>
            </a:xfrm>
            <a:custGeom>
              <a:avLst/>
              <a:gdLst/>
              <a:ahLst/>
              <a:cxnLst/>
              <a:rect l="l" t="t" r="r" b="b"/>
              <a:pathLst>
                <a:path w="979804" h="657860">
                  <a:moveTo>
                    <a:pt x="0" y="657863"/>
                  </a:moveTo>
                  <a:lnTo>
                    <a:pt x="968677" y="7082"/>
                  </a:lnTo>
                  <a:lnTo>
                    <a:pt x="97921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542567" y="4528873"/>
              <a:ext cx="135255" cy="118745"/>
            </a:xfrm>
            <a:custGeom>
              <a:avLst/>
              <a:gdLst/>
              <a:ahLst/>
              <a:cxnLst/>
              <a:rect l="l" t="t" r="r" b="b"/>
              <a:pathLst>
                <a:path w="135254" h="118745">
                  <a:moveTo>
                    <a:pt x="135196" y="0"/>
                  </a:moveTo>
                  <a:lnTo>
                    <a:pt x="0" y="17388"/>
                  </a:lnTo>
                  <a:lnTo>
                    <a:pt x="67990" y="118590"/>
                  </a:lnTo>
                  <a:lnTo>
                    <a:pt x="135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1521609" y="5965036"/>
            <a:ext cx="5946140" cy="198120"/>
            <a:chOff x="1521609" y="5965036"/>
            <a:chExt cx="5946140" cy="198120"/>
          </a:xfrm>
        </p:grpSpPr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1609" y="5965036"/>
              <a:ext cx="5945709" cy="19811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559709" y="6044096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47589" y="0"/>
                  </a:lnTo>
                  <a:lnTo>
                    <a:pt x="5760289" y="0"/>
                  </a:lnTo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07299" y="598313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7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791017" y="5690139"/>
            <a:ext cx="300990" cy="708025"/>
            <a:chOff x="791017" y="5690139"/>
            <a:chExt cx="300990" cy="708025"/>
          </a:xfrm>
        </p:grpSpPr>
        <p:sp>
          <p:nvSpPr>
            <p:cNvPr id="72" name="object 72"/>
            <p:cNvSpPr/>
            <p:nvPr/>
          </p:nvSpPr>
          <p:spPr>
            <a:xfrm>
              <a:off x="803717" y="5702839"/>
              <a:ext cx="275590" cy="682625"/>
            </a:xfrm>
            <a:custGeom>
              <a:avLst/>
              <a:gdLst/>
              <a:ahLst/>
              <a:cxnLst/>
              <a:rect l="l" t="t" r="r" b="b"/>
              <a:pathLst>
                <a:path w="275590" h="682625">
                  <a:moveTo>
                    <a:pt x="137978" y="0"/>
                  </a:moveTo>
                  <a:lnTo>
                    <a:pt x="103845" y="22019"/>
                  </a:lnTo>
                  <a:lnTo>
                    <a:pt x="97903" y="39804"/>
                  </a:lnTo>
                  <a:lnTo>
                    <a:pt x="91818" y="54281"/>
                  </a:lnTo>
                  <a:lnTo>
                    <a:pt x="87169" y="72681"/>
                  </a:lnTo>
                  <a:lnTo>
                    <a:pt x="89392" y="85182"/>
                  </a:lnTo>
                  <a:lnTo>
                    <a:pt x="91199" y="95056"/>
                  </a:lnTo>
                  <a:lnTo>
                    <a:pt x="85300" y="105570"/>
                  </a:lnTo>
                  <a:lnTo>
                    <a:pt x="78632" y="112067"/>
                  </a:lnTo>
                  <a:lnTo>
                    <a:pt x="83590" y="123040"/>
                  </a:lnTo>
                  <a:lnTo>
                    <a:pt x="82223" y="123553"/>
                  </a:lnTo>
                  <a:lnTo>
                    <a:pt x="79829" y="123382"/>
                  </a:lnTo>
                  <a:lnTo>
                    <a:pt x="78461" y="123895"/>
                  </a:lnTo>
                  <a:lnTo>
                    <a:pt x="72934" y="125437"/>
                  </a:lnTo>
                  <a:lnTo>
                    <a:pt x="67082" y="128046"/>
                  </a:lnTo>
                  <a:lnTo>
                    <a:pt x="61229" y="132547"/>
                  </a:lnTo>
                  <a:lnTo>
                    <a:pt x="55702" y="139763"/>
                  </a:lnTo>
                  <a:lnTo>
                    <a:pt x="45954" y="155214"/>
                  </a:lnTo>
                  <a:lnTo>
                    <a:pt x="32830" y="175152"/>
                  </a:lnTo>
                  <a:lnTo>
                    <a:pt x="18200" y="197271"/>
                  </a:lnTo>
                  <a:lnTo>
                    <a:pt x="3932" y="219261"/>
                  </a:lnTo>
                  <a:lnTo>
                    <a:pt x="3761" y="219603"/>
                  </a:lnTo>
                  <a:lnTo>
                    <a:pt x="3568" y="219945"/>
                  </a:lnTo>
                  <a:lnTo>
                    <a:pt x="3397" y="220116"/>
                  </a:lnTo>
                  <a:lnTo>
                    <a:pt x="3055" y="220800"/>
                  </a:lnTo>
                  <a:lnTo>
                    <a:pt x="2724" y="221473"/>
                  </a:lnTo>
                  <a:lnTo>
                    <a:pt x="2382" y="221986"/>
                  </a:lnTo>
                  <a:lnTo>
                    <a:pt x="331" y="226260"/>
                  </a:lnTo>
                  <a:lnTo>
                    <a:pt x="0" y="230726"/>
                  </a:lnTo>
                  <a:lnTo>
                    <a:pt x="2222" y="235342"/>
                  </a:lnTo>
                  <a:lnTo>
                    <a:pt x="4559" y="240855"/>
                  </a:lnTo>
                  <a:lnTo>
                    <a:pt x="6571" y="246765"/>
                  </a:lnTo>
                  <a:lnTo>
                    <a:pt x="8840" y="253668"/>
                  </a:lnTo>
                  <a:lnTo>
                    <a:pt x="11946" y="262162"/>
                  </a:lnTo>
                  <a:lnTo>
                    <a:pt x="16585" y="271730"/>
                  </a:lnTo>
                  <a:lnTo>
                    <a:pt x="22754" y="281610"/>
                  </a:lnTo>
                  <a:lnTo>
                    <a:pt x="29595" y="291650"/>
                  </a:lnTo>
                  <a:lnTo>
                    <a:pt x="36255" y="301698"/>
                  </a:lnTo>
                  <a:lnTo>
                    <a:pt x="38306" y="305117"/>
                  </a:lnTo>
                  <a:lnTo>
                    <a:pt x="38114" y="308002"/>
                  </a:lnTo>
                  <a:lnTo>
                    <a:pt x="43414" y="315696"/>
                  </a:lnTo>
                  <a:lnTo>
                    <a:pt x="46320" y="319970"/>
                  </a:lnTo>
                  <a:lnTo>
                    <a:pt x="51278" y="319435"/>
                  </a:lnTo>
                  <a:lnTo>
                    <a:pt x="49397" y="319435"/>
                  </a:lnTo>
                  <a:lnTo>
                    <a:pt x="54014" y="319777"/>
                  </a:lnTo>
                  <a:lnTo>
                    <a:pt x="58651" y="318271"/>
                  </a:lnTo>
                  <a:lnTo>
                    <a:pt x="58480" y="318955"/>
                  </a:lnTo>
                  <a:lnTo>
                    <a:pt x="57258" y="333975"/>
                  </a:lnTo>
                  <a:lnTo>
                    <a:pt x="57315" y="350134"/>
                  </a:lnTo>
                  <a:lnTo>
                    <a:pt x="58462" y="367158"/>
                  </a:lnTo>
                  <a:lnTo>
                    <a:pt x="60510" y="384776"/>
                  </a:lnTo>
                  <a:lnTo>
                    <a:pt x="64864" y="406056"/>
                  </a:lnTo>
                  <a:lnTo>
                    <a:pt x="72659" y="439383"/>
                  </a:lnTo>
                  <a:lnTo>
                    <a:pt x="80230" y="472453"/>
                  </a:lnTo>
                  <a:lnTo>
                    <a:pt x="83911" y="492964"/>
                  </a:lnTo>
                  <a:lnTo>
                    <a:pt x="86348" y="534749"/>
                  </a:lnTo>
                  <a:lnTo>
                    <a:pt x="90055" y="570796"/>
                  </a:lnTo>
                  <a:lnTo>
                    <a:pt x="94243" y="600623"/>
                  </a:lnTo>
                  <a:lnTo>
                    <a:pt x="98122" y="623752"/>
                  </a:lnTo>
                  <a:lnTo>
                    <a:pt x="98464" y="625290"/>
                  </a:lnTo>
                  <a:lnTo>
                    <a:pt x="99159" y="625996"/>
                  </a:lnTo>
                  <a:lnTo>
                    <a:pt x="99672" y="625996"/>
                  </a:lnTo>
                  <a:lnTo>
                    <a:pt x="100014" y="625996"/>
                  </a:lnTo>
                  <a:lnTo>
                    <a:pt x="100879" y="626338"/>
                  </a:lnTo>
                  <a:lnTo>
                    <a:pt x="102076" y="626850"/>
                  </a:lnTo>
                  <a:lnTo>
                    <a:pt x="102663" y="633840"/>
                  </a:lnTo>
                  <a:lnTo>
                    <a:pt x="103326" y="637626"/>
                  </a:lnTo>
                  <a:lnTo>
                    <a:pt x="102803" y="640900"/>
                  </a:lnTo>
                  <a:lnTo>
                    <a:pt x="99832" y="646351"/>
                  </a:lnTo>
                  <a:lnTo>
                    <a:pt x="96460" y="650836"/>
                  </a:lnTo>
                  <a:lnTo>
                    <a:pt x="92593" y="655845"/>
                  </a:lnTo>
                  <a:lnTo>
                    <a:pt x="89527" y="661783"/>
                  </a:lnTo>
                  <a:lnTo>
                    <a:pt x="88559" y="669057"/>
                  </a:lnTo>
                  <a:lnTo>
                    <a:pt x="88730" y="672989"/>
                  </a:lnTo>
                  <a:lnTo>
                    <a:pt x="89595" y="675073"/>
                  </a:lnTo>
                  <a:lnTo>
                    <a:pt x="92673" y="677979"/>
                  </a:lnTo>
                  <a:lnTo>
                    <a:pt x="97470" y="680721"/>
                  </a:lnTo>
                  <a:lnTo>
                    <a:pt x="105025" y="682494"/>
                  </a:lnTo>
                  <a:lnTo>
                    <a:pt x="114310" y="681703"/>
                  </a:lnTo>
                  <a:lnTo>
                    <a:pt x="124301" y="676751"/>
                  </a:lnTo>
                  <a:lnTo>
                    <a:pt x="131140" y="671622"/>
                  </a:lnTo>
                  <a:lnTo>
                    <a:pt x="126833" y="661887"/>
                  </a:lnTo>
                  <a:lnTo>
                    <a:pt x="128201" y="657784"/>
                  </a:lnTo>
                  <a:lnTo>
                    <a:pt x="130082" y="652655"/>
                  </a:lnTo>
                  <a:lnTo>
                    <a:pt x="132636" y="649749"/>
                  </a:lnTo>
                  <a:lnTo>
                    <a:pt x="130926" y="637269"/>
                  </a:lnTo>
                  <a:lnTo>
                    <a:pt x="130584" y="634704"/>
                  </a:lnTo>
                  <a:lnTo>
                    <a:pt x="129420" y="630120"/>
                  </a:lnTo>
                  <a:lnTo>
                    <a:pt x="128736" y="626530"/>
                  </a:lnTo>
                  <a:lnTo>
                    <a:pt x="130445" y="625846"/>
                  </a:lnTo>
                  <a:lnTo>
                    <a:pt x="131781" y="624991"/>
                  </a:lnTo>
                  <a:lnTo>
                    <a:pt x="131781" y="623965"/>
                  </a:lnTo>
                  <a:lnTo>
                    <a:pt x="131900" y="614478"/>
                  </a:lnTo>
                  <a:lnTo>
                    <a:pt x="131957" y="605544"/>
                  </a:lnTo>
                  <a:lnTo>
                    <a:pt x="131886" y="595295"/>
                  </a:lnTo>
                  <a:lnTo>
                    <a:pt x="131621" y="581865"/>
                  </a:lnTo>
                  <a:lnTo>
                    <a:pt x="131341" y="570908"/>
                  </a:lnTo>
                  <a:lnTo>
                    <a:pt x="131161" y="560751"/>
                  </a:lnTo>
                  <a:lnTo>
                    <a:pt x="128928" y="522455"/>
                  </a:lnTo>
                  <a:lnTo>
                    <a:pt x="128017" y="515948"/>
                  </a:lnTo>
                  <a:lnTo>
                    <a:pt x="127026" y="505786"/>
                  </a:lnTo>
                  <a:lnTo>
                    <a:pt x="126513" y="498264"/>
                  </a:lnTo>
                  <a:lnTo>
                    <a:pt x="125968" y="491094"/>
                  </a:lnTo>
                  <a:lnTo>
                    <a:pt x="126652" y="483401"/>
                  </a:lnTo>
                  <a:lnTo>
                    <a:pt x="126942" y="478468"/>
                  </a:lnTo>
                  <a:lnTo>
                    <a:pt x="127427" y="470231"/>
                  </a:lnTo>
                  <a:lnTo>
                    <a:pt x="127911" y="461995"/>
                  </a:lnTo>
                  <a:lnTo>
                    <a:pt x="128201" y="457062"/>
                  </a:lnTo>
                  <a:lnTo>
                    <a:pt x="128564" y="435116"/>
                  </a:lnTo>
                  <a:lnTo>
                    <a:pt x="129158" y="417008"/>
                  </a:lnTo>
                  <a:lnTo>
                    <a:pt x="130007" y="398931"/>
                  </a:lnTo>
                  <a:lnTo>
                    <a:pt x="131140" y="377082"/>
                  </a:lnTo>
                  <a:lnTo>
                    <a:pt x="131482" y="374347"/>
                  </a:lnTo>
                  <a:lnTo>
                    <a:pt x="132988" y="372798"/>
                  </a:lnTo>
                  <a:lnTo>
                    <a:pt x="134185" y="375533"/>
                  </a:lnTo>
                  <a:lnTo>
                    <a:pt x="140433" y="389741"/>
                  </a:lnTo>
                  <a:lnTo>
                    <a:pt x="155556" y="427998"/>
                  </a:lnTo>
                  <a:lnTo>
                    <a:pt x="168287" y="464301"/>
                  </a:lnTo>
                  <a:lnTo>
                    <a:pt x="178718" y="504856"/>
                  </a:lnTo>
                  <a:lnTo>
                    <a:pt x="180324" y="515788"/>
                  </a:lnTo>
                  <a:lnTo>
                    <a:pt x="181994" y="527329"/>
                  </a:lnTo>
                  <a:lnTo>
                    <a:pt x="183604" y="539819"/>
                  </a:lnTo>
                  <a:lnTo>
                    <a:pt x="187839" y="564601"/>
                  </a:lnTo>
                  <a:lnTo>
                    <a:pt x="193616" y="589206"/>
                  </a:lnTo>
                  <a:lnTo>
                    <a:pt x="199009" y="609420"/>
                  </a:lnTo>
                  <a:lnTo>
                    <a:pt x="202090" y="621027"/>
                  </a:lnTo>
                  <a:lnTo>
                    <a:pt x="202432" y="622566"/>
                  </a:lnTo>
                  <a:lnTo>
                    <a:pt x="202592" y="623410"/>
                  </a:lnTo>
                  <a:lnTo>
                    <a:pt x="203105" y="624607"/>
                  </a:lnTo>
                  <a:lnTo>
                    <a:pt x="203276" y="624948"/>
                  </a:lnTo>
                  <a:lnTo>
                    <a:pt x="204793" y="625504"/>
                  </a:lnTo>
                  <a:lnTo>
                    <a:pt x="206845" y="625675"/>
                  </a:lnTo>
                  <a:lnTo>
                    <a:pt x="207529" y="631659"/>
                  </a:lnTo>
                  <a:lnTo>
                    <a:pt x="207689" y="641906"/>
                  </a:lnTo>
                  <a:lnTo>
                    <a:pt x="203586" y="649770"/>
                  </a:lnTo>
                  <a:lnTo>
                    <a:pt x="199996" y="656780"/>
                  </a:lnTo>
                  <a:lnTo>
                    <a:pt x="206150" y="666493"/>
                  </a:lnTo>
                  <a:lnTo>
                    <a:pt x="209911" y="669570"/>
                  </a:lnTo>
                  <a:lnTo>
                    <a:pt x="214186" y="671109"/>
                  </a:lnTo>
                  <a:lnTo>
                    <a:pt x="219827" y="670767"/>
                  </a:lnTo>
                  <a:lnTo>
                    <a:pt x="225298" y="670596"/>
                  </a:lnTo>
                  <a:lnTo>
                    <a:pt x="228728" y="673331"/>
                  </a:lnTo>
                  <a:lnTo>
                    <a:pt x="229925" y="674186"/>
                  </a:lnTo>
                  <a:lnTo>
                    <a:pt x="230609" y="674699"/>
                  </a:lnTo>
                  <a:lnTo>
                    <a:pt x="230940" y="674881"/>
                  </a:lnTo>
                  <a:lnTo>
                    <a:pt x="233855" y="675981"/>
                  </a:lnTo>
                  <a:lnTo>
                    <a:pt x="241679" y="678172"/>
                  </a:lnTo>
                  <a:lnTo>
                    <a:pt x="253029" y="679785"/>
                  </a:lnTo>
                  <a:lnTo>
                    <a:pt x="266522" y="679155"/>
                  </a:lnTo>
                  <a:lnTo>
                    <a:pt x="274557" y="678300"/>
                  </a:lnTo>
                  <a:lnTo>
                    <a:pt x="275423" y="673331"/>
                  </a:lnTo>
                  <a:lnTo>
                    <a:pt x="269781" y="666493"/>
                  </a:lnTo>
                  <a:lnTo>
                    <a:pt x="263351" y="660127"/>
                  </a:lnTo>
                  <a:lnTo>
                    <a:pt x="257066" y="655802"/>
                  </a:lnTo>
                  <a:lnTo>
                    <a:pt x="251581" y="652215"/>
                  </a:lnTo>
                  <a:lnTo>
                    <a:pt x="247556" y="648061"/>
                  </a:lnTo>
                  <a:lnTo>
                    <a:pt x="242461" y="640595"/>
                  </a:lnTo>
                  <a:lnTo>
                    <a:pt x="238473" y="635148"/>
                  </a:lnTo>
                  <a:lnTo>
                    <a:pt x="235607" y="630213"/>
                  </a:lnTo>
                  <a:lnTo>
                    <a:pt x="233879" y="624286"/>
                  </a:lnTo>
                  <a:lnTo>
                    <a:pt x="235930" y="623602"/>
                  </a:lnTo>
                  <a:lnTo>
                    <a:pt x="237137" y="623111"/>
                  </a:lnTo>
                  <a:lnTo>
                    <a:pt x="236955" y="620488"/>
                  </a:lnTo>
                  <a:lnTo>
                    <a:pt x="236464" y="613948"/>
                  </a:lnTo>
                  <a:lnTo>
                    <a:pt x="235749" y="605485"/>
                  </a:lnTo>
                  <a:lnTo>
                    <a:pt x="234894" y="597092"/>
                  </a:lnTo>
                  <a:lnTo>
                    <a:pt x="232938" y="578411"/>
                  </a:lnTo>
                  <a:lnTo>
                    <a:pt x="231560" y="562381"/>
                  </a:lnTo>
                  <a:lnTo>
                    <a:pt x="230566" y="548627"/>
                  </a:lnTo>
                  <a:lnTo>
                    <a:pt x="229765" y="536774"/>
                  </a:lnTo>
                  <a:lnTo>
                    <a:pt x="227817" y="519717"/>
                  </a:lnTo>
                  <a:lnTo>
                    <a:pt x="225095" y="506887"/>
                  </a:lnTo>
                  <a:lnTo>
                    <a:pt x="222438" y="497327"/>
                  </a:lnTo>
                  <a:lnTo>
                    <a:pt x="220682" y="490079"/>
                  </a:lnTo>
                  <a:lnTo>
                    <a:pt x="217348" y="471693"/>
                  </a:lnTo>
                  <a:lnTo>
                    <a:pt x="214784" y="458376"/>
                  </a:lnTo>
                  <a:lnTo>
                    <a:pt x="212604" y="444802"/>
                  </a:lnTo>
                  <a:lnTo>
                    <a:pt x="210424" y="425647"/>
                  </a:lnTo>
                  <a:lnTo>
                    <a:pt x="209692" y="415525"/>
                  </a:lnTo>
                  <a:lnTo>
                    <a:pt x="208287" y="397128"/>
                  </a:lnTo>
                  <a:lnTo>
                    <a:pt x="203586" y="355017"/>
                  </a:lnTo>
                  <a:lnTo>
                    <a:pt x="196376" y="326522"/>
                  </a:lnTo>
                  <a:lnTo>
                    <a:pt x="193702" y="317085"/>
                  </a:lnTo>
                  <a:lnTo>
                    <a:pt x="194728" y="321188"/>
                  </a:lnTo>
                  <a:lnTo>
                    <a:pt x="195390" y="315375"/>
                  </a:lnTo>
                  <a:lnTo>
                    <a:pt x="199151" y="314520"/>
                  </a:lnTo>
                  <a:lnTo>
                    <a:pt x="207358" y="312811"/>
                  </a:lnTo>
                  <a:lnTo>
                    <a:pt x="210777" y="308162"/>
                  </a:lnTo>
                  <a:lnTo>
                    <a:pt x="215393" y="302179"/>
                  </a:lnTo>
                  <a:lnTo>
                    <a:pt x="227154" y="287206"/>
                  </a:lnTo>
                  <a:lnTo>
                    <a:pt x="242411" y="268280"/>
                  </a:lnTo>
                  <a:lnTo>
                    <a:pt x="256514" y="250155"/>
                  </a:lnTo>
                  <a:lnTo>
                    <a:pt x="271288" y="211397"/>
                  </a:lnTo>
                  <a:lnTo>
                    <a:pt x="264983" y="204238"/>
                  </a:lnTo>
                  <a:lnTo>
                    <a:pt x="263103" y="200134"/>
                  </a:lnTo>
                  <a:lnTo>
                    <a:pt x="238730" y="165894"/>
                  </a:lnTo>
                  <a:lnTo>
                    <a:pt x="232251" y="158841"/>
                  </a:lnTo>
                  <a:lnTo>
                    <a:pt x="223781" y="149166"/>
                  </a:lnTo>
                  <a:lnTo>
                    <a:pt x="220958" y="144702"/>
                  </a:lnTo>
                  <a:lnTo>
                    <a:pt x="216056" y="136920"/>
                  </a:lnTo>
                  <a:lnTo>
                    <a:pt x="209807" y="128850"/>
                  </a:lnTo>
                  <a:lnTo>
                    <a:pt x="202945" y="123521"/>
                  </a:lnTo>
                  <a:lnTo>
                    <a:pt x="194397" y="119760"/>
                  </a:lnTo>
                  <a:lnTo>
                    <a:pt x="178796" y="119781"/>
                  </a:lnTo>
                  <a:lnTo>
                    <a:pt x="180677" y="112430"/>
                  </a:lnTo>
                  <a:lnTo>
                    <a:pt x="174362" y="108669"/>
                  </a:lnTo>
                  <a:lnTo>
                    <a:pt x="174362" y="100120"/>
                  </a:lnTo>
                  <a:lnTo>
                    <a:pt x="176959" y="90622"/>
                  </a:lnTo>
                  <a:lnTo>
                    <a:pt x="181403" y="83008"/>
                  </a:lnTo>
                  <a:lnTo>
                    <a:pt x="182674" y="69753"/>
                  </a:lnTo>
                  <a:lnTo>
                    <a:pt x="171097" y="27824"/>
                  </a:lnTo>
                  <a:lnTo>
                    <a:pt x="154348" y="8793"/>
                  </a:lnTo>
                  <a:lnTo>
                    <a:pt x="153151" y="7426"/>
                  </a:lnTo>
                  <a:lnTo>
                    <a:pt x="140545" y="192"/>
                  </a:lnTo>
                  <a:lnTo>
                    <a:pt x="137978" y="0"/>
                  </a:lnTo>
                  <a:close/>
                </a:path>
              </a:pathLst>
            </a:custGeom>
            <a:ln w="25400">
              <a:solidFill>
                <a:srgbClr val="C67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7976" y="5869542"/>
              <a:ext cx="88998" cy="13142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4225" y="5877056"/>
              <a:ext cx="74393" cy="127839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7221773" y="4571414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C9647"/>
                </a:solidFill>
                <a:latin typeface="Trebuchet MS"/>
                <a:cs typeface="Trebuchet MS"/>
              </a:rPr>
              <a:t>Alice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21773" y="5342836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F6797"/>
                </a:solidFill>
                <a:latin typeface="Trebuchet MS"/>
                <a:cs typeface="Trebuchet MS"/>
              </a:rPr>
              <a:t>Bob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21773" y="6103492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67838"/>
                </a:solidFill>
                <a:latin typeface="Trebuchet MS"/>
                <a:cs typeface="Trebuchet MS"/>
              </a:rPr>
              <a:t>Carol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127209" y="4452021"/>
            <a:ext cx="5054600" cy="1675130"/>
            <a:chOff x="2127209" y="4452021"/>
            <a:chExt cx="5054600" cy="1675130"/>
          </a:xfrm>
        </p:grpSpPr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7209" y="4465341"/>
              <a:ext cx="1661190" cy="166119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224196" y="4542327"/>
              <a:ext cx="1390015" cy="1390015"/>
            </a:xfrm>
            <a:custGeom>
              <a:avLst/>
              <a:gdLst/>
              <a:ahLst/>
              <a:cxnLst/>
              <a:rect l="l" t="t" r="r" b="b"/>
              <a:pathLst>
                <a:path w="1390014" h="1390014">
                  <a:moveTo>
                    <a:pt x="0" y="0"/>
                  </a:moveTo>
                  <a:lnTo>
                    <a:pt x="1381006" y="1381006"/>
                  </a:lnTo>
                  <a:lnTo>
                    <a:pt x="1389986" y="138998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562097" y="588022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86210" y="0"/>
                  </a:moveTo>
                  <a:lnTo>
                    <a:pt x="0" y="86210"/>
                  </a:lnTo>
                  <a:lnTo>
                    <a:pt x="129315" y="129315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04071" y="4452021"/>
              <a:ext cx="3477143" cy="167386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778794" y="4581967"/>
              <a:ext cx="3227705" cy="1417955"/>
            </a:xfrm>
            <a:custGeom>
              <a:avLst/>
              <a:gdLst/>
              <a:ahLst/>
              <a:cxnLst/>
              <a:rect l="l" t="t" r="r" b="b"/>
              <a:pathLst>
                <a:path w="3227704" h="1417954">
                  <a:moveTo>
                    <a:pt x="0" y="1417896"/>
                  </a:moveTo>
                  <a:lnTo>
                    <a:pt x="3216072" y="5107"/>
                  </a:lnTo>
                  <a:lnTo>
                    <a:pt x="322769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970349" y="4531263"/>
              <a:ext cx="136525" cy="111760"/>
            </a:xfrm>
            <a:custGeom>
              <a:avLst/>
              <a:gdLst/>
              <a:ahLst/>
              <a:cxnLst/>
              <a:rect l="l" t="t" r="r" b="b"/>
              <a:pathLst>
                <a:path w="136525" h="111760">
                  <a:moveTo>
                    <a:pt x="0" y="0"/>
                  </a:moveTo>
                  <a:lnTo>
                    <a:pt x="49035" y="111624"/>
                  </a:lnTo>
                  <a:lnTo>
                    <a:pt x="136142" y="6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90219" y="1560624"/>
            <a:ext cx="3502660" cy="15532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016AAC"/>
              </a:buClr>
              <a:buSzPct val="110416"/>
              <a:buChar char="‣"/>
              <a:tabLst>
                <a:tab pos="35496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Synchronous</a:t>
            </a:r>
            <a:r>
              <a:rPr sz="3600" spc="-187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Protocols</a:t>
            </a:r>
            <a:endParaRPr sz="3600" baseline="1157">
              <a:latin typeface="Microsoft Sans Serif"/>
              <a:cs typeface="Microsoft Sans Serif"/>
            </a:endParaRPr>
          </a:p>
          <a:p>
            <a:pPr marL="561975">
              <a:lnSpc>
                <a:spcPts val="2080"/>
              </a:lnSpc>
              <a:spcBef>
                <a:spcPts val="420"/>
              </a:spcBef>
            </a:pPr>
            <a:r>
              <a:rPr sz="1800" b="1" dirty="0">
                <a:latin typeface="Courier New"/>
                <a:cs typeface="Courier New"/>
              </a:rPr>
              <a:t>round </a:t>
            </a:r>
            <a:r>
              <a:rPr sz="1800" b="1" spc="-25" dirty="0">
                <a:latin typeface="Courier New"/>
                <a:cs typeface="Courier New"/>
              </a:rPr>
              <a:t>i:</a:t>
            </a:r>
            <a:endParaRPr sz="1800">
              <a:latin typeface="Courier New"/>
              <a:cs typeface="Courier New"/>
            </a:endParaRPr>
          </a:p>
          <a:p>
            <a:pPr marL="561975" marR="1560195" indent="457200">
              <a:lnSpc>
                <a:spcPts val="2000"/>
              </a:lnSpc>
              <a:spcBef>
                <a:spcPts val="120"/>
              </a:spcBef>
            </a:pPr>
            <a:r>
              <a:rPr sz="1800" b="1" spc="-50" dirty="0">
                <a:latin typeface="Courier New"/>
                <a:cs typeface="Courier New"/>
              </a:rPr>
              <a:t>… </a:t>
            </a:r>
            <a:r>
              <a:rPr sz="1800" b="1" dirty="0">
                <a:latin typeface="Courier New"/>
                <a:cs typeface="Courier New"/>
              </a:rPr>
              <a:t>round </a:t>
            </a:r>
            <a:r>
              <a:rPr sz="1800" b="1" spc="-20" dirty="0">
                <a:latin typeface="Courier New"/>
                <a:cs typeface="Courier New"/>
              </a:rPr>
              <a:t>i+1</a:t>
            </a:r>
            <a:r>
              <a:rPr sz="1800" spc="-20" dirty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019175">
              <a:lnSpc>
                <a:spcPts val="1960"/>
              </a:lnSpc>
            </a:pPr>
            <a:r>
              <a:rPr sz="1800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3312391"/>
            <a:ext cx="6750684" cy="16268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5"/>
              </a:spcBef>
              <a:buClr>
                <a:srgbClr val="016AAC"/>
              </a:buClr>
              <a:buSzPct val="110416"/>
              <a:buChar char="‣"/>
              <a:tabLst>
                <a:tab pos="354965" algn="l"/>
              </a:tabLst>
            </a:pPr>
            <a:r>
              <a:rPr sz="3600" baseline="1157" dirty="0">
                <a:latin typeface="Microsoft Sans Serif"/>
                <a:cs typeface="Microsoft Sans Serif"/>
              </a:rPr>
              <a:t>Asynchronous</a:t>
            </a:r>
            <a:r>
              <a:rPr sz="3600" spc="-217" baseline="1157" dirty="0">
                <a:latin typeface="Microsoft Sans Serif"/>
                <a:cs typeface="Microsoft Sans Serif"/>
              </a:rPr>
              <a:t> </a:t>
            </a:r>
            <a:r>
              <a:rPr sz="3600" spc="-15" baseline="1157" dirty="0">
                <a:latin typeface="Microsoft Sans Serif"/>
                <a:cs typeface="Microsoft Sans Serif"/>
              </a:rPr>
              <a:t>Protocols</a:t>
            </a:r>
            <a:endParaRPr sz="3600" baseline="1157">
              <a:latin typeface="Microsoft Sans Serif"/>
              <a:cs typeface="Microsoft Sans Serif"/>
            </a:endParaRPr>
          </a:p>
          <a:p>
            <a:pPr marL="561975">
              <a:lnSpc>
                <a:spcPts val="2080"/>
              </a:lnSpc>
              <a:spcBef>
                <a:spcPts val="505"/>
              </a:spcBef>
            </a:pPr>
            <a:r>
              <a:rPr sz="1800" b="1" dirty="0">
                <a:latin typeface="Courier New"/>
                <a:cs typeface="Courier New"/>
              </a:rPr>
              <a:t>upon receiving </a:t>
            </a:r>
            <a:r>
              <a:rPr sz="1800" dirty="0">
                <a:latin typeface="Courier New"/>
                <a:cs typeface="Courier New"/>
              </a:rPr>
              <a:t>n-f messages </a:t>
            </a:r>
            <a:r>
              <a:rPr sz="1800" b="1" spc="-25" dirty="0">
                <a:latin typeface="Courier New"/>
                <a:cs typeface="Courier New"/>
              </a:rPr>
              <a:t>do:</a:t>
            </a:r>
            <a:endParaRPr sz="1800">
              <a:latin typeface="Courier New"/>
              <a:cs typeface="Courier New"/>
            </a:endParaRPr>
          </a:p>
          <a:p>
            <a:pPr marL="1019175">
              <a:lnSpc>
                <a:spcPts val="2080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3852545" marR="5080">
              <a:lnSpc>
                <a:spcPts val="2100"/>
              </a:lnSpc>
              <a:spcBef>
                <a:spcPts val="245"/>
              </a:spcBef>
            </a:pP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advance</a:t>
            </a:r>
            <a:r>
              <a:rPr sz="1800" spc="-20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with</a:t>
            </a:r>
            <a:r>
              <a:rPr sz="1800" spc="-1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network</a:t>
            </a:r>
            <a:r>
              <a:rPr sz="1800" spc="-2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6797"/>
                </a:solidFill>
                <a:latin typeface="Arial MT"/>
                <a:cs typeface="Arial MT"/>
              </a:rPr>
              <a:t>speed (</a:t>
            </a:r>
            <a:r>
              <a:rPr sz="1800" b="1" spc="-10" dirty="0">
                <a:solidFill>
                  <a:srgbClr val="3F6797"/>
                </a:solidFill>
                <a:latin typeface="Arial"/>
                <a:cs typeface="Arial"/>
              </a:rPr>
              <a:t>responsiveness</a:t>
            </a:r>
            <a:r>
              <a:rPr sz="1800" spc="-10" dirty="0">
                <a:solidFill>
                  <a:srgbClr val="3F6797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409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16AAC"/>
                </a:solidFill>
                <a:latin typeface="Microsoft Sans Serif"/>
                <a:cs typeface="Microsoft Sans Serif"/>
              </a:rPr>
              <a:t>Synchronous</a:t>
            </a:r>
            <a:r>
              <a:rPr sz="3600" spc="1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016AAC"/>
                </a:solidFill>
                <a:latin typeface="Microsoft Sans Serif"/>
                <a:cs typeface="Microsoft Sans Serif"/>
              </a:rPr>
              <a:t>vs</a:t>
            </a:r>
            <a:r>
              <a:rPr sz="3600" spc="-16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016AAC"/>
                </a:solidFill>
                <a:latin typeface="Microsoft Sans Serif"/>
                <a:cs typeface="Microsoft Sans Serif"/>
              </a:rPr>
              <a:t>Asynchronous</a:t>
            </a:r>
            <a:r>
              <a:rPr sz="3600" spc="25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Protocols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7128" y="2273815"/>
            <a:ext cx="268033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76200" marR="5080" indent="-6350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wait</a:t>
            </a:r>
            <a:r>
              <a:rPr sz="1800" spc="-30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for</a:t>
            </a:r>
            <a:r>
              <a:rPr sz="1800" spc="-30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maximum</a:t>
            </a:r>
            <a:r>
              <a:rPr sz="1800" spc="-30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6797"/>
                </a:solidFill>
                <a:latin typeface="Arial MT"/>
                <a:cs typeface="Arial MT"/>
              </a:rPr>
              <a:t>network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delay</a:t>
            </a:r>
            <a:r>
              <a:rPr sz="1800" spc="-10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F6797"/>
                </a:solidFill>
                <a:latin typeface="Arial MT"/>
                <a:cs typeface="Arial MT"/>
              </a:rPr>
              <a:t>each</a:t>
            </a:r>
            <a:r>
              <a:rPr sz="1800" spc="-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F6797"/>
                </a:solidFill>
                <a:latin typeface="Arial MT"/>
                <a:cs typeface="Arial MT"/>
              </a:rPr>
              <a:t>round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375056" y="1677188"/>
            <a:ext cx="106616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90"/>
              </a:spcBef>
              <a:buClr>
                <a:srgbClr val="016AAC"/>
              </a:buClr>
              <a:buSzPct val="110000"/>
              <a:buChar char="‣"/>
              <a:tabLst>
                <a:tab pos="391795" algn="l"/>
              </a:tabLst>
            </a:pPr>
            <a:r>
              <a:rPr sz="3000" spc="-15" baseline="1388" dirty="0">
                <a:latin typeface="Microsoft Sans Serif"/>
                <a:cs typeface="Microsoft Sans Serif"/>
              </a:rPr>
              <a:t>Setup</a:t>
            </a:r>
            <a:endParaRPr sz="3000" baseline="1388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256" y="1998990"/>
            <a:ext cx="13335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880"/>
              </a:lnSpc>
              <a:spcBef>
                <a:spcPts val="90"/>
              </a:spcBef>
            </a:pPr>
            <a:r>
              <a:rPr sz="24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1732" y="1973888"/>
            <a:ext cx="3232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Each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proposes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value </a:t>
            </a:r>
            <a:r>
              <a:rPr sz="2000" dirty="0">
                <a:latin typeface="Microsoft Sans Serif"/>
                <a:cs typeface="Microsoft Sans Serif"/>
              </a:rPr>
              <a:t>Each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decides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value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056" y="3113954"/>
            <a:ext cx="1244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432" y="3132372"/>
            <a:ext cx="7764780" cy="2970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77216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protocol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achieves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consensus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when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properties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below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are </a:t>
            </a:r>
            <a:r>
              <a:rPr sz="2000" spc="-10" dirty="0">
                <a:latin typeface="Microsoft Sans Serif"/>
                <a:cs typeface="Microsoft Sans Serif"/>
              </a:rPr>
              <a:t>satisfied:</a:t>
            </a:r>
            <a:endParaRPr sz="2000" dirty="0">
              <a:latin typeface="Microsoft Sans Serif"/>
              <a:cs typeface="Microsoft Sans Serif"/>
            </a:endParaRPr>
          </a:p>
          <a:p>
            <a:pPr marL="507365" indent="-379095">
              <a:lnSpc>
                <a:spcPct val="100000"/>
              </a:lnSpc>
              <a:spcBef>
                <a:spcPts val="480"/>
              </a:spcBef>
              <a:buClr>
                <a:srgbClr val="016AAC"/>
              </a:buClr>
              <a:buSzPct val="120000"/>
              <a:buChar char="‣"/>
              <a:tabLst>
                <a:tab pos="507365" algn="l"/>
              </a:tabLst>
            </a:pPr>
            <a:r>
              <a:rPr sz="2000" dirty="0">
                <a:solidFill>
                  <a:srgbClr val="3F6797"/>
                </a:solidFill>
                <a:latin typeface="Microsoft Sans Serif"/>
                <a:cs typeface="Microsoft Sans Serif"/>
              </a:rPr>
              <a:t>Agreement:</a:t>
            </a:r>
            <a:r>
              <a:rPr sz="2000" spc="-45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two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correct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decide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differently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Font typeface="Microsoft Sans Serif"/>
              <a:buChar char="‣"/>
            </a:pPr>
            <a:endParaRPr sz="2000" dirty="0">
              <a:latin typeface="Microsoft Sans Serif"/>
              <a:cs typeface="Microsoft Sans Serif"/>
            </a:endParaRPr>
          </a:p>
          <a:p>
            <a:pPr marL="507365" indent="-379095">
              <a:lnSpc>
                <a:spcPct val="100000"/>
              </a:lnSpc>
              <a:spcBef>
                <a:spcPts val="5"/>
              </a:spcBef>
              <a:buClr>
                <a:srgbClr val="016AAC"/>
              </a:buClr>
              <a:buSzPct val="120000"/>
              <a:buChar char="‣"/>
              <a:tabLst>
                <a:tab pos="507365" algn="l"/>
              </a:tabLst>
            </a:pPr>
            <a:r>
              <a:rPr sz="2000" spc="-25" dirty="0">
                <a:solidFill>
                  <a:srgbClr val="3F6797"/>
                </a:solidFill>
                <a:latin typeface="Microsoft Sans Serif"/>
                <a:cs typeface="Microsoft Sans Serif"/>
              </a:rPr>
              <a:t>Termination:</a:t>
            </a:r>
            <a:r>
              <a:rPr sz="2000" spc="-35" dirty="0">
                <a:solidFill>
                  <a:srgbClr val="3F6797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Every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correct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eventually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decides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value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Font typeface="Microsoft Sans Serif"/>
              <a:buChar char="‣"/>
            </a:pPr>
            <a:endParaRPr sz="2000" dirty="0">
              <a:latin typeface="Microsoft Sans Serif"/>
              <a:cs typeface="Microsoft Sans Serif"/>
            </a:endParaRPr>
          </a:p>
          <a:p>
            <a:pPr marL="507365" marR="281940" indent="-379730">
              <a:lnSpc>
                <a:spcPct val="104200"/>
              </a:lnSpc>
              <a:buClr>
                <a:srgbClr val="016AAC"/>
              </a:buClr>
              <a:buSzPct val="120000"/>
              <a:buChar char="‣"/>
              <a:tabLst>
                <a:tab pos="507365" algn="l"/>
                <a:tab pos="6490335" algn="l"/>
              </a:tabLst>
            </a:pPr>
            <a:r>
              <a:rPr sz="2000" spc="-10" dirty="0">
                <a:solidFill>
                  <a:srgbClr val="3F6797"/>
                </a:solidFill>
                <a:latin typeface="Microsoft Sans Serif"/>
                <a:cs typeface="Microsoft Sans Serif"/>
              </a:rPr>
              <a:t>Validity</a:t>
            </a:r>
            <a:r>
              <a:rPr sz="2000" spc="-10" dirty="0">
                <a:latin typeface="Microsoft Sans Serif"/>
                <a:cs typeface="Microsoft Sans Serif"/>
              </a:rPr>
              <a:t>: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all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correct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propose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value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no </a:t>
            </a:r>
            <a:r>
              <a:rPr sz="2000" dirty="0">
                <a:latin typeface="Microsoft Sans Serif"/>
                <a:cs typeface="Microsoft Sans Serif"/>
              </a:rPr>
              <a:t>correct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decides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different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from</a:t>
            </a:r>
            <a:endParaRPr sz="2000" dirty="0">
              <a:latin typeface="Microsoft Sans Serif"/>
              <a:cs typeface="Microsoft Sans Serif"/>
            </a:endParaRPr>
          </a:p>
          <a:p>
            <a:pPr marL="507365">
              <a:lnSpc>
                <a:spcPct val="100000"/>
              </a:lnSpc>
              <a:spcBef>
                <a:spcPts val="130"/>
              </a:spcBef>
            </a:pPr>
            <a:r>
              <a:rPr sz="1650" i="1" dirty="0">
                <a:latin typeface="Arial"/>
                <a:cs typeface="Arial"/>
              </a:rPr>
              <a:t>Validity</a:t>
            </a:r>
            <a:r>
              <a:rPr sz="1650" i="1" spc="-10" dirty="0">
                <a:latin typeface="Arial"/>
                <a:cs typeface="Arial"/>
              </a:rPr>
              <a:t> </a:t>
            </a:r>
            <a:r>
              <a:rPr sz="1650" i="1" dirty="0">
                <a:latin typeface="Arial"/>
                <a:cs typeface="Arial"/>
              </a:rPr>
              <a:t>is</a:t>
            </a:r>
            <a:r>
              <a:rPr sz="1650" i="1" spc="-10" dirty="0">
                <a:latin typeface="Arial"/>
                <a:cs typeface="Arial"/>
              </a:rPr>
              <a:t> </a:t>
            </a:r>
            <a:r>
              <a:rPr sz="1650" i="1" dirty="0">
                <a:solidFill>
                  <a:srgbClr val="FF2F92"/>
                </a:solidFill>
                <a:latin typeface="Arial"/>
                <a:cs typeface="Arial"/>
              </a:rPr>
              <a:t>critical.</a:t>
            </a:r>
            <a:r>
              <a:rPr sz="1650" i="1" spc="-5" dirty="0">
                <a:solidFill>
                  <a:srgbClr val="FF2F92"/>
                </a:solidFill>
                <a:latin typeface="Arial"/>
                <a:cs typeface="Arial"/>
              </a:rPr>
              <a:t> </a:t>
            </a:r>
            <a:r>
              <a:rPr sz="1650" i="1" dirty="0">
                <a:latin typeface="Arial"/>
                <a:cs typeface="Arial"/>
              </a:rPr>
              <a:t>Other</a:t>
            </a:r>
            <a:r>
              <a:rPr sz="1650" i="1" spc="-10" dirty="0">
                <a:latin typeface="Arial"/>
                <a:cs typeface="Arial"/>
              </a:rPr>
              <a:t> </a:t>
            </a:r>
            <a:r>
              <a:rPr sz="1650" i="1" dirty="0">
                <a:latin typeface="Arial"/>
                <a:cs typeface="Arial"/>
              </a:rPr>
              <a:t>notions:</a:t>
            </a:r>
            <a:r>
              <a:rPr sz="1650" i="1" spc="-10" dirty="0">
                <a:latin typeface="Arial"/>
                <a:cs typeface="Arial"/>
              </a:rPr>
              <a:t> </a:t>
            </a:r>
            <a:r>
              <a:rPr sz="1650" i="1" dirty="0">
                <a:latin typeface="Arial"/>
                <a:cs typeface="Arial"/>
              </a:rPr>
              <a:t>weak</a:t>
            </a:r>
            <a:r>
              <a:rPr sz="1650" i="1" spc="-5" dirty="0">
                <a:latin typeface="Arial"/>
                <a:cs typeface="Arial"/>
              </a:rPr>
              <a:t> </a:t>
            </a:r>
            <a:r>
              <a:rPr sz="1650" i="1" spc="-10" dirty="0">
                <a:latin typeface="Arial"/>
                <a:cs typeface="Arial"/>
              </a:rPr>
              <a:t>validity, </a:t>
            </a:r>
            <a:r>
              <a:rPr sz="1650" i="1" dirty="0">
                <a:latin typeface="Arial"/>
                <a:cs typeface="Arial"/>
              </a:rPr>
              <a:t>honest</a:t>
            </a:r>
            <a:r>
              <a:rPr sz="1650" i="1" spc="-10" dirty="0">
                <a:latin typeface="Arial"/>
                <a:cs typeface="Arial"/>
              </a:rPr>
              <a:t> validity,</a:t>
            </a:r>
            <a:r>
              <a:rPr sz="1650" i="1" spc="-5" dirty="0">
                <a:latin typeface="Arial"/>
                <a:cs typeface="Arial"/>
              </a:rPr>
              <a:t> </a:t>
            </a:r>
            <a:r>
              <a:rPr sz="1650" i="1" dirty="0">
                <a:latin typeface="Arial"/>
                <a:cs typeface="Arial"/>
              </a:rPr>
              <a:t>external</a:t>
            </a:r>
            <a:r>
              <a:rPr sz="1650" i="1" spc="-10" dirty="0">
                <a:latin typeface="Arial"/>
                <a:cs typeface="Arial"/>
              </a:rPr>
              <a:t> validity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01625" algn="ctr">
              <a:lnSpc>
                <a:spcPct val="100000"/>
              </a:lnSpc>
              <a:spcBef>
                <a:spcPts val="1095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Defining</a:t>
            </a:r>
            <a:r>
              <a:rPr sz="4000" spc="-114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Consensus</a:t>
            </a:r>
            <a:endParaRPr sz="4000">
              <a:latin typeface="Microsoft Sans Serif"/>
              <a:cs typeface="Microsoft Sans Serif"/>
            </a:endParaRPr>
          </a:p>
          <a:p>
            <a:pPr marL="339090" algn="ctr">
              <a:lnSpc>
                <a:spcPct val="100000"/>
              </a:lnSpc>
              <a:spcBef>
                <a:spcPts val="450"/>
              </a:spcBef>
            </a:pPr>
            <a:r>
              <a:rPr sz="1800" dirty="0">
                <a:solidFill>
                  <a:srgbClr val="3F6797"/>
                </a:solidFill>
              </a:rPr>
              <a:t>Also</a:t>
            </a:r>
            <a:r>
              <a:rPr sz="1800" spc="-15" dirty="0">
                <a:solidFill>
                  <a:srgbClr val="3F6797"/>
                </a:solidFill>
              </a:rPr>
              <a:t> </a:t>
            </a:r>
            <a:r>
              <a:rPr sz="1800" dirty="0">
                <a:solidFill>
                  <a:srgbClr val="3F6797"/>
                </a:solidFill>
              </a:rPr>
              <a:t>known</a:t>
            </a:r>
            <a:r>
              <a:rPr sz="1800" spc="-10" dirty="0">
                <a:solidFill>
                  <a:srgbClr val="3F6797"/>
                </a:solidFill>
              </a:rPr>
              <a:t> </a:t>
            </a:r>
            <a:r>
              <a:rPr sz="1800" dirty="0">
                <a:solidFill>
                  <a:srgbClr val="3F6797"/>
                </a:solidFill>
              </a:rPr>
              <a:t>as</a:t>
            </a:r>
            <a:r>
              <a:rPr sz="1800" spc="-110" dirty="0">
                <a:solidFill>
                  <a:srgbClr val="3F6797"/>
                </a:solidFill>
              </a:rPr>
              <a:t> </a:t>
            </a:r>
            <a:r>
              <a:rPr sz="1800" dirty="0">
                <a:solidFill>
                  <a:srgbClr val="3F6797"/>
                </a:solidFill>
              </a:rPr>
              <a:t>Agreement</a:t>
            </a:r>
            <a:r>
              <a:rPr sz="1800" spc="-15" dirty="0">
                <a:solidFill>
                  <a:srgbClr val="3F6797"/>
                </a:solidFill>
              </a:rPr>
              <a:t> </a:t>
            </a:r>
            <a:r>
              <a:rPr sz="1800" spc="-10" dirty="0">
                <a:solidFill>
                  <a:srgbClr val="3F6797"/>
                </a:solidFill>
              </a:rPr>
              <a:t>Problem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390028" y="6506261"/>
            <a:ext cx="400621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dirty="0">
                <a:solidFill>
                  <a:srgbClr val="3F6797"/>
                </a:solidFill>
                <a:latin typeface="Arial MT"/>
                <a:cs typeface="Arial MT"/>
              </a:rPr>
              <a:t>*</a:t>
            </a:r>
            <a:r>
              <a:rPr sz="2000" spc="-3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F6797"/>
                </a:solidFill>
                <a:latin typeface="Arial MT"/>
                <a:cs typeface="Arial MT"/>
              </a:rPr>
              <a:t>Before</a:t>
            </a:r>
            <a:r>
              <a:rPr sz="2000" spc="-3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F6797"/>
                </a:solidFill>
                <a:latin typeface="Arial MT"/>
                <a:cs typeface="Arial MT"/>
              </a:rPr>
              <a:t>Bitcoin</a:t>
            </a:r>
            <a:r>
              <a:rPr sz="2000" spc="-3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F6797"/>
                </a:solidFill>
                <a:latin typeface="Arial MT"/>
                <a:cs typeface="Arial MT"/>
              </a:rPr>
              <a:t>(i.e.,</a:t>
            </a:r>
            <a:r>
              <a:rPr sz="2000" spc="-35" dirty="0">
                <a:solidFill>
                  <a:srgbClr val="3F6797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F6797"/>
                </a:solidFill>
                <a:latin typeface="Arial MT"/>
                <a:cs typeface="Arial MT"/>
              </a:rPr>
              <a:t>permissioned)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375056" y="1653460"/>
            <a:ext cx="1181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672" y="1663651"/>
            <a:ext cx="121539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latin typeface="Microsoft Sans Serif"/>
                <a:cs typeface="Microsoft Sans Serif"/>
              </a:rPr>
              <a:t>Consensus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256" y="1967026"/>
            <a:ext cx="127000" cy="1040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75"/>
              </a:lnSpc>
              <a:spcBef>
                <a:spcPts val="95"/>
              </a:spcBef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50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75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8872" y="1948944"/>
            <a:ext cx="1254760" cy="1035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9300"/>
              </a:lnSpc>
              <a:spcBef>
                <a:spcPts val="95"/>
              </a:spcBef>
            </a:pPr>
            <a:r>
              <a:rPr sz="1850" spc="-10" dirty="0">
                <a:latin typeface="Microsoft Sans Serif"/>
                <a:cs typeface="Microsoft Sans Serif"/>
              </a:rPr>
              <a:t>Agreement </a:t>
            </a:r>
            <a:r>
              <a:rPr sz="1850" spc="-20" dirty="0">
                <a:latin typeface="Microsoft Sans Serif"/>
                <a:cs typeface="Microsoft Sans Serif"/>
              </a:rPr>
              <a:t>Termination </a:t>
            </a:r>
            <a:r>
              <a:rPr sz="1850" spc="-10" dirty="0">
                <a:latin typeface="Microsoft Sans Serif"/>
                <a:cs typeface="Microsoft Sans Serif"/>
              </a:rPr>
              <a:t>Validity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056" y="3278694"/>
            <a:ext cx="1181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672" y="3288886"/>
            <a:ext cx="10960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latin typeface="Microsoft Sans Serif"/>
                <a:cs typeface="Microsoft Sans Serif"/>
              </a:rPr>
              <a:t>Adversary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2256" y="3592260"/>
            <a:ext cx="127000" cy="1040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75"/>
              </a:lnSpc>
              <a:spcBef>
                <a:spcPts val="95"/>
              </a:spcBef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50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75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8872" y="3574178"/>
            <a:ext cx="1069975" cy="1035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95"/>
              </a:spcBef>
            </a:pPr>
            <a:r>
              <a:rPr sz="1850" spc="-10" dirty="0">
                <a:latin typeface="Microsoft Sans Serif"/>
                <a:cs typeface="Microsoft Sans Serif"/>
              </a:rPr>
              <a:t>Crash Omission Byzantine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056" y="4903928"/>
            <a:ext cx="1181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672" y="4914120"/>
            <a:ext cx="89789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latin typeface="Microsoft Sans Serif"/>
                <a:cs typeface="Microsoft Sans Serif"/>
              </a:rPr>
              <a:t>Network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2256" y="5217495"/>
            <a:ext cx="127000" cy="1040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75"/>
              </a:lnSpc>
              <a:spcBef>
                <a:spcPts val="95"/>
              </a:spcBef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50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ts val="2675"/>
              </a:lnSpc>
            </a:pPr>
            <a:r>
              <a:rPr sz="2250" spc="-50" dirty="0">
                <a:solidFill>
                  <a:srgbClr val="016AAC"/>
                </a:solidFill>
                <a:latin typeface="Microsoft Sans Serif"/>
                <a:cs typeface="Microsoft Sans Serif"/>
              </a:rPr>
              <a:t>‣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8872" y="5199412"/>
            <a:ext cx="5456555" cy="10350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50" dirty="0">
                <a:latin typeface="Microsoft Sans Serif"/>
                <a:cs typeface="Microsoft Sans Serif"/>
              </a:rPr>
              <a:t>Point-to-</a:t>
            </a:r>
            <a:r>
              <a:rPr sz="1850" spc="-20" dirty="0">
                <a:latin typeface="Microsoft Sans Serif"/>
                <a:cs typeface="Microsoft Sans Serif"/>
              </a:rPr>
              <a:t>point</a:t>
            </a:r>
            <a:endParaRPr sz="18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19300"/>
              </a:lnSpc>
            </a:pPr>
            <a:r>
              <a:rPr sz="1850" dirty="0">
                <a:latin typeface="Microsoft Sans Serif"/>
                <a:cs typeface="Microsoft Sans Serif"/>
              </a:rPr>
              <a:t>Reliable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(TCP/IP),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possibly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authenticated</a:t>
            </a:r>
            <a:r>
              <a:rPr sz="1850" spc="6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(with</a:t>
            </a:r>
            <a:r>
              <a:rPr sz="1850" spc="60" dirty="0">
                <a:latin typeface="Microsoft Sans Serif"/>
                <a:cs typeface="Microsoft Sans Serif"/>
              </a:rPr>
              <a:t> </a:t>
            </a:r>
            <a:r>
              <a:rPr sz="1850" spc="-20" dirty="0">
                <a:latin typeface="Microsoft Sans Serif"/>
                <a:cs typeface="Microsoft Sans Serif"/>
              </a:rPr>
              <a:t>PKI) </a:t>
            </a:r>
            <a:r>
              <a:rPr sz="1850" dirty="0">
                <a:latin typeface="Microsoft Sans Serif"/>
                <a:cs typeface="Microsoft Sans Serif"/>
              </a:rPr>
              <a:t>Synchrony,</a:t>
            </a:r>
            <a:r>
              <a:rPr sz="1850" spc="15" dirty="0">
                <a:latin typeface="Microsoft Sans Serif"/>
                <a:cs typeface="Microsoft Sans Serif"/>
              </a:rPr>
              <a:t> </a:t>
            </a:r>
            <a:r>
              <a:rPr sz="1850" dirty="0">
                <a:latin typeface="Microsoft Sans Serif"/>
                <a:cs typeface="Microsoft Sans Serif"/>
              </a:rPr>
              <a:t>Partial</a:t>
            </a:r>
            <a:r>
              <a:rPr sz="1850" spc="15" dirty="0">
                <a:latin typeface="Microsoft Sans Serif"/>
                <a:cs typeface="Microsoft Sans Serif"/>
              </a:rPr>
              <a:t> </a:t>
            </a:r>
            <a:r>
              <a:rPr sz="1850" spc="-10" dirty="0">
                <a:latin typeface="Microsoft Sans Serif"/>
                <a:cs typeface="Microsoft Sans Serif"/>
              </a:rPr>
              <a:t>Synchrony,</a:t>
            </a:r>
            <a:r>
              <a:rPr sz="1850" spc="-85" dirty="0">
                <a:latin typeface="Microsoft Sans Serif"/>
                <a:cs typeface="Microsoft Sans Serif"/>
              </a:rPr>
              <a:t> </a:t>
            </a:r>
            <a:r>
              <a:rPr sz="1850" spc="-10" dirty="0">
                <a:latin typeface="Microsoft Sans Serif"/>
                <a:cs typeface="Microsoft Sans Serif"/>
              </a:rPr>
              <a:t>Asynchrony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27" rIns="0" bIns="0" rtlCol="0">
            <a:spAutoFit/>
          </a:bodyPr>
          <a:lstStyle/>
          <a:p>
            <a:pPr marL="257619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16AAC"/>
                </a:solidFill>
                <a:latin typeface="Microsoft Sans Serif"/>
                <a:cs typeface="Microsoft Sans Serif"/>
              </a:rPr>
              <a:t>Consensus</a:t>
            </a:r>
            <a:r>
              <a:rPr sz="4000" spc="-120" dirty="0">
                <a:solidFill>
                  <a:srgbClr val="016AAC"/>
                </a:solidFill>
                <a:latin typeface="Microsoft Sans Serif"/>
                <a:cs typeface="Microsoft Sans Serif"/>
              </a:rPr>
              <a:t> </a:t>
            </a:r>
            <a:r>
              <a:rPr sz="40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B.B.</a:t>
            </a:r>
            <a:r>
              <a:rPr sz="2400" spc="-10" dirty="0">
                <a:solidFill>
                  <a:srgbClr val="016AAC"/>
                </a:solidFill>
                <a:latin typeface="Microsoft Sans Serif"/>
                <a:cs typeface="Microsoft Sans Serif"/>
              </a:rPr>
              <a:t>*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1204</Words>
  <Application>Microsoft Office PowerPoint</Application>
  <PresentationFormat>On-screen Show (4:3)</PresentationFormat>
  <Paragraphs>349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MT</vt:lpstr>
      <vt:lpstr>Comic Sans MS</vt:lpstr>
      <vt:lpstr>Courier New</vt:lpstr>
      <vt:lpstr>Microsoft Sans Serif</vt:lpstr>
      <vt:lpstr>Times New Roman</vt:lpstr>
      <vt:lpstr>Trebuchet MS</vt:lpstr>
      <vt:lpstr>Office Theme</vt:lpstr>
      <vt:lpstr>Blockchain and Cryptocurrencies Lecture 1: Introduction to Blockchains</vt:lpstr>
      <vt:lpstr>What this Unit 4 is not about…</vt:lpstr>
      <vt:lpstr>What this Unit 4 is about…</vt:lpstr>
      <vt:lpstr>Overview</vt:lpstr>
      <vt:lpstr>It all started in 2008…</vt:lpstr>
      <vt:lpstr>The blockchain ecosystem today</vt:lpstr>
      <vt:lpstr>What did Bitcoin unravel?</vt:lpstr>
      <vt:lpstr>Let’s break it down</vt:lpstr>
      <vt:lpstr>Let’s break it down</vt:lpstr>
      <vt:lpstr>Let’s break it down</vt:lpstr>
      <vt:lpstr>Let’s break it down</vt:lpstr>
      <vt:lpstr>The blockchain stack</vt:lpstr>
      <vt:lpstr>It all started in 2008…or did it?</vt:lpstr>
      <vt:lpstr>Rewinding to the 80’s…</vt:lpstr>
      <vt:lpstr>Why did we care in the 80s?</vt:lpstr>
      <vt:lpstr>Why did we care in the 80s?</vt:lpstr>
      <vt:lpstr>Why did we care in the 80s?</vt:lpstr>
      <vt:lpstr>State Machine Replication (SMR)</vt:lpstr>
      <vt:lpstr>State Machine Replication (SMR)</vt:lpstr>
      <vt:lpstr>Consensus can solve SMR</vt:lpstr>
      <vt:lpstr>Consensus Informally</vt:lpstr>
      <vt:lpstr>Nodes</vt:lpstr>
      <vt:lpstr>Point-to-Point</vt:lpstr>
      <vt:lpstr>Peer-to-Peer</vt:lpstr>
      <vt:lpstr>Faults</vt:lpstr>
      <vt:lpstr>Faults</vt:lpstr>
      <vt:lpstr>The Power of the Adversary</vt:lpstr>
      <vt:lpstr>Timing Assumptions</vt:lpstr>
      <vt:lpstr>Synchrony</vt:lpstr>
      <vt:lpstr>Synchrony</vt:lpstr>
      <vt:lpstr>Synchrony</vt:lpstr>
      <vt:lpstr>Asynchrony</vt:lpstr>
      <vt:lpstr>Asynchrony</vt:lpstr>
      <vt:lpstr>Synchronous vs Asynchronous Protocols</vt:lpstr>
      <vt:lpstr>Defining Consensus Also known as Agreement Problem</vt:lpstr>
      <vt:lpstr>Consensus B.B.*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Lecture_1 (2025-26)</dc:title>
  <cp:lastModifiedBy>NAEEM TARIQ</cp:lastModifiedBy>
  <cp:revision>9</cp:revision>
  <dcterms:created xsi:type="dcterms:W3CDTF">2026-09-21T14:04:27Z</dcterms:created>
  <dcterms:modified xsi:type="dcterms:W3CDTF">2026-10-05T13:37:21Z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2025-10-15T00:00:00Z</vt:filetime>
  </property>
  <property fmtid="{D5CDD505-2E9C-101B-9397-08002B2CF9AE}" pid="4" name="Creator">
    <vt:lpwstr>Keynote</vt:lpwstr>
  </property>
  <property fmtid="{D5CDD505-2E9C-101B-9397-08002B2CF9AE}" pid="5" name="LastSaved">
    <vt:filetime>2026-09-21T00:00:00Z</vt:filetime>
  </property>
  <property fmtid="{D5CDD505-2E9C-101B-9397-08002B2CF9AE}" pid="6" name="Producer">
    <vt:lpwstr>macOS Version 12.6 (Build 21G115) Quartz PDFContext</vt:lpwstr>
  </property>
</Properties>
</file>